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95" r:id="rId2"/>
    <p:sldId id="591" r:id="rId3"/>
    <p:sldId id="593" r:id="rId4"/>
    <p:sldId id="594" r:id="rId5"/>
    <p:sldId id="595" r:id="rId6"/>
    <p:sldId id="596" r:id="rId7"/>
    <p:sldId id="597" r:id="rId8"/>
    <p:sldId id="598" r:id="rId9"/>
    <p:sldId id="600" r:id="rId10"/>
    <p:sldId id="601" r:id="rId11"/>
    <p:sldId id="602" r:id="rId12"/>
    <p:sldId id="603" r:id="rId13"/>
    <p:sldId id="604" r:id="rId14"/>
    <p:sldId id="605" r:id="rId15"/>
    <p:sldId id="607" r:id="rId16"/>
    <p:sldId id="608" r:id="rId17"/>
    <p:sldId id="609" r:id="rId18"/>
    <p:sldId id="599" r:id="rId19"/>
    <p:sldId id="606" r:id="rId20"/>
    <p:sldId id="58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9971E-2F2E-4A5C-9437-ED0D90B722AF}" v="29" dt="2025-10-28T06:30:24.991"/>
    <p1510:client id="{A5423A7C-59D2-441C-A32C-791671939596}" v="124" dt="2025-10-27T09:38:25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6884C358-F078-41E2-B52A-C991C4377FC1}"/>
    <pc:docChg chg="undo redo custSel addSld delSld modSld">
      <pc:chgData name="Deepika Vatsa" userId="f7100972-27fe-4ee6-8fb4-ec9b7931b409" providerId="ADAL" clId="{6884C358-F078-41E2-B52A-C991C4377FC1}" dt="2025-07-23T05:24:38.241" v="3543" actId="2696"/>
      <pc:docMkLst>
        <pc:docMk/>
      </pc:docMkLst>
      <pc:sldChg chg="addSp delSp modSp mod">
        <pc:chgData name="Deepika Vatsa" userId="f7100972-27fe-4ee6-8fb4-ec9b7931b409" providerId="ADAL" clId="{6884C358-F078-41E2-B52A-C991C4377FC1}" dt="2025-07-23T05:20:50.743" v="3433"/>
        <pc:sldMkLst>
          <pc:docMk/>
          <pc:sldMk cId="0" sldId="257"/>
        </pc:sldMkLst>
        <pc:spChg chg="del">
          <ac:chgData name="Deepika Vatsa" userId="f7100972-27fe-4ee6-8fb4-ec9b7931b409" providerId="ADAL" clId="{6884C358-F078-41E2-B52A-C991C4377FC1}" dt="2025-07-22T09:46:07.314" v="366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46:19.992" v="38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2T09:46:11.087" v="367" actId="478"/>
          <ac:spMkLst>
            <pc:docMk/>
            <pc:sldMk cId="0" sldId="257"/>
            <ac:spMk id="7" creationId="{1ADD9D61-713D-4A99-56C5-830DCBC11A42}"/>
          </ac:spMkLst>
        </pc:spChg>
        <pc:spChg chg="add mod">
          <ac:chgData name="Deepika Vatsa" userId="f7100972-27fe-4ee6-8fb4-ec9b7931b409" providerId="ADAL" clId="{6884C358-F078-41E2-B52A-C991C4377FC1}" dt="2025-07-23T05:16:58.934" v="3366" actId="207"/>
          <ac:spMkLst>
            <pc:docMk/>
            <pc:sldMk cId="0" sldId="257"/>
            <ac:spMk id="8" creationId="{991BA802-3D45-4E0C-D372-BE4FFEF41DD1}"/>
          </ac:spMkLst>
        </pc:spChg>
        <pc:spChg chg="add del mod">
          <ac:chgData name="Deepika Vatsa" userId="f7100972-27fe-4ee6-8fb4-ec9b7931b409" providerId="ADAL" clId="{6884C358-F078-41E2-B52A-C991C4377FC1}" dt="2025-07-22T09:46:21.354" v="387" actId="478"/>
          <ac:spMkLst>
            <pc:docMk/>
            <pc:sldMk cId="0" sldId="257"/>
            <ac:spMk id="10" creationId="{B8D89D22-2E94-CDDE-9114-30348B772120}"/>
          </ac:spMkLst>
        </pc:spChg>
        <pc:picChg chg="add mod">
          <ac:chgData name="Deepika Vatsa" userId="f7100972-27fe-4ee6-8fb4-ec9b7931b409" providerId="ADAL" clId="{6884C358-F078-41E2-B52A-C991C4377FC1}" dt="2025-07-22T09:46:31.182" v="390" actId="1076"/>
          <ac:picMkLst>
            <pc:docMk/>
            <pc:sldMk cId="0" sldId="257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0.743" v="3433"/>
          <ac:cxnSpMkLst>
            <pc:docMk/>
            <pc:sldMk cId="0" sldId="257"/>
            <ac:cxnSpMk id="2" creationId="{CBA55D45-5BC0-2827-B096-7BB0262967E4}"/>
          </ac:cxnSpMkLst>
        </pc:cxnChg>
        <pc:cxnChg chg="del">
          <ac:chgData name="Deepika Vatsa" userId="f7100972-27fe-4ee6-8fb4-ec9b7931b409" providerId="ADAL" clId="{6884C358-F078-41E2-B52A-C991C4377FC1}" dt="2025-07-23T05:20:50.377" v="3432" actId="478"/>
          <ac:cxnSpMkLst>
            <pc:docMk/>
            <pc:sldMk cId="0" sldId="257"/>
            <ac:cxnSpMk id="5" creationId="{D12CAC9D-CDF2-ED92-8F02-70DAC510318D}"/>
          </ac:cxnSpMkLst>
        </pc:cxnChg>
      </pc:sldChg>
      <pc:sldChg chg="addSp delSp modSp mod">
        <pc:chgData name="Deepika Vatsa" userId="f7100972-27fe-4ee6-8fb4-ec9b7931b409" providerId="ADAL" clId="{6884C358-F078-41E2-B52A-C991C4377FC1}" dt="2025-07-23T05:21:07.139" v="3444" actId="1036"/>
        <pc:sldMkLst>
          <pc:docMk/>
          <pc:sldMk cId="0" sldId="258"/>
        </pc:sldMkLst>
        <pc:spChg chg="mod">
          <ac:chgData name="Deepika Vatsa" userId="f7100972-27fe-4ee6-8fb4-ec9b7931b409" providerId="ADAL" clId="{6884C358-F078-41E2-B52A-C991C4377FC1}" dt="2025-07-23T05:21:07.139" v="3444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58:53.373" v="693" actId="113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58:39.592" v="690" actId="478"/>
          <ac:spMkLst>
            <pc:docMk/>
            <pc:sldMk cId="0" sldId="258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09:57:25.796" v="671" actId="478"/>
          <ac:spMkLst>
            <pc:docMk/>
            <pc:sldMk cId="0" sldId="258"/>
            <ac:spMk id="6" creationId="{BA9307D0-EBDA-93E8-6688-2F7B8C8E0E6C}"/>
          </ac:spMkLst>
        </pc:spChg>
        <pc:cxnChg chg="add mod">
          <ac:chgData name="Deepika Vatsa" userId="f7100972-27fe-4ee6-8fb4-ec9b7931b409" providerId="ADAL" clId="{6884C358-F078-41E2-B52A-C991C4377FC1}" dt="2025-07-23T05:21:02.836" v="3439"/>
          <ac:cxnSpMkLst>
            <pc:docMk/>
            <pc:sldMk cId="0" sldId="258"/>
            <ac:cxnSpMk id="4" creationId="{14743623-04A4-B42C-4A68-90F92DBBA454}"/>
          </ac:cxnSpMkLst>
        </pc:cxnChg>
        <pc:cxnChg chg="del">
          <ac:chgData name="Deepika Vatsa" userId="f7100972-27fe-4ee6-8fb4-ec9b7931b409" providerId="ADAL" clId="{6884C358-F078-41E2-B52A-C991C4377FC1}" dt="2025-07-23T05:21:02.444" v="3438" actId="478"/>
          <ac:cxnSpMkLst>
            <pc:docMk/>
            <pc:sldMk cId="0" sldId="258"/>
            <ac:cxnSpMk id="5" creationId="{7F0521BD-D115-2D03-6CC7-BFE0E882D8F6}"/>
          </ac:cxnSpMkLst>
        </pc:cxnChg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0" sldId="25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Deepika Vatsa" userId="f7100972-27fe-4ee6-8fb4-ec9b7931b409" providerId="ADAL" clId="{6884C358-F078-41E2-B52A-C991C4377FC1}" dt="2025-07-23T05:06:18.427" v="3264" actId="2696"/>
        <pc:sldMkLst>
          <pc:docMk/>
          <pc:sldMk cId="0" sldId="262"/>
        </pc:sldMkLst>
        <pc:spChg chg="mod">
          <ac:chgData name="Deepika Vatsa" userId="f7100972-27fe-4ee6-8fb4-ec9b7931b409" providerId="ADAL" clId="{6884C358-F078-41E2-B52A-C991C4377FC1}" dt="2025-07-22T10:02:14.578" v="73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6:11.393" v="77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del mod">
        <pc:chgData name="Deepika Vatsa" userId="f7100972-27fe-4ee6-8fb4-ec9b7931b409" providerId="ADAL" clId="{6884C358-F078-41E2-B52A-C991C4377FC1}" dt="2025-07-22T10:06:14.611" v="779" actId="47"/>
        <pc:sldMkLst>
          <pc:docMk/>
          <pc:sldMk cId="0" sldId="263"/>
        </pc:sldMkLst>
        <pc:spChg chg="mod">
          <ac:chgData name="Deepika Vatsa" userId="f7100972-27fe-4ee6-8fb4-ec9b7931b409" providerId="ADAL" clId="{6884C358-F078-41E2-B52A-C991C4377FC1}" dt="2025-07-22T10:05:23.938" v="763" actId="12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Deepika Vatsa" userId="f7100972-27fe-4ee6-8fb4-ec9b7931b409" providerId="ADAL" clId="{6884C358-F078-41E2-B52A-C991C4377FC1}" dt="2025-07-22T10:05:49.915" v="769" actId="21"/>
          <ac:picMkLst>
            <pc:docMk/>
            <pc:sldMk cId="0" sldId="263"/>
            <ac:picMk id="4" creationId="{830F81FE-6170-E751-2692-A3AADFCECC17}"/>
          </ac:picMkLst>
        </pc:picChg>
        <pc:picChg chg="del mod">
          <ac:chgData name="Deepika Vatsa" userId="f7100972-27fe-4ee6-8fb4-ec9b7931b409" providerId="ADAL" clId="{6884C358-F078-41E2-B52A-C991C4377FC1}" dt="2025-07-22T10:03:48.859" v="755" actId="478"/>
          <ac:picMkLst>
            <pc:docMk/>
            <pc:sldMk cId="0" sldId="263"/>
            <ac:picMk id="1026" creationId="{EF6DEE9D-3770-CBC7-7CDA-ABFEBECE9A8B}"/>
          </ac:picMkLst>
        </pc:picChg>
      </pc:sldChg>
      <pc:sldChg chg="del">
        <pc:chgData name="Deepika Vatsa" userId="f7100972-27fe-4ee6-8fb4-ec9b7931b409" providerId="ADAL" clId="{6884C358-F078-41E2-B52A-C991C4377FC1}" dt="2025-07-22T10:08:25.100" v="799" actId="47"/>
        <pc:sldMkLst>
          <pc:docMk/>
          <pc:sldMk cId="0" sldId="264"/>
        </pc:sldMkLst>
      </pc:sldChg>
      <pc:sldChg chg="addSp delSp modSp mod">
        <pc:chgData name="Deepika Vatsa" userId="f7100972-27fe-4ee6-8fb4-ec9b7931b409" providerId="ADAL" clId="{6884C358-F078-41E2-B52A-C991C4377FC1}" dt="2025-07-23T05:20:12.441" v="3415"/>
        <pc:sldMkLst>
          <pc:docMk/>
          <pc:sldMk cId="0" sldId="276"/>
        </pc:sldMkLst>
        <pc:spChg chg="mod">
          <ac:chgData name="Deepika Vatsa" userId="f7100972-27fe-4ee6-8fb4-ec9b7931b409" providerId="ADAL" clId="{6884C358-F078-41E2-B52A-C991C4377FC1}" dt="2025-07-23T05:15:49.357" v="3349" actId="207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2T09:30:00.857" v="194" actId="478"/>
          <ac:spMkLst>
            <pc:docMk/>
            <pc:sldMk cId="0" sldId="276"/>
            <ac:spMk id="4" creationId="{00000000-0000-0000-0000-000000000000}"/>
          </ac:spMkLst>
        </pc:spChg>
        <pc:spChg chg="add del mod or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6" creationId="{DF1F7109-6D42-A6CD-F452-0870CFC44C57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29:47.313" v="184"/>
          <ac:spMkLst>
            <pc:docMk/>
            <pc:sldMk cId="0" sldId="276"/>
            <ac:spMk id="9" creationId="{43D22531-29B1-0753-0946-7FE02105E3BE}"/>
          </ac:spMkLst>
        </pc:spChg>
        <pc:spChg chg="add del mod">
          <ac:chgData name="Deepika Vatsa" userId="f7100972-27fe-4ee6-8fb4-ec9b7931b409" providerId="ADAL" clId="{6884C358-F078-41E2-B52A-C991C4377FC1}" dt="2025-07-22T10:51:53.775" v="2857" actId="478"/>
          <ac:spMkLst>
            <pc:docMk/>
            <pc:sldMk cId="0" sldId="276"/>
            <ac:spMk id="10" creationId="{762B94E8-9E92-C874-B94F-CA816E8E5609}"/>
          </ac:spMkLst>
        </pc:spChg>
        <pc:spChg chg="add del mod">
          <ac:chgData name="Deepika Vatsa" userId="f7100972-27fe-4ee6-8fb4-ec9b7931b409" providerId="ADAL" clId="{6884C358-F078-41E2-B52A-C991C4377FC1}" dt="2025-07-22T10:51:55.493" v="2858" actId="478"/>
          <ac:spMkLst>
            <pc:docMk/>
            <pc:sldMk cId="0" sldId="276"/>
            <ac:spMk id="12" creationId="{761C11D7-EAE4-DE47-846C-5394B9B4B7D2}"/>
          </ac:spMkLst>
        </pc:spChg>
        <pc:spChg chg="add mod">
          <ac:chgData name="Deepika Vatsa" userId="f7100972-27fe-4ee6-8fb4-ec9b7931b409" providerId="ADAL" clId="{6884C358-F078-41E2-B52A-C991C4377FC1}" dt="2025-07-22T10:58:29.586" v="3175" actId="1076"/>
          <ac:spMkLst>
            <pc:docMk/>
            <pc:sldMk cId="0" sldId="276"/>
            <ac:spMk id="13" creationId="{05B054CE-66A9-69B7-25DF-5E63A7E7226F}"/>
          </ac:spMkLst>
        </pc:spChg>
        <pc:graphicFrameChg chg="add del mod modGraphic">
          <ac:chgData name="Deepika Vatsa" userId="f7100972-27fe-4ee6-8fb4-ec9b7931b409" providerId="ADAL" clId="{6884C358-F078-41E2-B52A-C991C4377FC1}" dt="2025-07-22T10:58:21.671" v="3172" actId="478"/>
          <ac:graphicFrameMkLst>
            <pc:docMk/>
            <pc:sldMk cId="0" sldId="276"/>
            <ac:graphicFrameMk id="14" creationId="{15B9210D-0693-05A9-B8B7-394487320ED6}"/>
          </ac:graphicFrameMkLst>
        </pc:graphicFrameChg>
        <pc:cxnChg chg="add mod">
          <ac:chgData name="Deepika Vatsa" userId="f7100972-27fe-4ee6-8fb4-ec9b7931b409" providerId="ADAL" clId="{6884C358-F078-41E2-B52A-C991C4377FC1}" dt="2025-07-23T05:20:12.441" v="3415"/>
          <ac:cxnSpMkLst>
            <pc:docMk/>
            <pc:sldMk cId="0" sldId="276"/>
            <ac:cxnSpMk id="3" creationId="{A353B9D7-DA76-EC76-62EC-B68A91A5CACC}"/>
          </ac:cxnSpMkLst>
        </pc:cxnChg>
        <pc:cxnChg chg="del">
          <ac:chgData name="Deepika Vatsa" userId="f7100972-27fe-4ee6-8fb4-ec9b7931b409" providerId="ADAL" clId="{6884C358-F078-41E2-B52A-C991C4377FC1}" dt="2025-07-23T05:20:11.800" v="3414" actId="478"/>
          <ac:cxnSpMkLst>
            <pc:docMk/>
            <pc:sldMk cId="0" sldId="276"/>
            <ac:cxnSpMk id="5" creationId="{50E184E5-16FE-EBD7-7894-1DC87C936193}"/>
          </ac:cxnSpMkLst>
        </pc:cxnChg>
      </pc:sldChg>
      <pc:sldChg chg="modSp del">
        <pc:chgData name="Deepika Vatsa" userId="f7100972-27fe-4ee6-8fb4-ec9b7931b409" providerId="ADAL" clId="{6884C358-F078-41E2-B52A-C991C4377FC1}" dt="2025-07-22T09:48:52.734" v="447" actId="2696"/>
        <pc:sldMkLst>
          <pc:docMk/>
          <pc:sldMk cId="0" sldId="28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3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Deepika Vatsa" userId="f7100972-27fe-4ee6-8fb4-ec9b7931b409" providerId="ADAL" clId="{6884C358-F078-41E2-B52A-C991C4377FC1}" dt="2025-07-23T05:12:37.326" v="3321" actId="47"/>
        <pc:sldMkLst>
          <pc:docMk/>
          <pc:sldMk cId="2852168949" sldId="350"/>
        </pc:sldMkLst>
      </pc:sldChg>
      <pc:sldChg chg="add del">
        <pc:chgData name="Deepika Vatsa" userId="f7100972-27fe-4ee6-8fb4-ec9b7931b409" providerId="ADAL" clId="{6884C358-F078-41E2-B52A-C991C4377FC1}" dt="2025-07-23T05:13:42.142" v="3334" actId="47"/>
        <pc:sldMkLst>
          <pc:docMk/>
          <pc:sldMk cId="178954834" sldId="363"/>
        </pc:sldMkLst>
      </pc:sldChg>
      <pc:sldChg chg="modSp mod">
        <pc:chgData name="Deepika Vatsa" userId="f7100972-27fe-4ee6-8fb4-ec9b7931b409" providerId="ADAL" clId="{6884C358-F078-41E2-B52A-C991C4377FC1}" dt="2025-07-22T09:24:57.233" v="65" actId="20577"/>
        <pc:sldMkLst>
          <pc:docMk/>
          <pc:sldMk cId="0" sldId="395"/>
        </pc:sldMkLst>
        <pc:spChg chg="mod">
          <ac:chgData name="Deepika Vatsa" userId="f7100972-27fe-4ee6-8fb4-ec9b7931b409" providerId="ADAL" clId="{6884C358-F078-41E2-B52A-C991C4377FC1}" dt="2025-07-22T09:24:57.233" v="6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del">
        <pc:chgData name="Deepika Vatsa" userId="f7100972-27fe-4ee6-8fb4-ec9b7931b409" providerId="ADAL" clId="{6884C358-F078-41E2-B52A-C991C4377FC1}" dt="2025-07-22T09:36:18.403" v="300" actId="47"/>
        <pc:sldMkLst>
          <pc:docMk/>
          <pc:sldMk cId="3480929016" sldId="553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3480929016" sldId="553"/>
            <ac:spMk id="4" creationId="{0A61BF14-BB4C-4FFC-7012-6231EFAFCD41}"/>
          </ac:spMkLst>
        </pc:spChg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4163686748" sldId="554"/>
        </pc:sldMkLst>
      </pc:sldChg>
      <pc:sldChg chg="del">
        <pc:chgData name="Deepika Vatsa" userId="f7100972-27fe-4ee6-8fb4-ec9b7931b409" providerId="ADAL" clId="{6884C358-F078-41E2-B52A-C991C4377FC1}" dt="2025-07-22T09:23:28.413" v="0" actId="47"/>
        <pc:sldMkLst>
          <pc:docMk/>
          <pc:sldMk cId="3935020306" sldId="555"/>
        </pc:sldMkLst>
      </pc:sldChg>
      <pc:sldChg chg="modSp del">
        <pc:chgData name="Deepika Vatsa" userId="f7100972-27fe-4ee6-8fb4-ec9b7931b409" providerId="ADAL" clId="{6884C358-F078-41E2-B52A-C991C4377FC1}" dt="2025-07-22T10:01:31.830" v="728" actId="47"/>
        <pc:sldMkLst>
          <pc:docMk/>
          <pc:sldMk cId="2250760117" sldId="572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2250760117" sldId="572"/>
            <ac:spMk id="4" creationId="{AAA3C26B-3FEA-A51C-8509-EDFF58FF4F4A}"/>
          </ac:spMkLst>
        </pc:spChg>
      </pc:sldChg>
      <pc:sldChg chg="addSp delSp modSp mod">
        <pc:chgData name="Deepika Vatsa" userId="f7100972-27fe-4ee6-8fb4-ec9b7931b409" providerId="ADAL" clId="{6884C358-F078-41E2-B52A-C991C4377FC1}" dt="2025-07-23T05:21:25.243" v="3452"/>
        <pc:sldMkLst>
          <pc:docMk/>
          <pc:sldMk cId="549806327" sldId="573"/>
        </pc:sldMkLst>
        <pc:spChg chg="mod">
          <ac:chgData name="Deepika Vatsa" userId="f7100972-27fe-4ee6-8fb4-ec9b7931b409" providerId="ADAL" clId="{6884C358-F078-41E2-B52A-C991C4377FC1}" dt="2025-07-23T05:18:21.699" v="3391" actId="1035"/>
          <ac:spMkLst>
            <pc:docMk/>
            <pc:sldMk cId="549806327" sldId="573"/>
            <ac:spMk id="2" creationId="{1CD95200-E997-69E7-D60F-2B2833820E43}"/>
          </ac:spMkLst>
        </pc:spChg>
        <pc:spChg chg="mod">
          <ac:chgData name="Deepika Vatsa" userId="f7100972-27fe-4ee6-8fb4-ec9b7931b409" providerId="ADAL" clId="{6884C358-F078-41E2-B52A-C991C4377FC1}" dt="2025-07-22T10:11:40.522" v="861" actId="33524"/>
          <ac:spMkLst>
            <pc:docMk/>
            <pc:sldMk cId="549806327" sldId="573"/>
            <ac:spMk id="3" creationId="{7E3D72CB-FD10-51F1-E138-1F3205E12992}"/>
          </ac:spMkLst>
        </pc:spChg>
        <pc:picChg chg="mod modCrop">
          <ac:chgData name="Deepika Vatsa" userId="f7100972-27fe-4ee6-8fb4-ec9b7931b409" providerId="ADAL" clId="{6884C358-F078-41E2-B52A-C991C4377FC1}" dt="2025-07-22T10:11:25.482" v="856" actId="1076"/>
          <ac:picMkLst>
            <pc:docMk/>
            <pc:sldMk cId="549806327" sldId="573"/>
            <ac:picMk id="4" creationId="{F4073854-4E6C-1C34-8E9C-E284C7C1B544}"/>
          </ac:picMkLst>
        </pc:picChg>
        <pc:cxnChg chg="del">
          <ac:chgData name="Deepika Vatsa" userId="f7100972-27fe-4ee6-8fb4-ec9b7931b409" providerId="ADAL" clId="{6884C358-F078-41E2-B52A-C991C4377FC1}" dt="2025-07-23T05:21:24.872" v="3451" actId="478"/>
          <ac:cxnSpMkLst>
            <pc:docMk/>
            <pc:sldMk cId="549806327" sldId="573"/>
            <ac:cxnSpMk id="5" creationId="{2583FC77-E3AB-35E6-B60C-53A76FE8003F}"/>
          </ac:cxnSpMkLst>
        </pc:cxnChg>
        <pc:cxnChg chg="add mod">
          <ac:chgData name="Deepika Vatsa" userId="f7100972-27fe-4ee6-8fb4-ec9b7931b409" providerId="ADAL" clId="{6884C358-F078-41E2-B52A-C991C4377FC1}" dt="2025-07-23T05:21:25.243" v="3452"/>
          <ac:cxnSpMkLst>
            <pc:docMk/>
            <pc:sldMk cId="549806327" sldId="573"/>
            <ac:cxnSpMk id="6" creationId="{ABECC0BA-46D9-85A9-9BEC-69239BC9C062}"/>
          </ac:cxnSpMkLst>
        </pc:cxnChg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030842975" sldId="574"/>
        </pc:sldMkLst>
      </pc:sldChg>
      <pc:sldChg chg="del">
        <pc:chgData name="Deepika Vatsa" userId="f7100972-27fe-4ee6-8fb4-ec9b7931b409" providerId="ADAL" clId="{6884C358-F078-41E2-B52A-C991C4377FC1}" dt="2025-07-22T10:12:15.086" v="862" actId="2696"/>
        <pc:sldMkLst>
          <pc:docMk/>
          <pc:sldMk cId="1844610887" sldId="575"/>
        </pc:sldMkLst>
      </pc:sldChg>
      <pc:sldChg chg="addSp delSp modSp mod">
        <pc:chgData name="Deepika Vatsa" userId="f7100972-27fe-4ee6-8fb4-ec9b7931b409" providerId="ADAL" clId="{6884C358-F078-41E2-B52A-C991C4377FC1}" dt="2025-07-23T05:21:29.136" v="3454"/>
        <pc:sldMkLst>
          <pc:docMk/>
          <pc:sldMk cId="810527257" sldId="576"/>
        </pc:sldMkLst>
        <pc:spChg chg="mod">
          <ac:chgData name="Deepika Vatsa" userId="f7100972-27fe-4ee6-8fb4-ec9b7931b409" providerId="ADAL" clId="{6884C358-F078-41E2-B52A-C991C4377FC1}" dt="2025-07-23T05:18:32.996" v="3393" actId="255"/>
          <ac:spMkLst>
            <pc:docMk/>
            <pc:sldMk cId="810527257" sldId="576"/>
            <ac:spMk id="2" creationId="{8C8DA422-5599-BE5B-B151-D196E8414908}"/>
          </ac:spMkLst>
        </pc:spChg>
        <pc:spChg chg="del">
          <ac:chgData name="Deepika Vatsa" userId="f7100972-27fe-4ee6-8fb4-ec9b7931b409" providerId="ADAL" clId="{6884C358-F078-41E2-B52A-C991C4377FC1}" dt="2025-07-22T10:13:31.716" v="864" actId="478"/>
          <ac:spMkLst>
            <pc:docMk/>
            <pc:sldMk cId="810527257" sldId="576"/>
            <ac:spMk id="3" creationId="{23292E8A-B934-BC7E-D793-FA32925820AA}"/>
          </ac:spMkLst>
        </pc:spChg>
        <pc:spChg chg="add del mod">
          <ac:chgData name="Deepika Vatsa" userId="f7100972-27fe-4ee6-8fb4-ec9b7931b409" providerId="ADAL" clId="{6884C358-F078-41E2-B52A-C991C4377FC1}" dt="2025-07-22T10:13:33.431" v="865" actId="478"/>
          <ac:spMkLst>
            <pc:docMk/>
            <pc:sldMk cId="810527257" sldId="576"/>
            <ac:spMk id="6" creationId="{83784901-344E-5428-88AA-7C54D084D705}"/>
          </ac:spMkLst>
        </pc:spChg>
        <pc:picChg chg="add mod">
          <ac:chgData name="Deepika Vatsa" userId="f7100972-27fe-4ee6-8fb4-ec9b7931b409" providerId="ADAL" clId="{6884C358-F078-41E2-B52A-C991C4377FC1}" dt="2025-07-22T10:13:36.274" v="867" actId="1076"/>
          <ac:picMkLst>
            <pc:docMk/>
            <pc:sldMk cId="810527257" sldId="576"/>
            <ac:picMk id="7" creationId="{D042E4FB-BDAC-1A6F-5268-672F6BAA70EC}"/>
          </ac:picMkLst>
        </pc:picChg>
        <pc:cxnChg chg="add mod">
          <ac:chgData name="Deepika Vatsa" userId="f7100972-27fe-4ee6-8fb4-ec9b7931b409" providerId="ADAL" clId="{6884C358-F078-41E2-B52A-C991C4377FC1}" dt="2025-07-23T05:21:29.136" v="3454"/>
          <ac:cxnSpMkLst>
            <pc:docMk/>
            <pc:sldMk cId="810527257" sldId="576"/>
            <ac:cxnSpMk id="3" creationId="{D70A73E4-B319-02F9-A019-8583C8BD017A}"/>
          </ac:cxnSpMkLst>
        </pc:cxnChg>
        <pc:cxnChg chg="del">
          <ac:chgData name="Deepika Vatsa" userId="f7100972-27fe-4ee6-8fb4-ec9b7931b409" providerId="ADAL" clId="{6884C358-F078-41E2-B52A-C991C4377FC1}" dt="2025-07-23T05:21:28.712" v="3453" actId="478"/>
          <ac:cxnSpMkLst>
            <pc:docMk/>
            <pc:sldMk cId="810527257" sldId="576"/>
            <ac:cxnSpMk id="5" creationId="{40F7F98D-83E9-028D-8FA0-BC9D6977408D}"/>
          </ac:cxnSpMkLst>
        </pc:cxnChg>
      </pc:sldChg>
      <pc:sldChg chg="del">
        <pc:chgData name="Deepika Vatsa" userId="f7100972-27fe-4ee6-8fb4-ec9b7931b409" providerId="ADAL" clId="{6884C358-F078-41E2-B52A-C991C4377FC1}" dt="2025-07-22T10:13:40.415" v="868" actId="47"/>
        <pc:sldMkLst>
          <pc:docMk/>
          <pc:sldMk cId="2512841971" sldId="577"/>
        </pc:sldMkLst>
      </pc:sldChg>
      <pc:sldChg chg="addSp delSp modSp mod">
        <pc:chgData name="Deepika Vatsa" userId="f7100972-27fe-4ee6-8fb4-ec9b7931b409" providerId="ADAL" clId="{6884C358-F078-41E2-B52A-C991C4377FC1}" dt="2025-07-23T05:21:46.433" v="3460" actId="14100"/>
        <pc:sldMkLst>
          <pc:docMk/>
          <pc:sldMk cId="835005002" sldId="578"/>
        </pc:sldMkLst>
        <pc:spChg chg="del mod">
          <ac:chgData name="Deepika Vatsa" userId="f7100972-27fe-4ee6-8fb4-ec9b7931b409" providerId="ADAL" clId="{6884C358-F078-41E2-B52A-C991C4377FC1}" dt="2025-07-23T05:18:44.103" v="3394" actId="478"/>
          <ac:spMkLst>
            <pc:docMk/>
            <pc:sldMk cId="835005002" sldId="57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6.433" v="3460" actId="14100"/>
          <ac:spMkLst>
            <pc:docMk/>
            <pc:sldMk cId="835005002" sldId="57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45.920" v="3395" actId="478"/>
          <ac:spMkLst>
            <pc:docMk/>
            <pc:sldMk cId="835005002" sldId="578"/>
            <ac:spMk id="6" creationId="{4E321242-3F8E-3E41-604D-15D680DFF783}"/>
          </ac:spMkLst>
        </pc:spChg>
        <pc:spChg chg="add mod">
          <ac:chgData name="Deepika Vatsa" userId="f7100972-27fe-4ee6-8fb4-ec9b7931b409" providerId="ADAL" clId="{6884C358-F078-41E2-B52A-C991C4377FC1}" dt="2025-07-23T05:18:46.673" v="3396"/>
          <ac:spMkLst>
            <pc:docMk/>
            <pc:sldMk cId="835005002" sldId="578"/>
            <ac:spMk id="7" creationId="{C86B6E8B-F1EE-EC17-42A6-8C54D5AE7919}"/>
          </ac:spMkLst>
        </pc:spChg>
        <pc:cxnChg chg="del">
          <ac:chgData name="Deepika Vatsa" userId="f7100972-27fe-4ee6-8fb4-ec9b7931b409" providerId="ADAL" clId="{6884C358-F078-41E2-B52A-C991C4377FC1}" dt="2025-07-23T05:21:33.356" v="3455" actId="478"/>
          <ac:cxnSpMkLst>
            <pc:docMk/>
            <pc:sldMk cId="835005002" sldId="578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3.753" v="3456"/>
          <ac:cxnSpMkLst>
            <pc:docMk/>
            <pc:sldMk cId="835005002" sldId="578"/>
            <ac:cxnSpMk id="8" creationId="{DFAC204A-2B4C-B3BD-E2C3-309FA6A4D4FE}"/>
          </ac:cxnSpMkLst>
        </pc:cxnChg>
      </pc:sldChg>
      <pc:sldChg chg="del">
        <pc:chgData name="Deepika Vatsa" userId="f7100972-27fe-4ee6-8fb4-ec9b7931b409" providerId="ADAL" clId="{6884C358-F078-41E2-B52A-C991C4377FC1}" dt="2025-07-22T10:20:38.022" v="1476" actId="47"/>
        <pc:sldMkLst>
          <pc:docMk/>
          <pc:sldMk cId="1577856654" sldId="579"/>
        </pc:sldMkLst>
      </pc:sldChg>
      <pc:sldChg chg="del">
        <pc:chgData name="Deepika Vatsa" userId="f7100972-27fe-4ee6-8fb4-ec9b7931b409" providerId="ADAL" clId="{6884C358-F078-41E2-B52A-C991C4377FC1}" dt="2025-07-22T10:23:03.818" v="1507" actId="2696"/>
        <pc:sldMkLst>
          <pc:docMk/>
          <pc:sldMk cId="858610061" sldId="580"/>
        </pc:sldMkLst>
      </pc:sldChg>
      <pc:sldChg chg="del">
        <pc:chgData name="Deepika Vatsa" userId="f7100972-27fe-4ee6-8fb4-ec9b7931b409" providerId="ADAL" clId="{6884C358-F078-41E2-B52A-C991C4377FC1}" dt="2025-07-22T10:31:42.979" v="2065" actId="47"/>
        <pc:sldMkLst>
          <pc:docMk/>
          <pc:sldMk cId="2808099838" sldId="581"/>
        </pc:sldMkLst>
      </pc:sldChg>
      <pc:sldChg chg="addSp delSp modSp mod">
        <pc:chgData name="Deepika Vatsa" userId="f7100972-27fe-4ee6-8fb4-ec9b7931b409" providerId="ADAL" clId="{6884C358-F078-41E2-B52A-C991C4377FC1}" dt="2025-07-23T05:21:56.245" v="3463" actId="14100"/>
        <pc:sldMkLst>
          <pc:docMk/>
          <pc:sldMk cId="1700069977" sldId="582"/>
        </pc:sldMkLst>
        <pc:spChg chg="del mod">
          <ac:chgData name="Deepika Vatsa" userId="f7100972-27fe-4ee6-8fb4-ec9b7931b409" providerId="ADAL" clId="{6884C358-F078-41E2-B52A-C991C4377FC1}" dt="2025-07-23T05:11:29.001" v="3295" actId="478"/>
          <ac:spMkLst>
            <pc:docMk/>
            <pc:sldMk cId="1700069977" sldId="582"/>
            <ac:spMk id="2" creationId="{3EA993F1-7D74-5A35-94E0-755C8170DDD2}"/>
          </ac:spMkLst>
        </pc:spChg>
        <pc:spChg chg="mod">
          <ac:chgData name="Deepika Vatsa" userId="f7100972-27fe-4ee6-8fb4-ec9b7931b409" providerId="ADAL" clId="{6884C358-F078-41E2-B52A-C991C4377FC1}" dt="2025-07-23T05:21:56.245" v="3463" actId="14100"/>
          <ac:spMkLst>
            <pc:docMk/>
            <pc:sldMk cId="1700069977" sldId="582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1.373" v="3296" actId="478"/>
          <ac:spMkLst>
            <pc:docMk/>
            <pc:sldMk cId="1700069977" sldId="582"/>
            <ac:spMk id="6" creationId="{BC483E00-42FE-1B2D-5AB9-B054E0125187}"/>
          </ac:spMkLst>
        </pc:spChg>
        <pc:spChg chg="add del mod">
          <ac:chgData name="Deepika Vatsa" userId="f7100972-27fe-4ee6-8fb4-ec9b7931b409" providerId="ADAL" clId="{6884C358-F078-41E2-B52A-C991C4377FC1}" dt="2025-07-23T05:19:05.174" v="3403" actId="478"/>
          <ac:spMkLst>
            <pc:docMk/>
            <pc:sldMk cId="1700069977" sldId="582"/>
            <ac:spMk id="7" creationId="{77CBCD7F-8AE7-4B57-3A9F-538E17F926AC}"/>
          </ac:spMkLst>
        </pc:spChg>
        <pc:spChg chg="add del mod">
          <ac:chgData name="Deepika Vatsa" userId="f7100972-27fe-4ee6-8fb4-ec9b7931b409" providerId="ADAL" clId="{6884C358-F078-41E2-B52A-C991C4377FC1}" dt="2025-07-23T05:19:06.810" v="3404" actId="478"/>
          <ac:spMkLst>
            <pc:docMk/>
            <pc:sldMk cId="1700069977" sldId="582"/>
            <ac:spMk id="9" creationId="{DA1F278C-AFDE-7105-568A-768E46CCC33B}"/>
          </ac:spMkLst>
        </pc:spChg>
        <pc:spChg chg="add mod">
          <ac:chgData name="Deepika Vatsa" userId="f7100972-27fe-4ee6-8fb4-ec9b7931b409" providerId="ADAL" clId="{6884C358-F078-41E2-B52A-C991C4377FC1}" dt="2025-07-23T05:19:07.408" v="3405"/>
          <ac:spMkLst>
            <pc:docMk/>
            <pc:sldMk cId="1700069977" sldId="582"/>
            <ac:spMk id="10" creationId="{7124F2BA-B4C0-9D6A-F84A-5C187670E1ED}"/>
          </ac:spMkLst>
        </pc:spChg>
        <pc:cxnChg chg="del">
          <ac:chgData name="Deepika Vatsa" userId="f7100972-27fe-4ee6-8fb4-ec9b7931b409" providerId="ADAL" clId="{6884C358-F078-41E2-B52A-C991C4377FC1}" dt="2025-07-23T05:21:52.654" v="3461" actId="478"/>
          <ac:cxnSpMkLst>
            <pc:docMk/>
            <pc:sldMk cId="1700069977" sldId="582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1:53.350" v="3462"/>
          <ac:cxnSpMkLst>
            <pc:docMk/>
            <pc:sldMk cId="1700069977" sldId="582"/>
            <ac:cxnSpMk id="11" creationId="{C11FA30D-24D1-6FBC-D7BC-51AEC489E098}"/>
          </ac:cxnSpMkLst>
        </pc:cxnChg>
      </pc:sldChg>
      <pc:sldChg chg="del">
        <pc:chgData name="Deepika Vatsa" userId="f7100972-27fe-4ee6-8fb4-ec9b7931b409" providerId="ADAL" clId="{6884C358-F078-41E2-B52A-C991C4377FC1}" dt="2025-07-22T10:38:05.600" v="2234" actId="47"/>
        <pc:sldMkLst>
          <pc:docMk/>
          <pc:sldMk cId="591297716" sldId="583"/>
        </pc:sldMkLst>
      </pc:sldChg>
      <pc:sldChg chg="del">
        <pc:chgData name="Deepika Vatsa" userId="f7100972-27fe-4ee6-8fb4-ec9b7931b409" providerId="ADAL" clId="{6884C358-F078-41E2-B52A-C991C4377FC1}" dt="2025-07-22T10:38:24.185" v="2235" actId="47"/>
        <pc:sldMkLst>
          <pc:docMk/>
          <pc:sldMk cId="4024096756" sldId="584"/>
        </pc:sldMkLst>
      </pc:sldChg>
      <pc:sldChg chg="addSp delSp modSp mod">
        <pc:chgData name="Deepika Vatsa" userId="f7100972-27fe-4ee6-8fb4-ec9b7931b409" providerId="ADAL" clId="{6884C358-F078-41E2-B52A-C991C4377FC1}" dt="2025-07-23T05:23:45.037" v="3532" actId="1076"/>
        <pc:sldMkLst>
          <pc:docMk/>
          <pc:sldMk cId="2784952323" sldId="585"/>
        </pc:sldMkLst>
        <pc:spChg chg="mod">
          <ac:chgData name="Deepika Vatsa" userId="f7100972-27fe-4ee6-8fb4-ec9b7931b409" providerId="ADAL" clId="{6884C358-F078-41E2-B52A-C991C4377FC1}" dt="2025-07-23T05:22:56.013" v="3522" actId="1076"/>
          <ac:spMkLst>
            <pc:docMk/>
            <pc:sldMk cId="2784952323" sldId="585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23:45.037" v="3532" actId="1076"/>
          <ac:spMkLst>
            <pc:docMk/>
            <pc:sldMk cId="2784952323" sldId="585"/>
            <ac:spMk id="4" creationId="{170DDB5B-6792-55DA-AF63-9A96FA1939A3}"/>
          </ac:spMkLst>
        </pc:spChg>
        <pc:cxnChg chg="add mod">
          <ac:chgData name="Deepika Vatsa" userId="f7100972-27fe-4ee6-8fb4-ec9b7931b409" providerId="ADAL" clId="{6884C358-F078-41E2-B52A-C991C4377FC1}" dt="2025-07-23T05:22:47.005" v="3517"/>
          <ac:cxnSpMkLst>
            <pc:docMk/>
            <pc:sldMk cId="2784952323" sldId="585"/>
            <ac:cxnSpMk id="3" creationId="{6EEF62DB-73C3-BC16-B7FD-7A94B557C61B}"/>
          </ac:cxnSpMkLst>
        </pc:cxnChg>
        <pc:cxnChg chg="del">
          <ac:chgData name="Deepika Vatsa" userId="f7100972-27fe-4ee6-8fb4-ec9b7931b409" providerId="ADAL" clId="{6884C358-F078-41E2-B52A-C991C4377FC1}" dt="2025-07-23T05:22:45.556" v="3516" actId="478"/>
          <ac:cxnSpMkLst>
            <pc:docMk/>
            <pc:sldMk cId="2784952323" sldId="585"/>
            <ac:cxnSpMk id="5" creationId="{D6A26A94-065F-5020-54F4-34DABAADC81C}"/>
          </ac:cxnSpMkLst>
        </pc:cxnChg>
      </pc:sldChg>
      <pc:sldChg chg="del">
        <pc:chgData name="Deepika Vatsa" userId="f7100972-27fe-4ee6-8fb4-ec9b7931b409" providerId="ADAL" clId="{6884C358-F078-41E2-B52A-C991C4377FC1}" dt="2025-07-22T10:48:01.051" v="2641" actId="47"/>
        <pc:sldMkLst>
          <pc:docMk/>
          <pc:sldMk cId="34458836" sldId="586"/>
        </pc:sldMkLst>
      </pc:sldChg>
      <pc:sldChg chg="del">
        <pc:chgData name="Deepika Vatsa" userId="f7100972-27fe-4ee6-8fb4-ec9b7931b409" providerId="ADAL" clId="{6884C358-F078-41E2-B52A-C991C4377FC1}" dt="2025-07-22T10:48:09.429" v="2642" actId="47"/>
        <pc:sldMkLst>
          <pc:docMk/>
          <pc:sldMk cId="1852533425" sldId="587"/>
        </pc:sldMkLst>
      </pc:sldChg>
      <pc:sldChg chg="del">
        <pc:chgData name="Deepika Vatsa" userId="f7100972-27fe-4ee6-8fb4-ec9b7931b409" providerId="ADAL" clId="{6884C358-F078-41E2-B52A-C991C4377FC1}" dt="2025-07-22T10:50:58.990" v="2855" actId="47"/>
        <pc:sldMkLst>
          <pc:docMk/>
          <pc:sldMk cId="2624307318" sldId="588"/>
        </pc:sldMkLst>
      </pc:sldChg>
      <pc:sldChg chg="modSp">
        <pc:chgData name="Deepika Vatsa" userId="f7100972-27fe-4ee6-8fb4-ec9b7931b409" providerId="ADAL" clId="{6884C358-F078-41E2-B52A-C991C4377FC1}" dt="2025-07-22T09:25:41.921" v="69"/>
        <pc:sldMkLst>
          <pc:docMk/>
          <pc:sldMk cId="0" sldId="589"/>
        </pc:sldMkLst>
        <pc:spChg chg="mod">
          <ac:chgData name="Deepika Vatsa" userId="f7100972-27fe-4ee6-8fb4-ec9b7931b409" providerId="ADAL" clId="{6884C358-F078-41E2-B52A-C991C4377FC1}" dt="2025-07-22T09:25:41.921" v="69"/>
          <ac:spMkLst>
            <pc:docMk/>
            <pc:sldMk cId="0" sldId="589"/>
            <ac:spMk id="3" creationId="{00000000-0000-0000-0000-000000000000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42.730" v="3429"/>
        <pc:sldMkLst>
          <pc:docMk/>
          <pc:sldMk cId="4072135879" sldId="590"/>
        </pc:sldMkLst>
        <pc:spChg chg="mod">
          <ac:chgData name="Deepika Vatsa" userId="f7100972-27fe-4ee6-8fb4-ec9b7931b409" providerId="ADAL" clId="{6884C358-F078-41E2-B52A-C991C4377FC1}" dt="2025-07-23T05:16:48.828" v="3364" actId="207"/>
          <ac:spMkLst>
            <pc:docMk/>
            <pc:sldMk cId="4072135879" sldId="590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3:36.965" v="248" actId="478"/>
          <ac:spMkLst>
            <pc:docMk/>
            <pc:sldMk cId="4072135879" sldId="590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3:41.989" v="250" actId="478"/>
          <ac:spMkLst>
            <pc:docMk/>
            <pc:sldMk cId="4072135879" sldId="590"/>
            <ac:spMk id="8" creationId="{3A42CD8B-E7C8-D2E6-CB60-EA168BDCC118}"/>
          </ac:spMkLst>
        </pc:spChg>
        <pc:spChg chg="del">
          <ac:chgData name="Deepika Vatsa" userId="f7100972-27fe-4ee6-8fb4-ec9b7931b409" providerId="ADAL" clId="{6884C358-F078-41E2-B52A-C991C4377FC1}" dt="2025-07-22T09:33:40.180" v="249" actId="478"/>
          <ac:spMkLst>
            <pc:docMk/>
            <pc:sldMk cId="4072135879" sldId="590"/>
            <ac:spMk id="10" creationId="{762B94E8-9E92-C874-B94F-CA816E8E5609}"/>
          </ac:spMkLst>
        </pc:spChg>
        <pc:picChg chg="add mod">
          <ac:chgData name="Deepika Vatsa" userId="f7100972-27fe-4ee6-8fb4-ec9b7931b409" providerId="ADAL" clId="{6884C358-F078-41E2-B52A-C991C4377FC1}" dt="2025-07-22T09:33:58.086" v="257" actId="1076"/>
          <ac:picMkLst>
            <pc:docMk/>
            <pc:sldMk cId="4072135879" sldId="590"/>
            <ac:picMk id="9" creationId="{C356703B-A591-E735-D099-756D6F0724A1}"/>
          </ac:picMkLst>
        </pc:picChg>
        <pc:picChg chg="add mod">
          <ac:chgData name="Deepika Vatsa" userId="f7100972-27fe-4ee6-8fb4-ec9b7931b409" providerId="ADAL" clId="{6884C358-F078-41E2-B52A-C991C4377FC1}" dt="2025-07-22T09:33:59.666" v="258" actId="1076"/>
          <ac:picMkLst>
            <pc:docMk/>
            <pc:sldMk cId="4072135879" sldId="590"/>
            <ac:picMk id="11" creationId="{062F518F-DFCE-D51F-C42D-1B8DAD530657}"/>
          </ac:picMkLst>
        </pc:picChg>
        <pc:picChg chg="add mod">
          <ac:chgData name="Deepika Vatsa" userId="f7100972-27fe-4ee6-8fb4-ec9b7931b409" providerId="ADAL" clId="{6884C358-F078-41E2-B52A-C991C4377FC1}" dt="2025-07-22T09:33:56.159" v="256" actId="1076"/>
          <ac:picMkLst>
            <pc:docMk/>
            <pc:sldMk cId="4072135879" sldId="590"/>
            <ac:picMk id="12" creationId="{D688BB6C-9417-8D92-55EB-D522DC679CCF}"/>
          </ac:picMkLst>
        </pc:picChg>
        <pc:picChg chg="add mod">
          <ac:chgData name="Deepika Vatsa" userId="f7100972-27fe-4ee6-8fb4-ec9b7931b409" providerId="ADAL" clId="{6884C358-F078-41E2-B52A-C991C4377FC1}" dt="2025-07-22T09:34:03.951" v="259" actId="1076"/>
          <ac:picMkLst>
            <pc:docMk/>
            <pc:sldMk cId="4072135879" sldId="590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2.730" v="3429"/>
          <ac:cxnSpMkLst>
            <pc:docMk/>
            <pc:sldMk cId="4072135879" sldId="590"/>
            <ac:cxnSpMk id="3" creationId="{E868FEB9-887F-37ED-60BD-FBD1105706A2}"/>
          </ac:cxnSpMkLst>
        </pc:cxnChg>
        <pc:cxnChg chg="del">
          <ac:chgData name="Deepika Vatsa" userId="f7100972-27fe-4ee6-8fb4-ec9b7931b409" providerId="ADAL" clId="{6884C358-F078-41E2-B52A-C991C4377FC1}" dt="2025-07-23T05:20:42.313" v="3428" actId="478"/>
          <ac:cxnSpMkLst>
            <pc:docMk/>
            <pc:sldMk cId="4072135879" sldId="590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9.010" v="3427"/>
        <pc:sldMkLst>
          <pc:docMk/>
          <pc:sldMk cId="3439049211" sldId="591"/>
        </pc:sldMkLst>
        <pc:spChg chg="mod">
          <ac:chgData name="Deepika Vatsa" userId="f7100972-27fe-4ee6-8fb4-ec9b7931b409" providerId="ADAL" clId="{6884C358-F078-41E2-B52A-C991C4377FC1}" dt="2025-07-23T05:16:43.256" v="3363" actId="20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09:35:45.766" v="289" actId="478"/>
          <ac:spMkLst>
            <pc:docMk/>
            <pc:sldMk cId="3439049211" sldId="591"/>
            <ac:spMk id="6" creationId="{DF1F7109-6D42-A6CD-F452-0870CFC44C57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7" creationId="{FF220C66-A4E6-C8D7-391A-04D70E625C9C}"/>
          </ac:spMkLst>
        </pc:spChg>
        <pc:spChg chg="add del mod">
          <ac:chgData name="Deepika Vatsa" userId="f7100972-27fe-4ee6-8fb4-ec9b7931b409" providerId="ADAL" clId="{6884C358-F078-41E2-B52A-C991C4377FC1}" dt="2025-07-22T09:35:51.845" v="292" actId="478"/>
          <ac:spMkLst>
            <pc:docMk/>
            <pc:sldMk cId="3439049211" sldId="591"/>
            <ac:spMk id="8" creationId="{F57D67EC-941F-047B-5B83-163A12BECBA6}"/>
          </ac:spMkLst>
        </pc:spChg>
        <pc:spChg chg="del">
          <ac:chgData name="Deepika Vatsa" userId="f7100972-27fe-4ee6-8fb4-ec9b7931b409" providerId="ADAL" clId="{6884C358-F078-41E2-B52A-C991C4377FC1}" dt="2025-07-22T09:35:48.586" v="290" actId="478"/>
          <ac:spMkLst>
            <pc:docMk/>
            <pc:sldMk cId="3439049211" sldId="591"/>
            <ac:spMk id="10" creationId="{762B94E8-9E92-C874-B94F-CA816E8E5609}"/>
          </ac:spMkLst>
        </pc:spChg>
        <pc:spChg chg="add mod">
          <ac:chgData name="Deepika Vatsa" userId="f7100972-27fe-4ee6-8fb4-ec9b7931b409" providerId="ADAL" clId="{6884C358-F078-41E2-B52A-C991C4377FC1}" dt="2025-07-22T09:44:11.797" v="365" actId="20577"/>
          <ac:spMkLst>
            <pc:docMk/>
            <pc:sldMk cId="3439049211" sldId="591"/>
            <ac:spMk id="11" creationId="{06381CCD-359B-D8A2-1997-A5B56A02FD41}"/>
          </ac:spMkLst>
        </pc:spChg>
        <pc:cxnChg chg="add mod">
          <ac:chgData name="Deepika Vatsa" userId="f7100972-27fe-4ee6-8fb4-ec9b7931b409" providerId="ADAL" clId="{6884C358-F078-41E2-B52A-C991C4377FC1}" dt="2025-07-23T05:20:39.010" v="3427"/>
          <ac:cxnSpMkLst>
            <pc:docMk/>
            <pc:sldMk cId="3439049211" sldId="591"/>
            <ac:cxnSpMk id="3" creationId="{9FFC9232-0F3D-BF13-4461-6E51D2C9C5C7}"/>
          </ac:cxnSpMkLst>
        </pc:cxnChg>
        <pc:cxnChg chg="del">
          <ac:chgData name="Deepika Vatsa" userId="f7100972-27fe-4ee6-8fb4-ec9b7931b409" providerId="ADAL" clId="{6884C358-F078-41E2-B52A-C991C4377FC1}" dt="2025-07-23T05:20:38.614" v="3426" actId="478"/>
          <ac:cxnSpMkLst>
            <pc:docMk/>
            <pc:sldMk cId="3439049211" sldId="59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46.224" v="3431"/>
        <pc:sldMkLst>
          <pc:docMk/>
          <pc:sldMk cId="3695788924" sldId="592"/>
        </pc:sldMkLst>
        <pc:spChg chg="mod">
          <ac:chgData name="Deepika Vatsa" userId="f7100972-27fe-4ee6-8fb4-ec9b7931b409" providerId="ADAL" clId="{6884C358-F078-41E2-B52A-C991C4377FC1}" dt="2025-07-23T05:16:54.290" v="3365" actId="207"/>
          <ac:spMkLst>
            <pc:docMk/>
            <pc:sldMk cId="3695788924" sldId="592"/>
            <ac:spMk id="2" creationId="{00000000-0000-0000-0000-000000000000}"/>
          </ac:spMkLst>
        </pc:spChg>
        <pc:picChg chg="add mod">
          <ac:chgData name="Deepika Vatsa" userId="f7100972-27fe-4ee6-8fb4-ec9b7931b409" providerId="ADAL" clId="{6884C358-F078-41E2-B52A-C991C4377FC1}" dt="2025-07-22T09:47:30.119" v="427" actId="1076"/>
          <ac:picMkLst>
            <pc:docMk/>
            <pc:sldMk cId="3695788924" sldId="592"/>
            <ac:picMk id="3" creationId="{780FB1CB-F0C4-259B-45AD-974689AE136B}"/>
          </ac:picMkLst>
        </pc:picChg>
        <pc:picChg chg="del">
          <ac:chgData name="Deepika Vatsa" userId="f7100972-27fe-4ee6-8fb4-ec9b7931b409" providerId="ADAL" clId="{6884C358-F078-41E2-B52A-C991C4377FC1}" dt="2025-07-22T09:47:24.492" v="423" actId="478"/>
          <ac:picMkLst>
            <pc:docMk/>
            <pc:sldMk cId="3695788924" sldId="592"/>
            <ac:picMk id="9" creationId="{C356703B-A591-E735-D099-756D6F0724A1}"/>
          </ac:picMkLst>
        </pc:picChg>
        <pc:picChg chg="del">
          <ac:chgData name="Deepika Vatsa" userId="f7100972-27fe-4ee6-8fb4-ec9b7931b409" providerId="ADAL" clId="{6884C358-F078-41E2-B52A-C991C4377FC1}" dt="2025-07-22T09:47:25.691" v="424" actId="478"/>
          <ac:picMkLst>
            <pc:docMk/>
            <pc:sldMk cId="3695788924" sldId="592"/>
            <ac:picMk id="11" creationId="{062F518F-DFCE-D51F-C42D-1B8DAD530657}"/>
          </ac:picMkLst>
        </pc:picChg>
        <pc:picChg chg="del">
          <ac:chgData name="Deepika Vatsa" userId="f7100972-27fe-4ee6-8fb4-ec9b7931b409" providerId="ADAL" clId="{6884C358-F078-41E2-B52A-C991C4377FC1}" dt="2025-07-22T09:47:26.976" v="425" actId="478"/>
          <ac:picMkLst>
            <pc:docMk/>
            <pc:sldMk cId="3695788924" sldId="592"/>
            <ac:picMk id="12" creationId="{D688BB6C-9417-8D92-55EB-D522DC679CCF}"/>
          </ac:picMkLst>
        </pc:picChg>
        <pc:picChg chg="del">
          <ac:chgData name="Deepika Vatsa" userId="f7100972-27fe-4ee6-8fb4-ec9b7931b409" providerId="ADAL" clId="{6884C358-F078-41E2-B52A-C991C4377FC1}" dt="2025-07-22T09:47:23.157" v="422" actId="478"/>
          <ac:picMkLst>
            <pc:docMk/>
            <pc:sldMk cId="3695788924" sldId="592"/>
            <ac:picMk id="13" creationId="{299DD2B6-62B2-98BD-205B-D8B8B72CDD4D}"/>
          </ac:picMkLst>
        </pc:picChg>
        <pc:cxnChg chg="add mod">
          <ac:chgData name="Deepika Vatsa" userId="f7100972-27fe-4ee6-8fb4-ec9b7931b409" providerId="ADAL" clId="{6884C358-F078-41E2-B52A-C991C4377FC1}" dt="2025-07-23T05:20:46.224" v="3431"/>
          <ac:cxnSpMkLst>
            <pc:docMk/>
            <pc:sldMk cId="3695788924" sldId="592"/>
            <ac:cxnSpMk id="4" creationId="{3BFC784D-5408-BD0B-6DA5-62F3FD69F164}"/>
          </ac:cxnSpMkLst>
        </pc:cxnChg>
        <pc:cxnChg chg="del">
          <ac:chgData name="Deepika Vatsa" userId="f7100972-27fe-4ee6-8fb4-ec9b7931b409" providerId="ADAL" clId="{6884C358-F078-41E2-B52A-C991C4377FC1}" dt="2025-07-23T05:20:45.811" v="3430" actId="478"/>
          <ac:cxnSpMkLst>
            <pc:docMk/>
            <pc:sldMk cId="3695788924" sldId="592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4.403" v="3435"/>
        <pc:sldMkLst>
          <pc:docMk/>
          <pc:sldMk cId="1876629941" sldId="593"/>
        </pc:sldMkLst>
        <pc:spChg chg="del">
          <ac:chgData name="Deepika Vatsa" userId="f7100972-27fe-4ee6-8fb4-ec9b7931b409" providerId="ADAL" clId="{6884C358-F078-41E2-B52A-C991C4377FC1}" dt="2025-07-22T09:48:33.749" v="445" actId="478"/>
          <ac:spMkLst>
            <pc:docMk/>
            <pc:sldMk cId="1876629941" sldId="593"/>
            <ac:spMk id="4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3T05:17:03.918" v="3367" actId="207"/>
          <ac:spMkLst>
            <pc:docMk/>
            <pc:sldMk cId="1876629941" sldId="593"/>
            <ac:spMk id="8" creationId="{991BA802-3D45-4E0C-D372-BE4FFEF41DD1}"/>
          </ac:spMkLst>
        </pc:spChg>
        <pc:picChg chg="add mod">
          <ac:chgData name="Deepika Vatsa" userId="f7100972-27fe-4ee6-8fb4-ec9b7931b409" providerId="ADAL" clId="{6884C358-F078-41E2-B52A-C991C4377FC1}" dt="2025-07-22T09:48:37.216" v="446" actId="1076"/>
          <ac:picMkLst>
            <pc:docMk/>
            <pc:sldMk cId="1876629941" sldId="593"/>
            <ac:picMk id="2" creationId="{22289BA6-595C-092F-1636-E2409F3160FF}"/>
          </ac:picMkLst>
        </pc:picChg>
        <pc:picChg chg="del">
          <ac:chgData name="Deepika Vatsa" userId="f7100972-27fe-4ee6-8fb4-ec9b7931b409" providerId="ADAL" clId="{6884C358-F078-41E2-B52A-C991C4377FC1}" dt="2025-07-22T09:48:28.505" v="442" actId="478"/>
          <ac:picMkLst>
            <pc:docMk/>
            <pc:sldMk cId="1876629941" sldId="593"/>
            <ac:picMk id="11" creationId="{C4C88D64-41B1-3E23-255C-8D6CD72FE16B}"/>
          </ac:picMkLst>
        </pc:picChg>
        <pc:cxnChg chg="add mod">
          <ac:chgData name="Deepika Vatsa" userId="f7100972-27fe-4ee6-8fb4-ec9b7931b409" providerId="ADAL" clId="{6884C358-F078-41E2-B52A-C991C4377FC1}" dt="2025-07-23T05:20:54.403" v="3435"/>
          <ac:cxnSpMkLst>
            <pc:docMk/>
            <pc:sldMk cId="1876629941" sldId="593"/>
            <ac:cxnSpMk id="3" creationId="{69F5443E-C01E-3D27-219E-2E87903016D9}"/>
          </ac:cxnSpMkLst>
        </pc:cxnChg>
        <pc:cxnChg chg="del">
          <ac:chgData name="Deepika Vatsa" userId="f7100972-27fe-4ee6-8fb4-ec9b7931b409" providerId="ADAL" clId="{6884C358-F078-41E2-B52A-C991C4377FC1}" dt="2025-07-23T05:20:54.014" v="3434" actId="478"/>
          <ac:cxnSpMkLst>
            <pc:docMk/>
            <pc:sldMk cId="1876629941" sldId="593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58.202" v="3437"/>
        <pc:sldMkLst>
          <pc:docMk/>
          <pc:sldMk cId="2583576287" sldId="594"/>
        </pc:sldMkLst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6" creationId="{306222C9-0521-EF58-FCA8-88726E3AA54A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7" creationId="{41F3D0F9-36A4-1DEC-B009-0E145E036B07}"/>
          </ac:spMkLst>
        </pc:spChg>
        <pc:spChg chg="mod">
          <ac:chgData name="Deepika Vatsa" userId="f7100972-27fe-4ee6-8fb4-ec9b7931b409" providerId="ADAL" clId="{6884C358-F078-41E2-B52A-C991C4377FC1}" dt="2025-07-23T05:17:08.699" v="3368" actId="207"/>
          <ac:spMkLst>
            <pc:docMk/>
            <pc:sldMk cId="2583576287" sldId="594"/>
            <ac:spMk id="8" creationId="{991BA802-3D45-4E0C-D372-BE4FFEF41DD1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0" creationId="{C075F099-43B8-F612-EEB7-EA60283F766E}"/>
          </ac:spMkLst>
        </pc:spChg>
        <pc:spChg chg="add mod">
          <ac:chgData name="Deepika Vatsa" userId="f7100972-27fe-4ee6-8fb4-ec9b7931b409" providerId="ADAL" clId="{6884C358-F078-41E2-B52A-C991C4377FC1}" dt="2025-07-22T10:00:49.069" v="727" actId="1038"/>
          <ac:spMkLst>
            <pc:docMk/>
            <pc:sldMk cId="2583576287" sldId="594"/>
            <ac:spMk id="12" creationId="{4E13DD79-D7A3-56C4-1219-626F93F20780}"/>
          </ac:spMkLst>
        </pc:spChg>
        <pc:picChg chg="del">
          <ac:chgData name="Deepika Vatsa" userId="f7100972-27fe-4ee6-8fb4-ec9b7931b409" providerId="ADAL" clId="{6884C358-F078-41E2-B52A-C991C4377FC1}" dt="2025-07-22T10:00:34.658" v="716" actId="478"/>
          <ac:picMkLst>
            <pc:docMk/>
            <pc:sldMk cId="2583576287" sldId="594"/>
            <ac:picMk id="2" creationId="{22289BA6-595C-092F-1636-E2409F3160F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3" creationId="{236E3EE2-16FE-131B-ECBF-55568068757F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4" creationId="{9A1AD1A2-9FF8-5D81-B390-C61128637D1C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9" creationId="{8ACCF344-D431-27F4-3519-E0D1C20E073B}"/>
          </ac:picMkLst>
        </pc:picChg>
        <pc:picChg chg="add mod">
          <ac:chgData name="Deepika Vatsa" userId="f7100972-27fe-4ee6-8fb4-ec9b7931b409" providerId="ADAL" clId="{6884C358-F078-41E2-B52A-C991C4377FC1}" dt="2025-07-22T10:00:49.069" v="727" actId="1038"/>
          <ac:picMkLst>
            <pc:docMk/>
            <pc:sldMk cId="2583576287" sldId="594"/>
            <ac:picMk id="11" creationId="{8640DA5C-AE56-878C-7DE7-A11F9AA0475B}"/>
          </ac:picMkLst>
        </pc:picChg>
        <pc:cxnChg chg="add mod">
          <ac:chgData name="Deepika Vatsa" userId="f7100972-27fe-4ee6-8fb4-ec9b7931b409" providerId="ADAL" clId="{6884C358-F078-41E2-B52A-C991C4377FC1}" dt="2025-07-23T05:20:58.202" v="3437"/>
          <ac:cxnSpMkLst>
            <pc:docMk/>
            <pc:sldMk cId="2583576287" sldId="594"/>
            <ac:cxnSpMk id="2" creationId="{83273B41-403D-3A3C-8252-05D272C66098}"/>
          </ac:cxnSpMkLst>
        </pc:cxnChg>
        <pc:cxnChg chg="del">
          <ac:chgData name="Deepika Vatsa" userId="f7100972-27fe-4ee6-8fb4-ec9b7931b409" providerId="ADAL" clId="{6884C358-F078-41E2-B52A-C991C4377FC1}" dt="2025-07-23T05:20:57.814" v="3436" actId="478"/>
          <ac:cxnSpMkLst>
            <pc:docMk/>
            <pc:sldMk cId="2583576287" sldId="594"/>
            <ac:cxnSpMk id="5" creationId="{D12CAC9D-CDF2-ED92-8F02-70DAC510318D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13.213" v="3446"/>
        <pc:sldMkLst>
          <pc:docMk/>
          <pc:sldMk cId="3729385034" sldId="595"/>
        </pc:sldMkLst>
        <pc:spChg chg="mod">
          <ac:chgData name="Deepika Vatsa" userId="f7100972-27fe-4ee6-8fb4-ec9b7931b409" providerId="ADAL" clId="{6884C358-F078-41E2-B52A-C991C4377FC1}" dt="2025-07-23T05:17:55.758" v="3385" actId="1035"/>
          <ac:spMkLst>
            <pc:docMk/>
            <pc:sldMk cId="3729385034" sldId="595"/>
            <ac:spMk id="2" creationId="{00000000-0000-0000-0000-000000000000}"/>
          </ac:spMkLst>
        </pc:spChg>
        <pc:spChg chg="del mod">
          <ac:chgData name="Deepika Vatsa" userId="f7100972-27fe-4ee6-8fb4-ec9b7931b409" providerId="ADAL" clId="{6884C358-F078-41E2-B52A-C991C4377FC1}" dt="2025-07-23T05:06:56.645" v="3287" actId="478"/>
          <ac:spMkLst>
            <pc:docMk/>
            <pc:sldMk cId="3729385034" sldId="595"/>
            <ac:spMk id="3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05:47.046" v="768" actId="478"/>
          <ac:spMkLst>
            <pc:docMk/>
            <pc:sldMk cId="3729385034" sldId="595"/>
            <ac:spMk id="4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58.461" v="3288" actId="478"/>
          <ac:spMkLst>
            <pc:docMk/>
            <pc:sldMk cId="3729385034" sldId="595"/>
            <ac:spMk id="6" creationId="{595294C1-D83A-223D-E5DF-2687F4C0C4C3}"/>
          </ac:spMkLst>
        </pc:spChg>
        <pc:spChg chg="add mod">
          <ac:chgData name="Deepika Vatsa" userId="f7100972-27fe-4ee6-8fb4-ec9b7931b409" providerId="ADAL" clId="{6884C358-F078-41E2-B52A-C991C4377FC1}" dt="2025-07-23T05:07:00.405" v="3290"/>
          <ac:spMkLst>
            <pc:docMk/>
            <pc:sldMk cId="3729385034" sldId="595"/>
            <ac:spMk id="8" creationId="{07DF8378-AAD8-5F9D-5926-27ECBAD72119}"/>
          </ac:spMkLst>
        </pc:spChg>
        <pc:picChg chg="add del mod">
          <ac:chgData name="Deepika Vatsa" userId="f7100972-27fe-4ee6-8fb4-ec9b7931b409" providerId="ADAL" clId="{6884C358-F078-41E2-B52A-C991C4377FC1}" dt="2025-07-23T05:06:59.846" v="3289" actId="478"/>
          <ac:picMkLst>
            <pc:docMk/>
            <pc:sldMk cId="3729385034" sldId="595"/>
            <ac:picMk id="5" creationId="{05A945AB-0130-AB94-D6EA-8E8B4C8C69B4}"/>
          </ac:picMkLst>
        </pc:picChg>
        <pc:cxnChg chg="add mod">
          <ac:chgData name="Deepika Vatsa" userId="f7100972-27fe-4ee6-8fb4-ec9b7931b409" providerId="ADAL" clId="{6884C358-F078-41E2-B52A-C991C4377FC1}" dt="2025-07-23T05:21:13.213" v="3446"/>
          <ac:cxnSpMkLst>
            <pc:docMk/>
            <pc:sldMk cId="3729385034" sldId="595"/>
            <ac:cxnSpMk id="3" creationId="{91A758A6-68A7-3C5B-4901-273664385E64}"/>
          </ac:cxnSpMkLst>
        </pc:cxnChg>
        <pc:cxnChg chg="del">
          <ac:chgData name="Deepika Vatsa" userId="f7100972-27fe-4ee6-8fb4-ec9b7931b409" providerId="ADAL" clId="{6884C358-F078-41E2-B52A-C991C4377FC1}" dt="2025-07-23T05:21:12.833" v="3445" actId="478"/>
          <ac:cxnSpMkLst>
            <pc:docMk/>
            <pc:sldMk cId="3729385034" sldId="595"/>
            <ac:cxnSpMk id="7" creationId="{65C76CC1-B771-E13B-D742-340E1D5CAD8C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20.447" v="3450"/>
        <pc:sldMkLst>
          <pc:docMk/>
          <pc:sldMk cId="1503747669" sldId="596"/>
        </pc:sldMkLst>
        <pc:spChg chg="del">
          <ac:chgData name="Deepika Vatsa" userId="f7100972-27fe-4ee6-8fb4-ec9b7931b409" providerId="ADAL" clId="{6884C358-F078-41E2-B52A-C991C4377FC1}" dt="2025-07-23T05:18:01.094" v="3386" actId="478"/>
          <ac:spMkLst>
            <pc:docMk/>
            <pc:sldMk cId="1503747669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884C358-F078-41E2-B52A-C991C4377FC1}" dt="2025-07-22T10:08:16.400" v="798" actId="27636"/>
          <ac:spMkLst>
            <pc:docMk/>
            <pc:sldMk cId="1503747669" sldId="59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8:04.034" v="3387" actId="478"/>
          <ac:spMkLst>
            <pc:docMk/>
            <pc:sldMk cId="1503747669" sldId="596"/>
            <ac:spMk id="6" creationId="{F876691B-7F3C-2C15-70BC-01577E758222}"/>
          </ac:spMkLst>
        </pc:spChg>
        <pc:spChg chg="add mod">
          <ac:chgData name="Deepika Vatsa" userId="f7100972-27fe-4ee6-8fb4-ec9b7931b409" providerId="ADAL" clId="{6884C358-F078-41E2-B52A-C991C4377FC1}" dt="2025-07-23T05:18:09.803" v="3388"/>
          <ac:spMkLst>
            <pc:docMk/>
            <pc:sldMk cId="1503747669" sldId="596"/>
            <ac:spMk id="8" creationId="{FAF0F256-03EF-AA03-B292-4A3D50B362A1}"/>
          </ac:spMkLst>
        </pc:spChg>
        <pc:picChg chg="add mod">
          <ac:chgData name="Deepika Vatsa" userId="f7100972-27fe-4ee6-8fb4-ec9b7931b409" providerId="ADAL" clId="{6884C358-F078-41E2-B52A-C991C4377FC1}" dt="2025-07-22T10:08:13.823" v="796" actId="14100"/>
          <ac:picMkLst>
            <pc:docMk/>
            <pc:sldMk cId="1503747669" sldId="596"/>
            <ac:picMk id="4" creationId="{AEF005CF-B525-14E8-5F26-09F83936D256}"/>
          </ac:picMkLst>
        </pc:picChg>
        <pc:picChg chg="del">
          <ac:chgData name="Deepika Vatsa" userId="f7100972-27fe-4ee6-8fb4-ec9b7931b409" providerId="ADAL" clId="{6884C358-F078-41E2-B52A-C991C4377FC1}" dt="2025-07-22T10:07:40.420" v="793" actId="478"/>
          <ac:picMkLst>
            <pc:docMk/>
            <pc:sldMk cId="1503747669" sldId="596"/>
            <ac:picMk id="5" creationId="{05A945AB-0130-AB94-D6EA-8E8B4C8C69B4}"/>
          </ac:picMkLst>
        </pc:picChg>
        <pc:cxnChg chg="del">
          <ac:chgData name="Deepika Vatsa" userId="f7100972-27fe-4ee6-8fb4-ec9b7931b409" providerId="ADAL" clId="{6884C358-F078-41E2-B52A-C991C4377FC1}" dt="2025-07-23T05:21:20.066" v="3449" actId="478"/>
          <ac:cxnSpMkLst>
            <pc:docMk/>
            <pc:sldMk cId="1503747669" sldId="596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20.447" v="3450"/>
          <ac:cxnSpMkLst>
            <pc:docMk/>
            <pc:sldMk cId="1503747669" sldId="596"/>
            <ac:cxnSpMk id="9" creationId="{3A23A287-BBE3-562E-ABE0-5090EACFAE7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1:40.576" v="3459" actId="14100"/>
        <pc:sldMkLst>
          <pc:docMk/>
          <pc:sldMk cId="2169252664" sldId="597"/>
        </pc:sldMkLst>
        <pc:spChg chg="del">
          <ac:chgData name="Deepika Vatsa" userId="f7100972-27fe-4ee6-8fb4-ec9b7931b409" providerId="ADAL" clId="{6884C358-F078-41E2-B52A-C991C4377FC1}" dt="2025-07-23T05:18:51.798" v="3397" actId="478"/>
          <ac:spMkLst>
            <pc:docMk/>
            <pc:sldMk cId="2169252664" sldId="597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21:40.576" v="3459" actId="14100"/>
          <ac:spMkLst>
            <pc:docMk/>
            <pc:sldMk cId="2169252664" sldId="597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8:53.707" v="3398" actId="478"/>
          <ac:spMkLst>
            <pc:docMk/>
            <pc:sldMk cId="2169252664" sldId="597"/>
            <ac:spMk id="6" creationId="{53F1752F-2FDE-42D9-4D71-76064AA39AAB}"/>
          </ac:spMkLst>
        </pc:spChg>
        <pc:spChg chg="add mod">
          <ac:chgData name="Deepika Vatsa" userId="f7100972-27fe-4ee6-8fb4-ec9b7931b409" providerId="ADAL" clId="{6884C358-F078-41E2-B52A-C991C4377FC1}" dt="2025-07-23T05:18:54.461" v="3399"/>
          <ac:spMkLst>
            <pc:docMk/>
            <pc:sldMk cId="2169252664" sldId="597"/>
            <ac:spMk id="7" creationId="{3C6ACF8F-B531-BE5A-2C1D-263F00828601}"/>
          </ac:spMkLst>
        </pc:spChg>
        <pc:cxnChg chg="del">
          <ac:chgData name="Deepika Vatsa" userId="f7100972-27fe-4ee6-8fb4-ec9b7931b409" providerId="ADAL" clId="{6884C358-F078-41E2-B52A-C991C4377FC1}" dt="2025-07-23T05:21:36.683" v="3457" actId="478"/>
          <ac:cxnSpMkLst>
            <pc:docMk/>
            <pc:sldMk cId="2169252664" sldId="597"/>
            <ac:cxnSpMk id="5" creationId="{B2627C12-E6DC-37C6-3534-91290B918037}"/>
          </ac:cxnSpMkLst>
        </pc:cxnChg>
        <pc:cxnChg chg="add mod">
          <ac:chgData name="Deepika Vatsa" userId="f7100972-27fe-4ee6-8fb4-ec9b7931b409" providerId="ADAL" clId="{6884C358-F078-41E2-B52A-C991C4377FC1}" dt="2025-07-23T05:21:37.159" v="3458"/>
          <ac:cxnSpMkLst>
            <pc:docMk/>
            <pc:sldMk cId="2169252664" sldId="597"/>
            <ac:cxnSpMk id="8" creationId="{960C88F0-C429-DECE-0649-D90C3C9B4B3F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01.713" v="3413" actId="14100"/>
        <pc:sldMkLst>
          <pc:docMk/>
          <pc:sldMk cId="3506553672" sldId="598"/>
        </pc:sldMkLst>
        <pc:spChg chg="del">
          <ac:chgData name="Deepika Vatsa" userId="f7100972-27fe-4ee6-8fb4-ec9b7931b409" providerId="ADAL" clId="{6884C358-F078-41E2-B52A-C991C4377FC1}" dt="2025-07-23T05:18:58.744" v="3400" actId="478"/>
          <ac:spMkLst>
            <pc:docMk/>
            <pc:sldMk cId="3506553672" sldId="598"/>
            <ac:spMk id="2" creationId="{91E18C70-E367-59EE-B161-70D8F2FCB574}"/>
          </ac:spMkLst>
        </pc:spChg>
        <pc:spChg chg="mod">
          <ac:chgData name="Deepika Vatsa" userId="f7100972-27fe-4ee6-8fb4-ec9b7931b409" providerId="ADAL" clId="{6884C358-F078-41E2-B52A-C991C4377FC1}" dt="2025-07-23T05:19:53.232" v="3412" actId="14100"/>
          <ac:spMkLst>
            <pc:docMk/>
            <pc:sldMk cId="3506553672" sldId="598"/>
            <ac:spMk id="4" creationId="{7776C47F-6F4E-DC03-37A6-E7A3B197AE34}"/>
          </ac:spMkLst>
        </pc:spChg>
        <pc:spChg chg="add del mod">
          <ac:chgData name="Deepika Vatsa" userId="f7100972-27fe-4ee6-8fb4-ec9b7931b409" providerId="ADAL" clId="{6884C358-F078-41E2-B52A-C991C4377FC1}" dt="2025-07-23T05:19:00.479" v="3401" actId="478"/>
          <ac:spMkLst>
            <pc:docMk/>
            <pc:sldMk cId="3506553672" sldId="598"/>
            <ac:spMk id="6" creationId="{F683307C-B106-FF61-47F6-9AF0281F23D5}"/>
          </ac:spMkLst>
        </pc:spChg>
        <pc:spChg chg="add mod">
          <ac:chgData name="Deepika Vatsa" userId="f7100972-27fe-4ee6-8fb4-ec9b7931b409" providerId="ADAL" clId="{6884C358-F078-41E2-B52A-C991C4377FC1}" dt="2025-07-23T05:19:01.147" v="3402"/>
          <ac:spMkLst>
            <pc:docMk/>
            <pc:sldMk cId="3506553672" sldId="598"/>
            <ac:spMk id="7" creationId="{E0A3D3E7-23FD-A7A2-4008-A85FD6ED147D}"/>
          </ac:spMkLst>
        </pc:spChg>
        <pc:cxnChg chg="mod">
          <ac:chgData name="Deepika Vatsa" userId="f7100972-27fe-4ee6-8fb4-ec9b7931b409" providerId="ADAL" clId="{6884C358-F078-41E2-B52A-C991C4377FC1}" dt="2025-07-23T05:20:01.713" v="3413" actId="14100"/>
          <ac:cxnSpMkLst>
            <pc:docMk/>
            <pc:sldMk cId="3506553672" sldId="598"/>
            <ac:cxnSpMk id="5" creationId="{B2627C12-E6DC-37C6-3534-91290B918037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23:59.015" v="3535" actId="47"/>
        <pc:sldMkLst>
          <pc:docMk/>
          <pc:sldMk cId="2401294685" sldId="599"/>
        </pc:sldMkLst>
        <pc:spChg chg="del">
          <ac:chgData name="Deepika Vatsa" userId="f7100972-27fe-4ee6-8fb4-ec9b7931b409" providerId="ADAL" clId="{6884C358-F078-41E2-B52A-C991C4377FC1}" dt="2025-07-23T05:14:27.661" v="3341" actId="478"/>
          <ac:spMkLst>
            <pc:docMk/>
            <pc:sldMk cId="2401294685" sldId="599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09.013" v="3339" actId="207"/>
          <ac:spMkLst>
            <pc:docMk/>
            <pc:sldMk cId="2401294685" sldId="599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0.418" v="3342" actId="478"/>
          <ac:spMkLst>
            <pc:docMk/>
            <pc:sldMk cId="2401294685" sldId="599"/>
            <ac:spMk id="6" creationId="{4BF9E284-5898-8DDF-CE9A-3C976785F937}"/>
          </ac:spMkLst>
        </pc:spChg>
        <pc:spChg chg="add mod">
          <ac:chgData name="Deepika Vatsa" userId="f7100972-27fe-4ee6-8fb4-ec9b7931b409" providerId="ADAL" clId="{6884C358-F078-41E2-B52A-C991C4377FC1}" dt="2025-07-23T05:14:30.951" v="3343"/>
          <ac:spMkLst>
            <pc:docMk/>
            <pc:sldMk cId="2401294685" sldId="599"/>
            <ac:spMk id="7" creationId="{0119B940-AB8B-E340-E8DC-D2BDFC2C2C8E}"/>
          </ac:spMkLst>
        </pc:spChg>
      </pc:sldChg>
      <pc:sldChg chg="addSp delSp modSp add del mod">
        <pc:chgData name="Deepika Vatsa" userId="f7100972-27fe-4ee6-8fb4-ec9b7931b409" providerId="ADAL" clId="{6884C358-F078-41E2-B52A-C991C4377FC1}" dt="2025-07-23T05:24:38.241" v="3543" actId="2696"/>
        <pc:sldMkLst>
          <pc:docMk/>
          <pc:sldMk cId="3029789361" sldId="600"/>
        </pc:sldMkLst>
        <pc:spChg chg="del">
          <ac:chgData name="Deepika Vatsa" userId="f7100972-27fe-4ee6-8fb4-ec9b7931b409" providerId="ADAL" clId="{6884C358-F078-41E2-B52A-C991C4377FC1}" dt="2025-07-23T05:14:36.566" v="3344" actId="478"/>
          <ac:spMkLst>
            <pc:docMk/>
            <pc:sldMk cId="3029789361" sldId="600"/>
            <ac:spMk id="2" creationId="{CD4594CC-77DE-BEF3-7ACE-59D14DBBA2F4}"/>
          </ac:spMkLst>
        </pc:spChg>
        <pc:spChg chg="mod">
          <ac:chgData name="Deepika Vatsa" userId="f7100972-27fe-4ee6-8fb4-ec9b7931b409" providerId="ADAL" clId="{6884C358-F078-41E2-B52A-C991C4377FC1}" dt="2025-07-23T05:14:14.965" v="3340" actId="207"/>
          <ac:spMkLst>
            <pc:docMk/>
            <pc:sldMk cId="3029789361" sldId="600"/>
            <ac:spMk id="4" creationId="{170DDB5B-6792-55DA-AF63-9A96FA1939A3}"/>
          </ac:spMkLst>
        </pc:spChg>
        <pc:spChg chg="add del mod">
          <ac:chgData name="Deepika Vatsa" userId="f7100972-27fe-4ee6-8fb4-ec9b7931b409" providerId="ADAL" clId="{6884C358-F078-41E2-B52A-C991C4377FC1}" dt="2025-07-23T05:14:38.530" v="3345" actId="478"/>
          <ac:spMkLst>
            <pc:docMk/>
            <pc:sldMk cId="3029789361" sldId="600"/>
            <ac:spMk id="6" creationId="{F02D243D-009C-3431-8226-38FDB17887B5}"/>
          </ac:spMkLst>
        </pc:spChg>
        <pc:spChg chg="add mod">
          <ac:chgData name="Deepika Vatsa" userId="f7100972-27fe-4ee6-8fb4-ec9b7931b409" providerId="ADAL" clId="{6884C358-F078-41E2-B52A-C991C4377FC1}" dt="2025-07-23T05:14:39.434" v="3346"/>
          <ac:spMkLst>
            <pc:docMk/>
            <pc:sldMk cId="3029789361" sldId="600"/>
            <ac:spMk id="7" creationId="{BC661B70-CCBE-C4A5-04AC-7FA70FCEB17A}"/>
          </ac:spMkLst>
        </pc:spChg>
      </pc:sldChg>
      <pc:sldChg chg="modSp add del mod">
        <pc:chgData name="Deepika Vatsa" userId="f7100972-27fe-4ee6-8fb4-ec9b7931b409" providerId="ADAL" clId="{6884C358-F078-41E2-B52A-C991C4377FC1}" dt="2025-07-22T10:45:47.780" v="2494" actId="47"/>
        <pc:sldMkLst>
          <pc:docMk/>
          <pc:sldMk cId="4257758956" sldId="600"/>
        </pc:sldMkLst>
        <pc:spChg chg="mod">
          <ac:chgData name="Deepika Vatsa" userId="f7100972-27fe-4ee6-8fb4-ec9b7931b409" providerId="ADAL" clId="{6884C358-F078-41E2-B52A-C991C4377FC1}" dt="2025-07-22T10:45:15.158" v="2478" actId="12"/>
          <ac:spMkLst>
            <pc:docMk/>
            <pc:sldMk cId="4257758956" sldId="600"/>
            <ac:spMk id="4" creationId="{170DDB5B-6792-55DA-AF63-9A96FA1939A3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0:34.530" v="3425"/>
        <pc:sldMkLst>
          <pc:docMk/>
          <pc:sldMk cId="3239011490" sldId="601"/>
        </pc:sldMkLst>
        <pc:spChg chg="mod">
          <ac:chgData name="Deepika Vatsa" userId="f7100972-27fe-4ee6-8fb4-ec9b7931b409" providerId="ADAL" clId="{6884C358-F078-41E2-B52A-C991C4377FC1}" dt="2025-07-23T05:16:36.510" v="3362" actId="207"/>
          <ac:spMkLst>
            <pc:docMk/>
            <pc:sldMk cId="3239011490" sldId="601"/>
            <ac:spMk id="2" creationId="{00000000-0000-0000-0000-000000000000}"/>
          </ac:spMkLst>
        </pc:spChg>
        <pc:cxnChg chg="add mod">
          <ac:chgData name="Deepika Vatsa" userId="f7100972-27fe-4ee6-8fb4-ec9b7931b409" providerId="ADAL" clId="{6884C358-F078-41E2-B52A-C991C4377FC1}" dt="2025-07-23T05:20:34.530" v="3425"/>
          <ac:cxnSpMkLst>
            <pc:docMk/>
            <pc:sldMk cId="3239011490" sldId="601"/>
            <ac:cxnSpMk id="4" creationId="{7B9879F7-3A1D-F2AB-DE14-AC3E9F018ECD}"/>
          </ac:cxnSpMkLst>
        </pc:cxnChg>
        <pc:cxnChg chg="del">
          <ac:chgData name="Deepika Vatsa" userId="f7100972-27fe-4ee6-8fb4-ec9b7931b409" providerId="ADAL" clId="{6884C358-F078-41E2-B52A-C991C4377FC1}" dt="2025-07-23T05:20:34.151" v="3424" actId="478"/>
          <ac:cxnSpMkLst>
            <pc:docMk/>
            <pc:sldMk cId="3239011490" sldId="601"/>
            <ac:cxnSpMk id="5" creationId="{50E184E5-16FE-EBD7-7894-1DC87C936193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0.639" v="3419"/>
        <pc:sldMkLst>
          <pc:docMk/>
          <pc:sldMk cId="2717130231" sldId="602"/>
        </pc:sldMkLst>
        <pc:spChg chg="del">
          <ac:chgData name="Deepika Vatsa" userId="f7100972-27fe-4ee6-8fb4-ec9b7931b409" providerId="ADAL" clId="{6884C358-F078-41E2-B52A-C991C4377FC1}" dt="2025-07-23T05:16:01.154" v="3352" actId="478"/>
          <ac:spMkLst>
            <pc:docMk/>
            <pc:sldMk cId="2717130231" sldId="602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6:02.768" v="3353" actId="478"/>
          <ac:spMkLst>
            <pc:docMk/>
            <pc:sldMk cId="2717130231" sldId="602"/>
            <ac:spMk id="6" creationId="{6DA9A92D-8D82-3D24-F90E-F548CACC3B08}"/>
          </ac:spMkLst>
        </pc:spChg>
        <pc:spChg chg="add mod">
          <ac:chgData name="Deepika Vatsa" userId="f7100972-27fe-4ee6-8fb4-ec9b7931b409" providerId="ADAL" clId="{6884C358-F078-41E2-B52A-C991C4377FC1}" dt="2025-07-23T05:16:25.734" v="3359"/>
          <ac:spMkLst>
            <pc:docMk/>
            <pc:sldMk cId="2717130231" sldId="602"/>
            <ac:spMk id="7" creationId="{7F4B3C9C-EE6F-0BBC-A1B2-DCB27147AC1C}"/>
          </ac:spMkLst>
        </pc:spChg>
        <pc:spChg chg="mod">
          <ac:chgData name="Deepika Vatsa" userId="f7100972-27fe-4ee6-8fb4-ec9b7931b409" providerId="ADAL" clId="{6884C358-F078-41E2-B52A-C991C4377FC1}" dt="2025-07-22T10:58:01.962" v="3168" actId="113"/>
          <ac:spMkLst>
            <pc:docMk/>
            <pc:sldMk cId="2717130231" sldId="602"/>
            <ac:spMk id="13" creationId="{05B054CE-66A9-69B7-25DF-5E63A7E7226F}"/>
          </ac:spMkLst>
        </pc:spChg>
        <pc:graphicFrameChg chg="add mod modGraphic">
          <ac:chgData name="Deepika Vatsa" userId="f7100972-27fe-4ee6-8fb4-ec9b7931b409" providerId="ADAL" clId="{6884C358-F078-41E2-B52A-C991C4377FC1}" dt="2025-07-22T10:56:57.073" v="3131" actId="20577"/>
          <ac:graphicFrameMkLst>
            <pc:docMk/>
            <pc:sldMk cId="2717130231" sldId="602"/>
            <ac:graphicFrameMk id="3" creationId="{26447246-77A9-0BA0-DDC4-AA7139BF3CBE}"/>
          </ac:graphicFrameMkLst>
        </pc:graphicFrameChg>
        <pc:graphicFrameChg chg="del">
          <ac:chgData name="Deepika Vatsa" userId="f7100972-27fe-4ee6-8fb4-ec9b7931b409" providerId="ADAL" clId="{6884C358-F078-41E2-B52A-C991C4377FC1}" dt="2025-07-22T10:56:05.332" v="3064" actId="478"/>
          <ac:graphicFrameMkLst>
            <pc:docMk/>
            <pc:sldMk cId="2717130231" sldId="602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20.177" v="3418" actId="478"/>
          <ac:cxnSpMkLst>
            <pc:docMk/>
            <pc:sldMk cId="2717130231" sldId="602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0.639" v="3419"/>
          <ac:cxnSpMkLst>
            <pc:docMk/>
            <pc:sldMk cId="2717130231" sldId="602"/>
            <ac:cxnSpMk id="8" creationId="{7D162270-8EA5-1790-83F3-A4F9A126E8B1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26.685" v="3421"/>
        <pc:sldMkLst>
          <pc:docMk/>
          <pc:sldMk cId="1266594393" sldId="603"/>
        </pc:sldMkLst>
        <pc:spChg chg="del">
          <ac:chgData name="Deepika Vatsa" userId="f7100972-27fe-4ee6-8fb4-ec9b7931b409" providerId="ADAL" clId="{6884C358-F078-41E2-B52A-C991C4377FC1}" dt="2025-07-23T05:16:06.563" v="3354" actId="478"/>
          <ac:spMkLst>
            <pc:docMk/>
            <pc:sldMk cId="1266594393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6884C358-F078-41E2-B52A-C991C4377FC1}" dt="2025-07-22T10:57:48.108" v="3164" actId="14100"/>
          <ac:spMkLst>
            <pc:docMk/>
            <pc:sldMk cId="1266594393" sldId="603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08.217" v="3355" actId="478"/>
          <ac:spMkLst>
            <pc:docMk/>
            <pc:sldMk cId="1266594393" sldId="603"/>
            <ac:spMk id="6" creationId="{A74DC710-992E-573C-40A0-556A16BC3A75}"/>
          </ac:spMkLst>
        </pc:spChg>
        <pc:spChg chg="add mod">
          <ac:chgData name="Deepika Vatsa" userId="f7100972-27fe-4ee6-8fb4-ec9b7931b409" providerId="ADAL" clId="{6884C358-F078-41E2-B52A-C991C4377FC1}" dt="2025-07-23T05:16:27.514" v="3360"/>
          <ac:spMkLst>
            <pc:docMk/>
            <pc:sldMk cId="1266594393" sldId="603"/>
            <ac:spMk id="7" creationId="{1B3062FA-2CD8-A930-87D2-86A160AADA8E}"/>
          </ac:spMkLst>
        </pc:spChg>
        <pc:spChg chg="mod">
          <ac:chgData name="Deepika Vatsa" userId="f7100972-27fe-4ee6-8fb4-ec9b7931b409" providerId="ADAL" clId="{6884C358-F078-41E2-B52A-C991C4377FC1}" dt="2025-07-22T10:57:56.910" v="3167" actId="113"/>
          <ac:spMkLst>
            <pc:docMk/>
            <pc:sldMk cId="1266594393" sldId="603"/>
            <ac:spMk id="13" creationId="{05B054CE-66A9-69B7-25DF-5E63A7E7226F}"/>
          </ac:spMkLst>
        </pc:spChg>
        <pc:graphicFrameChg chg="del">
          <ac:chgData name="Deepika Vatsa" userId="f7100972-27fe-4ee6-8fb4-ec9b7931b409" providerId="ADAL" clId="{6884C358-F078-41E2-B52A-C991C4377FC1}" dt="2025-07-22T10:57:41.042" v="3162" actId="478"/>
          <ac:graphicFrameMkLst>
            <pc:docMk/>
            <pc:sldMk cId="1266594393" sldId="603"/>
            <ac:graphicFrameMk id="3" creationId="{26447246-77A9-0BA0-DDC4-AA7139BF3CBE}"/>
          </ac:graphicFrameMkLst>
        </pc:graphicFrameChg>
        <pc:cxnChg chg="del">
          <ac:chgData name="Deepika Vatsa" userId="f7100972-27fe-4ee6-8fb4-ec9b7931b409" providerId="ADAL" clId="{6884C358-F078-41E2-B52A-C991C4377FC1}" dt="2025-07-23T05:20:26.229" v="3420" actId="478"/>
          <ac:cxnSpMkLst>
            <pc:docMk/>
            <pc:sldMk cId="1266594393" sldId="603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26.685" v="3421"/>
          <ac:cxnSpMkLst>
            <pc:docMk/>
            <pc:sldMk cId="1266594393" sldId="603"/>
            <ac:cxnSpMk id="8" creationId="{A1395F78-30F5-3937-9A59-67E864B7EFC0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16.708" v="3417"/>
        <pc:sldMkLst>
          <pc:docMk/>
          <pc:sldMk cId="4255891347" sldId="604"/>
        </pc:sldMkLst>
        <pc:spChg chg="del">
          <ac:chgData name="Deepika Vatsa" userId="f7100972-27fe-4ee6-8fb4-ec9b7931b409" providerId="ADAL" clId="{6884C358-F078-41E2-B52A-C991C4377FC1}" dt="2025-07-23T05:15:55.831" v="3350" actId="478"/>
          <ac:spMkLst>
            <pc:docMk/>
            <pc:sldMk cId="4255891347" sldId="604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5:57.713" v="3351" actId="478"/>
          <ac:spMkLst>
            <pc:docMk/>
            <pc:sldMk cId="4255891347" sldId="604"/>
            <ac:spMk id="4" creationId="{1E8C311E-5024-0A5C-ADB3-9DF8A67D3DAA}"/>
          </ac:spMkLst>
        </pc:spChg>
        <pc:spChg chg="add mod">
          <ac:chgData name="Deepika Vatsa" userId="f7100972-27fe-4ee6-8fb4-ec9b7931b409" providerId="ADAL" clId="{6884C358-F078-41E2-B52A-C991C4377FC1}" dt="2025-07-23T05:16:23.931" v="3358"/>
          <ac:spMkLst>
            <pc:docMk/>
            <pc:sldMk cId="4255891347" sldId="604"/>
            <ac:spMk id="6" creationId="{2026D996-90C4-3C12-B2E6-96092CF25C70}"/>
          </ac:spMkLst>
        </pc:spChg>
        <pc:spChg chg="mod">
          <ac:chgData name="Deepika Vatsa" userId="f7100972-27fe-4ee6-8fb4-ec9b7931b409" providerId="ADAL" clId="{6884C358-F078-41E2-B52A-C991C4377FC1}" dt="2025-07-22T10:58:35.306" v="3177" actId="6549"/>
          <ac:spMkLst>
            <pc:docMk/>
            <pc:sldMk cId="4255891347" sldId="604"/>
            <ac:spMk id="13" creationId="{05B054CE-66A9-69B7-25DF-5E63A7E7226F}"/>
          </ac:spMkLst>
        </pc:spChg>
        <pc:graphicFrameChg chg="mod modGraphic">
          <ac:chgData name="Deepika Vatsa" userId="f7100972-27fe-4ee6-8fb4-ec9b7931b409" providerId="ADAL" clId="{6884C358-F078-41E2-B52A-C991C4377FC1}" dt="2025-07-22T10:58:54.235" v="3183" actId="14100"/>
          <ac:graphicFrameMkLst>
            <pc:docMk/>
            <pc:sldMk cId="4255891347" sldId="604"/>
            <ac:graphicFrameMk id="14" creationId="{15B9210D-0693-05A9-B8B7-394487320ED6}"/>
          </ac:graphicFrameMkLst>
        </pc:graphicFrameChg>
        <pc:cxnChg chg="del">
          <ac:chgData name="Deepika Vatsa" userId="f7100972-27fe-4ee6-8fb4-ec9b7931b409" providerId="ADAL" clId="{6884C358-F078-41E2-B52A-C991C4377FC1}" dt="2025-07-23T05:20:16.121" v="3416" actId="478"/>
          <ac:cxnSpMkLst>
            <pc:docMk/>
            <pc:sldMk cId="4255891347" sldId="604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16.708" v="3417"/>
          <ac:cxnSpMkLst>
            <pc:docMk/>
            <pc:sldMk cId="4255891347" sldId="604"/>
            <ac:cxnSpMk id="7" creationId="{B773A36C-D68E-6E7D-095A-1EC7008C66FA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0:31.431" v="3423"/>
        <pc:sldMkLst>
          <pc:docMk/>
          <pc:sldMk cId="3000343820" sldId="605"/>
        </pc:sldMkLst>
        <pc:spChg chg="del">
          <ac:chgData name="Deepika Vatsa" userId="f7100972-27fe-4ee6-8fb4-ec9b7931b409" providerId="ADAL" clId="{6884C358-F078-41E2-B52A-C991C4377FC1}" dt="2025-07-23T05:16:13.022" v="3356" actId="478"/>
          <ac:spMkLst>
            <pc:docMk/>
            <pc:sldMk cId="3000343820" sldId="605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2T10:59:47.754" v="3207" actId="478"/>
          <ac:spMkLst>
            <pc:docMk/>
            <pc:sldMk cId="3000343820" sldId="605"/>
            <ac:spMk id="4" creationId="{1AD143D5-787C-C1A5-C997-9EC0616525DF}"/>
          </ac:spMkLst>
        </pc:spChg>
        <pc:spChg chg="add del mod">
          <ac:chgData name="Deepika Vatsa" userId="f7100972-27fe-4ee6-8fb4-ec9b7931b409" providerId="ADAL" clId="{6884C358-F078-41E2-B52A-C991C4377FC1}" dt="2025-07-23T05:16:14.811" v="3357" actId="478"/>
          <ac:spMkLst>
            <pc:docMk/>
            <pc:sldMk cId="3000343820" sldId="605"/>
            <ac:spMk id="4" creationId="{A81EBE12-917F-1A39-1B38-85449C2DC81C}"/>
          </ac:spMkLst>
        </pc:spChg>
        <pc:spChg chg="add del">
          <ac:chgData name="Deepika Vatsa" userId="f7100972-27fe-4ee6-8fb4-ec9b7931b409" providerId="ADAL" clId="{6884C358-F078-41E2-B52A-C991C4377FC1}" dt="2025-07-22T10:59:53.735" v="3211" actId="22"/>
          <ac:spMkLst>
            <pc:docMk/>
            <pc:sldMk cId="3000343820" sldId="605"/>
            <ac:spMk id="6" creationId="{254E2835-DAB1-3E5B-5251-BEF951804D79}"/>
          </ac:spMkLst>
        </pc:spChg>
        <pc:spChg chg="add mod">
          <ac:chgData name="Deepika Vatsa" userId="f7100972-27fe-4ee6-8fb4-ec9b7931b409" providerId="ADAL" clId="{6884C358-F078-41E2-B52A-C991C4377FC1}" dt="2025-07-23T05:16:30.424" v="3361"/>
          <ac:spMkLst>
            <pc:docMk/>
            <pc:sldMk cId="3000343820" sldId="605"/>
            <ac:spMk id="6" creationId="{2D09E08D-CF06-9310-2372-85E7B1DBB6F3}"/>
          </ac:spMkLst>
        </pc:spChg>
        <pc:spChg chg="add del">
          <ac:chgData name="Deepika Vatsa" userId="f7100972-27fe-4ee6-8fb4-ec9b7931b409" providerId="ADAL" clId="{6884C358-F078-41E2-B52A-C991C4377FC1}" dt="2025-07-22T10:59:55.017" v="3213" actId="22"/>
          <ac:spMkLst>
            <pc:docMk/>
            <pc:sldMk cId="3000343820" sldId="605"/>
            <ac:spMk id="8" creationId="{46282A04-E2EF-5990-7C9A-2482B8F88DE8}"/>
          </ac:spMkLst>
        </pc:spChg>
        <pc:spChg chg="add mod">
          <ac:chgData name="Deepika Vatsa" userId="f7100972-27fe-4ee6-8fb4-ec9b7931b409" providerId="ADAL" clId="{6884C358-F078-41E2-B52A-C991C4377FC1}" dt="2025-07-22T11:00:31.477" v="3250" actId="20577"/>
          <ac:spMkLst>
            <pc:docMk/>
            <pc:sldMk cId="3000343820" sldId="605"/>
            <ac:spMk id="10" creationId="{1A9471B8-64B2-EEE3-8FEC-CB7C57B99638}"/>
          </ac:spMkLst>
        </pc:spChg>
        <pc:spChg chg="mod">
          <ac:chgData name="Deepika Vatsa" userId="f7100972-27fe-4ee6-8fb4-ec9b7931b409" providerId="ADAL" clId="{6884C358-F078-41E2-B52A-C991C4377FC1}" dt="2025-07-22T10:59:19.150" v="3206" actId="20577"/>
          <ac:spMkLst>
            <pc:docMk/>
            <pc:sldMk cId="3000343820" sldId="605"/>
            <ac:spMk id="13" creationId="{05B054CE-66A9-69B7-25DF-5E63A7E7226F}"/>
          </ac:spMkLst>
        </pc:spChg>
        <pc:cxnChg chg="del">
          <ac:chgData name="Deepika Vatsa" userId="f7100972-27fe-4ee6-8fb4-ec9b7931b409" providerId="ADAL" clId="{6884C358-F078-41E2-B52A-C991C4377FC1}" dt="2025-07-23T05:20:30.996" v="3422" actId="478"/>
          <ac:cxnSpMkLst>
            <pc:docMk/>
            <pc:sldMk cId="3000343820" sldId="605"/>
            <ac:cxnSpMk id="5" creationId="{50E184E5-16FE-EBD7-7894-1DC87C936193}"/>
          </ac:cxnSpMkLst>
        </pc:cxnChg>
        <pc:cxnChg chg="add mod">
          <ac:chgData name="Deepika Vatsa" userId="f7100972-27fe-4ee6-8fb4-ec9b7931b409" providerId="ADAL" clId="{6884C358-F078-41E2-B52A-C991C4377FC1}" dt="2025-07-23T05:20:31.431" v="3423"/>
          <ac:cxnSpMkLst>
            <pc:docMk/>
            <pc:sldMk cId="3000343820" sldId="605"/>
            <ac:cxnSpMk id="7" creationId="{CB25073D-C8BF-4164-65B6-5B1D7B263018}"/>
          </ac:cxnSpMkLst>
        </pc:cxnChg>
      </pc:sldChg>
      <pc:sldChg chg="addSp delSp modSp add del mod">
        <pc:chgData name="Deepika Vatsa" userId="f7100972-27fe-4ee6-8fb4-ec9b7931b409" providerId="ADAL" clId="{6884C358-F078-41E2-B52A-C991C4377FC1}" dt="2025-07-23T05:07:03.568" v="3291" actId="2696"/>
        <pc:sldMkLst>
          <pc:docMk/>
          <pc:sldMk cId="1302649209" sldId="606"/>
        </pc:sldMkLst>
        <pc:spChg chg="mod">
          <ac:chgData name="Deepika Vatsa" userId="f7100972-27fe-4ee6-8fb4-ec9b7931b409" providerId="ADAL" clId="{6884C358-F078-41E2-B52A-C991C4377FC1}" dt="2025-07-23T05:06:38.842" v="3285" actId="1076"/>
          <ac:spMkLst>
            <pc:docMk/>
            <pc:sldMk cId="1302649209" sldId="606"/>
            <ac:spMk id="2" creationId="{00000000-0000-0000-0000-000000000000}"/>
          </ac:spMkLst>
        </pc:spChg>
        <pc:spChg chg="del">
          <ac:chgData name="Deepika Vatsa" userId="f7100972-27fe-4ee6-8fb4-ec9b7931b409" providerId="ADAL" clId="{6884C358-F078-41E2-B52A-C991C4377FC1}" dt="2025-07-23T05:06:11.168" v="3261" actId="478"/>
          <ac:spMkLst>
            <pc:docMk/>
            <pc:sldMk cId="1302649209" sldId="606"/>
            <ac:spMk id="3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06:14.218" v="3262" actId="478"/>
          <ac:spMkLst>
            <pc:docMk/>
            <pc:sldMk cId="1302649209" sldId="606"/>
            <ac:spMk id="6" creationId="{64114871-2460-BE07-A433-A6AA220B5F2C}"/>
          </ac:spMkLst>
        </pc:spChg>
        <pc:spChg chg="add mod">
          <ac:chgData name="Deepika Vatsa" userId="f7100972-27fe-4ee6-8fb4-ec9b7931b409" providerId="ADAL" clId="{6884C358-F078-41E2-B52A-C991C4377FC1}" dt="2025-07-23T05:06:14.889" v="3263"/>
          <ac:spMkLst>
            <pc:docMk/>
            <pc:sldMk cId="1302649209" sldId="606"/>
            <ac:spMk id="7" creationId="{4046B1BD-32BF-94BB-A445-155DB489242D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1:16.949" v="3448"/>
        <pc:sldMkLst>
          <pc:docMk/>
          <pc:sldMk cId="1265168596" sldId="607"/>
        </pc:sldMkLst>
        <pc:spChg chg="del">
          <ac:chgData name="Deepika Vatsa" userId="f7100972-27fe-4ee6-8fb4-ec9b7931b409" providerId="ADAL" clId="{6884C358-F078-41E2-B52A-C991C4377FC1}" dt="2025-07-23T05:17:39.628" v="3374" actId="478"/>
          <ac:spMkLst>
            <pc:docMk/>
            <pc:sldMk cId="1265168596" sldId="60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6884C358-F078-41E2-B52A-C991C4377FC1}" dt="2025-07-23T05:17:44.285" v="3376" actId="478"/>
          <ac:spMkLst>
            <pc:docMk/>
            <pc:sldMk cId="1265168596" sldId="607"/>
            <ac:spMk id="6" creationId="{C07E118B-1667-38AE-C2DA-C21278B87F83}"/>
          </ac:spMkLst>
        </pc:spChg>
        <pc:spChg chg="add mod">
          <ac:chgData name="Deepika Vatsa" userId="f7100972-27fe-4ee6-8fb4-ec9b7931b409" providerId="ADAL" clId="{6884C358-F078-41E2-B52A-C991C4377FC1}" dt="2025-07-23T05:17:49.187" v="3380" actId="1035"/>
          <ac:spMkLst>
            <pc:docMk/>
            <pc:sldMk cId="1265168596" sldId="607"/>
            <ac:spMk id="8" creationId="{28EA11DA-6FAE-4A30-1A45-D904D110690C}"/>
          </ac:spMkLst>
        </pc:spChg>
        <pc:cxnChg chg="del">
          <ac:chgData name="Deepika Vatsa" userId="f7100972-27fe-4ee6-8fb4-ec9b7931b409" providerId="ADAL" clId="{6884C358-F078-41E2-B52A-C991C4377FC1}" dt="2025-07-23T05:21:16.564" v="3447" actId="478"/>
          <ac:cxnSpMkLst>
            <pc:docMk/>
            <pc:sldMk cId="1265168596" sldId="607"/>
            <ac:cxnSpMk id="7" creationId="{65C76CC1-B771-E13B-D742-340E1D5CAD8C}"/>
          </ac:cxnSpMkLst>
        </pc:cxnChg>
        <pc:cxnChg chg="add mod">
          <ac:chgData name="Deepika Vatsa" userId="f7100972-27fe-4ee6-8fb4-ec9b7931b409" providerId="ADAL" clId="{6884C358-F078-41E2-B52A-C991C4377FC1}" dt="2025-07-23T05:21:16.949" v="3448"/>
          <ac:cxnSpMkLst>
            <pc:docMk/>
            <pc:sldMk cId="1265168596" sldId="607"/>
            <ac:cxnSpMk id="9" creationId="{8EEBD2E5-74AB-4847-0D3D-94218217714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26.150" v="3493" actId="14100"/>
        <pc:sldMkLst>
          <pc:docMk/>
          <pc:sldMk cId="3320274339" sldId="608"/>
        </pc:sldMkLst>
        <pc:spChg chg="del">
          <ac:chgData name="Deepika Vatsa" userId="f7100972-27fe-4ee6-8fb4-ec9b7931b409" providerId="ADAL" clId="{6884C358-F078-41E2-B52A-C991C4377FC1}" dt="2025-07-23T05:11:34.839" v="3297" actId="478"/>
          <ac:spMkLst>
            <pc:docMk/>
            <pc:sldMk cId="3320274339" sldId="608"/>
            <ac:spMk id="2" creationId="{3EA993F1-7D74-5A35-94E0-755C8170DDD2}"/>
          </ac:spMkLst>
        </pc:spChg>
        <pc:spChg chg="del">
          <ac:chgData name="Deepika Vatsa" userId="f7100972-27fe-4ee6-8fb4-ec9b7931b409" providerId="ADAL" clId="{6884C358-F078-41E2-B52A-C991C4377FC1}" dt="2025-07-23T05:12:10.700" v="3318" actId="478"/>
          <ac:spMkLst>
            <pc:docMk/>
            <pc:sldMk cId="3320274339" sldId="608"/>
            <ac:spMk id="4" creationId="{C7E4D45C-A04E-4FD8-8E36-9127F8599888}"/>
          </ac:spMkLst>
        </pc:spChg>
        <pc:spChg chg="add del mod">
          <ac:chgData name="Deepika Vatsa" userId="f7100972-27fe-4ee6-8fb4-ec9b7931b409" providerId="ADAL" clId="{6884C358-F078-41E2-B52A-C991C4377FC1}" dt="2025-07-23T05:11:36.519" v="3298" actId="478"/>
          <ac:spMkLst>
            <pc:docMk/>
            <pc:sldMk cId="3320274339" sldId="608"/>
            <ac:spMk id="6" creationId="{EE908AC3-623C-CC58-D78A-A0D84DBEB9D0}"/>
          </ac:spMkLst>
        </pc:spChg>
        <pc:spChg chg="add mod">
          <ac:chgData name="Deepika Vatsa" userId="f7100972-27fe-4ee6-8fb4-ec9b7931b409" providerId="ADAL" clId="{6884C358-F078-41E2-B52A-C991C4377FC1}" dt="2025-07-23T05:22:15.127" v="3486" actId="1038"/>
          <ac:spMkLst>
            <pc:docMk/>
            <pc:sldMk cId="3320274339" sldId="608"/>
            <ac:spMk id="7" creationId="{F26712D0-C7B9-7F0F-CF59-812A62A6D723}"/>
          </ac:spMkLst>
        </pc:spChg>
        <pc:spChg chg="add mod">
          <ac:chgData name="Deepika Vatsa" userId="f7100972-27fe-4ee6-8fb4-ec9b7931b409" providerId="ADAL" clId="{6884C358-F078-41E2-B52A-C991C4377FC1}" dt="2025-07-23T05:22:26.150" v="3493" actId="14100"/>
          <ac:spMkLst>
            <pc:docMk/>
            <pc:sldMk cId="3320274339" sldId="608"/>
            <ac:spMk id="8" creationId="{B7CEB9D0-5895-DF81-7B8D-8329D77D5609}"/>
          </ac:spMkLst>
        </pc:spChg>
        <pc:cxnChg chg="del">
          <ac:chgData name="Deepika Vatsa" userId="f7100972-27fe-4ee6-8fb4-ec9b7931b409" providerId="ADAL" clId="{6884C358-F078-41E2-B52A-C991C4377FC1}" dt="2025-07-23T05:22:00.981" v="3464" actId="478"/>
          <ac:cxnSpMkLst>
            <pc:docMk/>
            <pc:sldMk cId="3320274339" sldId="608"/>
            <ac:cxnSpMk id="5" creationId="{EA92F9DF-D5D8-49B1-F8B9-EDE5C89C9DF6}"/>
          </ac:cxnSpMkLst>
        </pc:cxnChg>
        <pc:cxnChg chg="add mod">
          <ac:chgData name="Deepika Vatsa" userId="f7100972-27fe-4ee6-8fb4-ec9b7931b409" providerId="ADAL" clId="{6884C358-F078-41E2-B52A-C991C4377FC1}" dt="2025-07-23T05:22:19.189" v="3491" actId="1037"/>
          <ac:cxnSpMkLst>
            <pc:docMk/>
            <pc:sldMk cId="3320274339" sldId="608"/>
            <ac:cxnSpMk id="9" creationId="{7EE1F82B-D051-1DEB-01A1-439392556DE4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2:41.271" v="3515" actId="1038"/>
        <pc:sldMkLst>
          <pc:docMk/>
          <pc:sldMk cId="2282133231" sldId="609"/>
        </pc:sldMkLst>
        <pc:spChg chg="mod">
          <ac:chgData name="Deepika Vatsa" userId="f7100972-27fe-4ee6-8fb4-ec9b7931b409" providerId="ADAL" clId="{6884C358-F078-41E2-B52A-C991C4377FC1}" dt="2025-07-23T05:22:41.271" v="3515" actId="1038"/>
          <ac:spMkLst>
            <pc:docMk/>
            <pc:sldMk cId="2282133231" sldId="609"/>
            <ac:spMk id="7" creationId="{F26712D0-C7B9-7F0F-CF59-812A62A6D723}"/>
          </ac:spMkLst>
        </pc:spChg>
        <pc:spChg chg="del">
          <ac:chgData name="Deepika Vatsa" userId="f7100972-27fe-4ee6-8fb4-ec9b7931b409" providerId="ADAL" clId="{6884C358-F078-41E2-B52A-C991C4377FC1}" dt="2025-07-23T05:13:17.945" v="3329" actId="478"/>
          <ac:spMkLst>
            <pc:docMk/>
            <pc:sldMk cId="2282133231" sldId="609"/>
            <ac:spMk id="8" creationId="{B7CEB9D0-5895-DF81-7B8D-8329D77D5609}"/>
          </ac:spMkLst>
        </pc:spChg>
        <pc:picChg chg="add mod">
          <ac:chgData name="Deepika Vatsa" userId="f7100972-27fe-4ee6-8fb4-ec9b7931b409" providerId="ADAL" clId="{6884C358-F078-41E2-B52A-C991C4377FC1}" dt="2025-07-23T05:13:18.601" v="3330"/>
          <ac:picMkLst>
            <pc:docMk/>
            <pc:sldMk cId="2282133231" sldId="609"/>
            <ac:picMk id="2" creationId="{F1D8BFBF-228E-E666-F268-C467FD154A6B}"/>
          </ac:picMkLst>
        </pc:picChg>
        <pc:cxnChg chg="add mod">
          <ac:chgData name="Deepika Vatsa" userId="f7100972-27fe-4ee6-8fb4-ec9b7931b409" providerId="ADAL" clId="{6884C358-F078-41E2-B52A-C991C4377FC1}" dt="2025-07-23T05:22:34.167" v="3495"/>
          <ac:cxnSpMkLst>
            <pc:docMk/>
            <pc:sldMk cId="2282133231" sldId="609"/>
            <ac:cxnSpMk id="3" creationId="{10749E9D-359E-22C0-D491-7608963679D2}"/>
          </ac:cxnSpMkLst>
        </pc:cxnChg>
        <pc:cxnChg chg="del">
          <ac:chgData name="Deepika Vatsa" userId="f7100972-27fe-4ee6-8fb4-ec9b7931b409" providerId="ADAL" clId="{6884C358-F078-41E2-B52A-C991C4377FC1}" dt="2025-07-23T05:22:33.727" v="3494" actId="478"/>
          <ac:cxnSpMkLst>
            <pc:docMk/>
            <pc:sldMk cId="2282133231" sldId="609"/>
            <ac:cxnSpMk id="5" creationId="{EA92F9DF-D5D8-49B1-F8B9-EDE5C89C9DF6}"/>
          </ac:cxnSpMkLst>
        </pc:cxnChg>
      </pc:sldChg>
      <pc:sldChg chg="addSp delSp modSp add mod">
        <pc:chgData name="Deepika Vatsa" userId="f7100972-27fe-4ee6-8fb4-ec9b7931b409" providerId="ADAL" clId="{6884C358-F078-41E2-B52A-C991C4377FC1}" dt="2025-07-23T05:24:32.028" v="3542" actId="14100"/>
        <pc:sldMkLst>
          <pc:docMk/>
          <pc:sldMk cId="2610700906" sldId="610"/>
        </pc:sldMkLst>
        <pc:spChg chg="del">
          <ac:chgData name="Deepika Vatsa" userId="f7100972-27fe-4ee6-8fb4-ec9b7931b409" providerId="ADAL" clId="{6884C358-F078-41E2-B52A-C991C4377FC1}" dt="2025-07-23T05:23:30.897" v="3527" actId="478"/>
          <ac:spMkLst>
            <pc:docMk/>
            <pc:sldMk cId="2610700906" sldId="610"/>
            <ac:spMk id="4" creationId="{170DDB5B-6792-55DA-AF63-9A96FA1939A3}"/>
          </ac:spMkLst>
        </pc:spChg>
        <pc:spChg chg="add mod">
          <ac:chgData name="Deepika Vatsa" userId="f7100972-27fe-4ee6-8fb4-ec9b7931b409" providerId="ADAL" clId="{6884C358-F078-41E2-B52A-C991C4377FC1}" dt="2025-07-23T05:24:32.028" v="3542" actId="14100"/>
          <ac:spMkLst>
            <pc:docMk/>
            <pc:sldMk cId="2610700906" sldId="610"/>
            <ac:spMk id="5" creationId="{A2902FD0-49ED-CC0F-C376-EFD1A253C258}"/>
          </ac:spMkLst>
        </pc:spChg>
      </pc:sldChg>
      <pc:sldChg chg="addSp delSp modSp add mod">
        <pc:chgData name="Deepika Vatsa" userId="f7100972-27fe-4ee6-8fb4-ec9b7931b409" providerId="ADAL" clId="{6884C358-F078-41E2-B52A-C991C4377FC1}" dt="2025-07-23T05:24:21.040" v="3541" actId="255"/>
        <pc:sldMkLst>
          <pc:docMk/>
          <pc:sldMk cId="565857117" sldId="611"/>
        </pc:sldMkLst>
        <pc:spChg chg="add mod">
          <ac:chgData name="Deepika Vatsa" userId="f7100972-27fe-4ee6-8fb4-ec9b7931b409" providerId="ADAL" clId="{6884C358-F078-41E2-B52A-C991C4377FC1}" dt="2025-07-23T05:24:21.040" v="3541" actId="255"/>
          <ac:spMkLst>
            <pc:docMk/>
            <pc:sldMk cId="565857117" sldId="611"/>
            <ac:spMk id="4" creationId="{253B6F8E-7D94-03FC-86B0-ACF980C6CF46}"/>
          </ac:spMkLst>
        </pc:spChg>
        <pc:spChg chg="del">
          <ac:chgData name="Deepika Vatsa" userId="f7100972-27fe-4ee6-8fb4-ec9b7931b409" providerId="ADAL" clId="{6884C358-F078-41E2-B52A-C991C4377FC1}" dt="2025-07-23T05:24:06.163" v="3536" actId="478"/>
          <ac:spMkLst>
            <pc:docMk/>
            <pc:sldMk cId="565857117" sldId="611"/>
            <ac:spMk id="5" creationId="{A2902FD0-49ED-CC0F-C376-EFD1A253C258}"/>
          </ac:spMkLst>
        </pc:spChg>
      </pc:sldChg>
      <pc:sldMasterChg chg="delSldLayout">
        <pc:chgData name="Deepika Vatsa" userId="f7100972-27fe-4ee6-8fb4-ec9b7931b409" providerId="ADAL" clId="{6884C358-F078-41E2-B52A-C991C4377FC1}" dt="2025-07-23T05:13:42.142" v="3334" actId="47"/>
        <pc:sldMasterMkLst>
          <pc:docMk/>
          <pc:sldMasterMk cId="2935578617" sldId="2147483672"/>
        </pc:sldMasterMkLst>
        <pc:sldLayoutChg chg="del">
          <pc:chgData name="Deepika Vatsa" userId="f7100972-27fe-4ee6-8fb4-ec9b7931b409" providerId="ADAL" clId="{6884C358-F078-41E2-B52A-C991C4377FC1}" dt="2025-07-23T05:13:42.142" v="3334" actId="47"/>
          <pc:sldLayoutMkLst>
            <pc:docMk/>
            <pc:sldMasterMk cId="2935578617" sldId="2147483672"/>
            <pc:sldLayoutMk cId="586807421" sldId="2147483684"/>
          </pc:sldLayoutMkLst>
        </pc:sldLayoutChg>
      </pc:sldMasterChg>
    </pc:docChg>
  </pc:docChgLst>
  <pc:docChgLst>
    <pc:chgData name="Deepika Vatsa" userId="f7100972-27fe-4ee6-8fb4-ec9b7931b409" providerId="ADAL" clId="{AC929AA0-30FE-40F5-9F14-BAD5341BE9C1}"/>
    <pc:docChg chg="undo redo custSel addSld delSld modSld sldOrd delMainMaster">
      <pc:chgData name="Deepika Vatsa" userId="f7100972-27fe-4ee6-8fb4-ec9b7931b409" providerId="ADAL" clId="{AC929AA0-30FE-40F5-9F14-BAD5341BE9C1}" dt="2025-07-23T09:47:26.324" v="1571" actId="20577"/>
      <pc:docMkLst>
        <pc:docMk/>
      </pc:docMkLst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0" sldId="258"/>
        </pc:sldMkLst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0" sldId="276"/>
        </pc:sldMkLst>
      </pc:sldChg>
      <pc:sldChg chg="modSp mod">
        <pc:chgData name="Deepika Vatsa" userId="f7100972-27fe-4ee6-8fb4-ec9b7931b409" providerId="ADAL" clId="{AC929AA0-30FE-40F5-9F14-BAD5341BE9C1}" dt="2025-07-23T05:30:40.965" v="115" actId="20577"/>
        <pc:sldMkLst>
          <pc:docMk/>
          <pc:sldMk cId="0" sldId="395"/>
        </pc:sldMkLst>
        <pc:spChg chg="mod">
          <ac:chgData name="Deepika Vatsa" userId="f7100972-27fe-4ee6-8fb4-ec9b7931b409" providerId="ADAL" clId="{AC929AA0-30FE-40F5-9F14-BAD5341BE9C1}" dt="2025-07-23T05:30:40.965" v="115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add del">
        <pc:chgData name="Deepika Vatsa" userId="f7100972-27fe-4ee6-8fb4-ec9b7931b409" providerId="ADAL" clId="{AC929AA0-30FE-40F5-9F14-BAD5341BE9C1}" dt="2025-07-23T05:31:24.407" v="124" actId="47"/>
        <pc:sldMkLst>
          <pc:docMk/>
          <pc:sldMk cId="287668785" sldId="560"/>
        </pc:sldMkLst>
        <pc:picChg chg="del">
          <ac:chgData name="Deepika Vatsa" userId="f7100972-27fe-4ee6-8fb4-ec9b7931b409" providerId="ADAL" clId="{AC929AA0-30FE-40F5-9F14-BAD5341BE9C1}" dt="2025-07-23T05:30:54.194" v="117" actId="21"/>
          <ac:picMkLst>
            <pc:docMk/>
            <pc:sldMk cId="287668785" sldId="560"/>
            <ac:picMk id="2050" creationId="{22B60C02-5515-4EC4-3F23-264ACAD584DC}"/>
          </ac:picMkLst>
        </pc:picChg>
      </pc:sldChg>
      <pc:sldChg chg="add del">
        <pc:chgData name="Deepika Vatsa" userId="f7100972-27fe-4ee6-8fb4-ec9b7931b409" providerId="ADAL" clId="{AC929AA0-30FE-40F5-9F14-BAD5341BE9C1}" dt="2025-07-23T05:36:45.727" v="175" actId="47"/>
        <pc:sldMkLst>
          <pc:docMk/>
          <pc:sldMk cId="2450812828" sldId="561"/>
        </pc:sldMkLst>
      </pc:sldChg>
      <pc:sldChg chg="add del">
        <pc:chgData name="Deepika Vatsa" userId="f7100972-27fe-4ee6-8fb4-ec9b7931b409" providerId="ADAL" clId="{AC929AA0-30FE-40F5-9F14-BAD5341BE9C1}" dt="2025-07-23T05:54:00.768" v="676" actId="47"/>
        <pc:sldMkLst>
          <pc:docMk/>
          <pc:sldMk cId="287564619" sldId="562"/>
        </pc:sldMkLst>
      </pc:sldChg>
      <pc:sldChg chg="add del ord">
        <pc:chgData name="Deepika Vatsa" userId="f7100972-27fe-4ee6-8fb4-ec9b7931b409" providerId="ADAL" clId="{AC929AA0-30FE-40F5-9F14-BAD5341BE9C1}" dt="2025-07-23T06:37:03.780" v="1338" actId="47"/>
        <pc:sldMkLst>
          <pc:docMk/>
          <pc:sldMk cId="1309982471" sldId="563"/>
        </pc:sldMkLst>
      </pc:sldChg>
      <pc:sldChg chg="add del">
        <pc:chgData name="Deepika Vatsa" userId="f7100972-27fe-4ee6-8fb4-ec9b7931b409" providerId="ADAL" clId="{AC929AA0-30FE-40F5-9F14-BAD5341BE9C1}" dt="2025-07-23T05:58:39.352" v="702" actId="47"/>
        <pc:sldMkLst>
          <pc:docMk/>
          <pc:sldMk cId="774750594" sldId="564"/>
        </pc:sldMkLst>
      </pc:sldChg>
      <pc:sldChg chg="add del">
        <pc:chgData name="Deepika Vatsa" userId="f7100972-27fe-4ee6-8fb4-ec9b7931b409" providerId="ADAL" clId="{AC929AA0-30FE-40F5-9F14-BAD5341BE9C1}" dt="2025-07-23T06:08:31.397" v="821" actId="47"/>
        <pc:sldMkLst>
          <pc:docMk/>
          <pc:sldMk cId="3999172815" sldId="565"/>
        </pc:sldMkLst>
      </pc:sldChg>
      <pc:sldChg chg="add del">
        <pc:chgData name="Deepika Vatsa" userId="f7100972-27fe-4ee6-8fb4-ec9b7931b409" providerId="ADAL" clId="{AC929AA0-30FE-40F5-9F14-BAD5341BE9C1}" dt="2025-07-23T06:11:54.628" v="959" actId="2696"/>
        <pc:sldMkLst>
          <pc:docMk/>
          <pc:sldMk cId="3177362686" sldId="566"/>
        </pc:sldMkLst>
      </pc:sldChg>
      <pc:sldChg chg="add del">
        <pc:chgData name="Deepika Vatsa" userId="f7100972-27fe-4ee6-8fb4-ec9b7931b409" providerId="ADAL" clId="{AC929AA0-30FE-40F5-9F14-BAD5341BE9C1}" dt="2025-07-23T06:23:07.992" v="1168" actId="47"/>
        <pc:sldMkLst>
          <pc:docMk/>
          <pc:sldMk cId="3560577388" sldId="567"/>
        </pc:sldMkLst>
      </pc:sldChg>
      <pc:sldChg chg="add del">
        <pc:chgData name="Deepika Vatsa" userId="f7100972-27fe-4ee6-8fb4-ec9b7931b409" providerId="ADAL" clId="{AC929AA0-30FE-40F5-9F14-BAD5341BE9C1}" dt="2025-07-23T06:23:55.199" v="1169" actId="47"/>
        <pc:sldMkLst>
          <pc:docMk/>
          <pc:sldMk cId="1294509964" sldId="568"/>
        </pc:sldMkLst>
      </pc:sldChg>
      <pc:sldChg chg="add del ord">
        <pc:chgData name="Deepika Vatsa" userId="f7100972-27fe-4ee6-8fb4-ec9b7931b409" providerId="ADAL" clId="{AC929AA0-30FE-40F5-9F14-BAD5341BE9C1}" dt="2025-07-23T06:42:21.688" v="1504" actId="47"/>
        <pc:sldMkLst>
          <pc:docMk/>
          <pc:sldMk cId="3878748831" sldId="569"/>
        </pc:sldMkLst>
      </pc:sldChg>
      <pc:sldChg chg="add del">
        <pc:chgData name="Deepika Vatsa" userId="f7100972-27fe-4ee6-8fb4-ec9b7931b409" providerId="ADAL" clId="{AC929AA0-30FE-40F5-9F14-BAD5341BE9C1}" dt="2025-07-23T06:27:13.380" v="1195" actId="47"/>
        <pc:sldMkLst>
          <pc:docMk/>
          <pc:sldMk cId="3075254007" sldId="570"/>
        </pc:sldMkLst>
      </pc:sldChg>
      <pc:sldChg chg="add del">
        <pc:chgData name="Deepika Vatsa" userId="f7100972-27fe-4ee6-8fb4-ec9b7931b409" providerId="ADAL" clId="{AC929AA0-30FE-40F5-9F14-BAD5341BE9C1}" dt="2025-07-23T06:29:08.930" v="1236" actId="47"/>
        <pc:sldMkLst>
          <pc:docMk/>
          <pc:sldMk cId="1114442619" sldId="571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49806327" sldId="573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10527257" sldId="576"/>
        </pc:sldMkLst>
      </pc:sldChg>
      <pc:sldChg chg="add del">
        <pc:chgData name="Deepika Vatsa" userId="f7100972-27fe-4ee6-8fb4-ec9b7931b409" providerId="ADAL" clId="{AC929AA0-30FE-40F5-9F14-BAD5341BE9C1}" dt="2025-07-23T06:30:09.001" v="1272" actId="47"/>
        <pc:sldMkLst>
          <pc:docMk/>
          <pc:sldMk cId="484703658" sldId="577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835005002" sldId="578"/>
        </pc:sldMkLst>
      </pc:sldChg>
      <pc:sldChg chg="add del">
        <pc:chgData name="Deepika Vatsa" userId="f7100972-27fe-4ee6-8fb4-ec9b7931b409" providerId="ADAL" clId="{AC929AA0-30FE-40F5-9F14-BAD5341BE9C1}" dt="2025-07-23T06:30:24.944" v="1275" actId="47"/>
        <pc:sldMkLst>
          <pc:docMk/>
          <pc:sldMk cId="1652899310" sldId="578"/>
        </pc:sldMkLst>
      </pc:sldChg>
      <pc:sldChg chg="add del">
        <pc:chgData name="Deepika Vatsa" userId="f7100972-27fe-4ee6-8fb4-ec9b7931b409" providerId="ADAL" clId="{AC929AA0-30FE-40F5-9F14-BAD5341BE9C1}" dt="2025-07-23T06:42:19.975" v="1502" actId="47"/>
        <pc:sldMkLst>
          <pc:docMk/>
          <pc:sldMk cId="23855480" sldId="579"/>
        </pc:sldMkLst>
      </pc:sldChg>
      <pc:sldChg chg="add del">
        <pc:chgData name="Deepika Vatsa" userId="f7100972-27fe-4ee6-8fb4-ec9b7931b409" providerId="ADAL" clId="{AC929AA0-30FE-40F5-9F14-BAD5341BE9C1}" dt="2025-07-23T06:42:21.516" v="1503" actId="47"/>
        <pc:sldMkLst>
          <pc:docMk/>
          <pc:sldMk cId="3638433235" sldId="580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700069977" sldId="58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784952323" sldId="58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4072135879" sldId="590"/>
        </pc:sldMkLst>
      </pc:sldChg>
      <pc:sldChg chg="modSp mod">
        <pc:chgData name="Deepika Vatsa" userId="f7100972-27fe-4ee6-8fb4-ec9b7931b409" providerId="ADAL" clId="{AC929AA0-30FE-40F5-9F14-BAD5341BE9C1}" dt="2025-07-23T05:30:11.221" v="54" actId="207"/>
        <pc:sldMkLst>
          <pc:docMk/>
          <pc:sldMk cId="3439049211" sldId="591"/>
        </pc:sldMkLst>
        <pc:spChg chg="mod">
          <ac:chgData name="Deepika Vatsa" userId="f7100972-27fe-4ee6-8fb4-ec9b7931b409" providerId="ADAL" clId="{AC929AA0-30FE-40F5-9F14-BAD5341BE9C1}" dt="2025-07-23T05:28:39.840" v="43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0:11.221" v="54" actId="20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add mod">
        <pc:chgData name="Deepika Vatsa" userId="f7100972-27fe-4ee6-8fb4-ec9b7931b409" providerId="ADAL" clId="{AC929AA0-30FE-40F5-9F14-BAD5341BE9C1}" dt="2025-07-23T05:31:09.627" v="123" actId="1076"/>
        <pc:sldMkLst>
          <pc:docMk/>
          <pc:sldMk cId="494535748" sldId="592"/>
        </pc:sldMkLst>
        <pc:spChg chg="del">
          <ac:chgData name="Deepika Vatsa" userId="f7100972-27fe-4ee6-8fb4-ec9b7931b409" providerId="ADAL" clId="{AC929AA0-30FE-40F5-9F14-BAD5341BE9C1}" dt="2025-07-23T05:30:57.529" v="118" actId="478"/>
          <ac:spMkLst>
            <pc:docMk/>
            <pc:sldMk cId="494535748" sldId="59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1:09.627" v="123" actId="1076"/>
          <ac:picMkLst>
            <pc:docMk/>
            <pc:sldMk cId="494535748" sldId="592"/>
            <ac:picMk id="4" creationId="{2131E057-9C88-25D8-4E2F-DF4368344C2C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695788924" sldId="592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876629941" sldId="593"/>
        </pc:sldMkLst>
      </pc:sldChg>
      <pc:sldChg chg="modSp add mod">
        <pc:chgData name="Deepika Vatsa" userId="f7100972-27fe-4ee6-8fb4-ec9b7931b409" providerId="ADAL" clId="{AC929AA0-30FE-40F5-9F14-BAD5341BE9C1}" dt="2025-07-23T05:35:24.925" v="174" actId="20577"/>
        <pc:sldMkLst>
          <pc:docMk/>
          <pc:sldMk cId="3539443453" sldId="593"/>
        </pc:sldMkLst>
        <pc:spChg chg="mod">
          <ac:chgData name="Deepika Vatsa" userId="f7100972-27fe-4ee6-8fb4-ec9b7931b409" providerId="ADAL" clId="{AC929AA0-30FE-40F5-9F14-BAD5341BE9C1}" dt="2025-07-23T05:31:40.844" v="146" actId="5793"/>
          <ac:spMkLst>
            <pc:docMk/>
            <pc:sldMk cId="3539443453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35:24.925" v="174" actId="20577"/>
          <ac:spMkLst>
            <pc:docMk/>
            <pc:sldMk cId="3539443453" sldId="593"/>
            <ac:spMk id="11" creationId="{06381CCD-359B-D8A2-1997-A5B56A02FD41}"/>
          </ac:spMkLst>
        </pc:spChg>
      </pc:sldChg>
      <pc:sldChg chg="addSp modSp add mod">
        <pc:chgData name="Deepika Vatsa" userId="f7100972-27fe-4ee6-8fb4-ec9b7931b409" providerId="ADAL" clId="{AC929AA0-30FE-40F5-9F14-BAD5341BE9C1}" dt="2025-07-23T05:37:19.956" v="211" actId="1076"/>
        <pc:sldMkLst>
          <pc:docMk/>
          <pc:sldMk cId="2249137657" sldId="594"/>
        </pc:sldMkLst>
        <pc:spChg chg="mod">
          <ac:chgData name="Deepika Vatsa" userId="f7100972-27fe-4ee6-8fb4-ec9b7931b409" providerId="ADAL" clId="{AC929AA0-30FE-40F5-9F14-BAD5341BE9C1}" dt="2025-07-23T05:37:07.679" v="206" actId="20577"/>
          <ac:spMkLst>
            <pc:docMk/>
            <pc:sldMk cId="2249137657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5:37:19.956" v="211" actId="1076"/>
          <ac:picMkLst>
            <pc:docMk/>
            <pc:sldMk cId="2249137657" sldId="594"/>
            <ac:picMk id="1026" creationId="{4C550732-15C6-486E-6D92-A9E584061D26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583576287" sldId="594"/>
        </pc:sldMkLst>
      </pc:sldChg>
      <pc:sldChg chg="addSp delSp modSp add mod ord">
        <pc:chgData name="Deepika Vatsa" userId="f7100972-27fe-4ee6-8fb4-ec9b7931b409" providerId="ADAL" clId="{AC929AA0-30FE-40F5-9F14-BAD5341BE9C1}" dt="2025-07-23T05:53:30.210" v="675" actId="1037"/>
        <pc:sldMkLst>
          <pc:docMk/>
          <pc:sldMk cId="2043304788" sldId="595"/>
        </pc:sldMkLst>
        <pc:spChg chg="mod">
          <ac:chgData name="Deepika Vatsa" userId="f7100972-27fe-4ee6-8fb4-ec9b7931b409" providerId="ADAL" clId="{AC929AA0-30FE-40F5-9F14-BAD5341BE9C1}" dt="2025-07-23T05:40:15.192" v="227" actId="20577"/>
          <ac:spMkLst>
            <pc:docMk/>
            <pc:sldMk cId="2043304788" sldId="59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3:30.210" v="675" actId="1037"/>
          <ac:spMkLst>
            <pc:docMk/>
            <pc:sldMk cId="2043304788" sldId="595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AC929AA0-30FE-40F5-9F14-BAD5341BE9C1}" dt="2025-07-23T05:45:16.172" v="274" actId="478"/>
          <ac:picMkLst>
            <pc:docMk/>
            <pc:sldMk cId="2043304788" sldId="595"/>
            <ac:picMk id="2050" creationId="{532E7ECA-2966-D762-86AC-CF85DA936773}"/>
          </ac:picMkLst>
        </pc:picChg>
        <pc:picChg chg="add mod">
          <ac:chgData name="Deepika Vatsa" userId="f7100972-27fe-4ee6-8fb4-ec9b7931b409" providerId="ADAL" clId="{AC929AA0-30FE-40F5-9F14-BAD5341BE9C1}" dt="2025-07-23T05:52:40.517" v="609" actId="1076"/>
          <ac:picMkLst>
            <pc:docMk/>
            <pc:sldMk cId="2043304788" sldId="595"/>
            <ac:picMk id="2052" creationId="{92649715-A1CA-9DC4-289C-FF0198FB0C4F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729385034" sldId="595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503747669" sldId="596"/>
        </pc:sldMkLst>
      </pc:sldChg>
      <pc:sldChg chg="addSp delSp modSp add mod">
        <pc:chgData name="Deepika Vatsa" userId="f7100972-27fe-4ee6-8fb4-ec9b7931b409" providerId="ADAL" clId="{AC929AA0-30FE-40F5-9F14-BAD5341BE9C1}" dt="2025-07-23T05:52:26.438" v="607" actId="1076"/>
        <pc:sldMkLst>
          <pc:docMk/>
          <pc:sldMk cId="2365471124" sldId="596"/>
        </pc:sldMkLst>
        <pc:spChg chg="mod">
          <ac:chgData name="Deepika Vatsa" userId="f7100972-27fe-4ee6-8fb4-ec9b7931b409" providerId="ADAL" clId="{AC929AA0-30FE-40F5-9F14-BAD5341BE9C1}" dt="2025-07-23T05:52:26.438" v="607" actId="1076"/>
          <ac:spMkLst>
            <pc:docMk/>
            <pc:sldMk cId="2365471124" sldId="596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5:46:58.476" v="386" actId="478"/>
          <ac:picMkLst>
            <pc:docMk/>
            <pc:sldMk cId="2365471124" sldId="596"/>
            <ac:picMk id="2052" creationId="{92649715-A1CA-9DC4-289C-FF0198FB0C4F}"/>
          </ac:picMkLst>
        </pc:picChg>
        <pc:picChg chg="add mod">
          <ac:chgData name="Deepika Vatsa" userId="f7100972-27fe-4ee6-8fb4-ec9b7931b409" providerId="ADAL" clId="{AC929AA0-30FE-40F5-9F14-BAD5341BE9C1}" dt="2025-07-23T05:51:05.647" v="547" actId="1076"/>
          <ac:picMkLst>
            <pc:docMk/>
            <pc:sldMk cId="2365471124" sldId="596"/>
            <ac:picMk id="3074" creationId="{1FD8F825-EA11-7304-317C-BF8A7BFFF610}"/>
          </ac:picMkLst>
        </pc:pic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169252664" sldId="597"/>
        </pc:sldMkLst>
      </pc:sldChg>
      <pc:sldChg chg="modSp add mod">
        <pc:chgData name="Deepika Vatsa" userId="f7100972-27fe-4ee6-8fb4-ec9b7931b409" providerId="ADAL" clId="{AC929AA0-30FE-40F5-9F14-BAD5341BE9C1}" dt="2025-07-23T05:58:32.528" v="701" actId="6549"/>
        <pc:sldMkLst>
          <pc:docMk/>
          <pc:sldMk cId="3613863550" sldId="597"/>
        </pc:sldMkLst>
        <pc:spChg chg="mod">
          <ac:chgData name="Deepika Vatsa" userId="f7100972-27fe-4ee6-8fb4-ec9b7931b409" providerId="ADAL" clId="{AC929AA0-30FE-40F5-9F14-BAD5341BE9C1}" dt="2025-07-23T05:57:15.672" v="683" actId="20577"/>
          <ac:spMkLst>
            <pc:docMk/>
            <pc:sldMk cId="3613863550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5:58:32.528" v="701" actId="6549"/>
          <ac:spMkLst>
            <pc:docMk/>
            <pc:sldMk cId="3613863550" sldId="597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506553672" sldId="598"/>
        </pc:sldMkLst>
      </pc:sldChg>
      <pc:sldChg chg="addSp modSp add mod">
        <pc:chgData name="Deepika Vatsa" userId="f7100972-27fe-4ee6-8fb4-ec9b7931b409" providerId="ADAL" clId="{AC929AA0-30FE-40F5-9F14-BAD5341BE9C1}" dt="2025-07-23T06:04:22.203" v="745" actId="207"/>
        <pc:sldMkLst>
          <pc:docMk/>
          <pc:sldMk cId="4006034928" sldId="598"/>
        </pc:sldMkLst>
        <pc:spChg chg="mod">
          <ac:chgData name="Deepika Vatsa" userId="f7100972-27fe-4ee6-8fb4-ec9b7931b409" providerId="ADAL" clId="{AC929AA0-30FE-40F5-9F14-BAD5341BE9C1}" dt="2025-07-23T06:01:53.476" v="715" actId="20577"/>
          <ac:spMkLst>
            <pc:docMk/>
            <pc:sldMk cId="4006034928" sldId="598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04:22.203" v="745" actId="207"/>
          <ac:spMkLst>
            <pc:docMk/>
            <pc:sldMk cId="4006034928" sldId="598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03:30.379" v="722" actId="1076"/>
          <ac:picMkLst>
            <pc:docMk/>
            <pc:sldMk cId="4006034928" sldId="598"/>
            <ac:picMk id="4098" creationId="{B6B0D7CD-49AB-61CA-4335-DFE095D59382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07:45.714" v="820" actId="20577"/>
        <pc:sldMkLst>
          <pc:docMk/>
          <pc:sldMk cId="2158759759" sldId="599"/>
        </pc:sldMkLst>
        <pc:spChg chg="add del">
          <ac:chgData name="Deepika Vatsa" userId="f7100972-27fe-4ee6-8fb4-ec9b7931b409" providerId="ADAL" clId="{AC929AA0-30FE-40F5-9F14-BAD5341BE9C1}" dt="2025-07-23T06:06:40.388" v="783" actId="478"/>
          <ac:spMkLst>
            <pc:docMk/>
            <pc:sldMk cId="2158759759" sldId="599"/>
            <ac:spMk id="4" creationId="{140EE86F-8360-3758-2268-F5A95F9EE36A}"/>
          </ac:spMkLst>
        </pc:spChg>
        <pc:spChg chg="add del">
          <ac:chgData name="Deepika Vatsa" userId="f7100972-27fe-4ee6-8fb4-ec9b7931b409" providerId="ADAL" clId="{AC929AA0-30FE-40F5-9F14-BAD5341BE9C1}" dt="2025-07-23T06:06:51.796" v="789"/>
          <ac:spMkLst>
            <pc:docMk/>
            <pc:sldMk cId="2158759759" sldId="599"/>
            <ac:spMk id="5" creationId="{B2356F49-E233-C5F7-4A30-05B5E809EC58}"/>
          </ac:spMkLst>
        </pc:spChg>
        <pc:spChg chg="mod">
          <ac:chgData name="Deepika Vatsa" userId="f7100972-27fe-4ee6-8fb4-ec9b7931b409" providerId="ADAL" clId="{AC929AA0-30FE-40F5-9F14-BAD5341BE9C1}" dt="2025-07-23T06:07:45.714" v="820" actId="20577"/>
          <ac:spMkLst>
            <pc:docMk/>
            <pc:sldMk cId="2158759759" sldId="599"/>
            <ac:spMk id="11" creationId="{06381CCD-359B-D8A2-1997-A5B56A02FD41}"/>
          </ac:spMkLst>
        </pc:spChg>
        <pc:picChg chg="add mod modCrop">
          <ac:chgData name="Deepika Vatsa" userId="f7100972-27fe-4ee6-8fb4-ec9b7931b409" providerId="ADAL" clId="{AC929AA0-30FE-40F5-9F14-BAD5341BE9C1}" dt="2025-07-23T06:07:21.696" v="808" actId="1037"/>
          <ac:picMkLst>
            <pc:docMk/>
            <pc:sldMk cId="2158759759" sldId="599"/>
            <ac:picMk id="6" creationId="{71437D90-5128-5EA3-7313-65A287FE21F3}"/>
          </ac:picMkLst>
        </pc:picChg>
        <pc:picChg chg="del">
          <ac:chgData name="Deepika Vatsa" userId="f7100972-27fe-4ee6-8fb4-ec9b7931b409" providerId="ADAL" clId="{AC929AA0-30FE-40F5-9F14-BAD5341BE9C1}" dt="2025-07-23T06:04:33.898" v="747" actId="478"/>
          <ac:picMkLst>
            <pc:docMk/>
            <pc:sldMk cId="2158759759" sldId="599"/>
            <ac:picMk id="4098" creationId="{B6B0D7CD-49AB-61CA-4335-DFE095D59382}"/>
          </ac:picMkLst>
        </pc:picChg>
      </pc:sldChg>
      <pc:sldChg chg="modSp add mod">
        <pc:chgData name="Deepika Vatsa" userId="f7100972-27fe-4ee6-8fb4-ec9b7931b409" providerId="ADAL" clId="{AC929AA0-30FE-40F5-9F14-BAD5341BE9C1}" dt="2025-07-23T06:16:47.270" v="979" actId="12"/>
        <pc:sldMkLst>
          <pc:docMk/>
          <pc:sldMk cId="1407172059" sldId="600"/>
        </pc:sldMkLst>
        <pc:spChg chg="mod">
          <ac:chgData name="Deepika Vatsa" userId="f7100972-27fe-4ee6-8fb4-ec9b7931b409" providerId="ADAL" clId="{AC929AA0-30FE-40F5-9F14-BAD5341BE9C1}" dt="2025-07-23T06:09:20.006" v="853" actId="20577"/>
          <ac:spMkLst>
            <pc:docMk/>
            <pc:sldMk cId="1407172059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16:47.270" v="979" actId="12"/>
          <ac:spMkLst>
            <pc:docMk/>
            <pc:sldMk cId="1407172059" sldId="60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30:24.218" v="55" actId="47"/>
        <pc:sldMkLst>
          <pc:docMk/>
          <pc:sldMk cId="3239011490" sldId="601"/>
        </pc:sldMkLst>
      </pc:sldChg>
      <pc:sldChg chg="addSp modSp add mod">
        <pc:chgData name="Deepika Vatsa" userId="f7100972-27fe-4ee6-8fb4-ec9b7931b409" providerId="ADAL" clId="{AC929AA0-30FE-40F5-9F14-BAD5341BE9C1}" dt="2025-07-23T06:16:37.043" v="976" actId="20577"/>
        <pc:sldMkLst>
          <pc:docMk/>
          <pc:sldMk cId="3854070128" sldId="601"/>
        </pc:sldMkLst>
        <pc:spChg chg="mod">
          <ac:chgData name="Deepika Vatsa" userId="f7100972-27fe-4ee6-8fb4-ec9b7931b409" providerId="ADAL" clId="{AC929AA0-30FE-40F5-9F14-BAD5341BE9C1}" dt="2025-07-23T06:16:37.043" v="976" actId="20577"/>
          <ac:spMkLst>
            <pc:docMk/>
            <pc:sldMk cId="3854070128" sldId="60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16:04.107" v="969" actId="1076"/>
          <ac:picMkLst>
            <pc:docMk/>
            <pc:sldMk cId="3854070128" sldId="601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2717130231" sldId="602"/>
        </pc:sldMkLst>
      </pc:sldChg>
      <pc:sldChg chg="delSp modSp add mod">
        <pc:chgData name="Deepika Vatsa" userId="f7100972-27fe-4ee6-8fb4-ec9b7931b409" providerId="ADAL" clId="{AC929AA0-30FE-40F5-9F14-BAD5341BE9C1}" dt="2025-07-23T06:22:53.809" v="1167" actId="20577"/>
        <pc:sldMkLst>
          <pc:docMk/>
          <pc:sldMk cId="3816700751" sldId="602"/>
        </pc:sldMkLst>
        <pc:spChg chg="mod">
          <ac:chgData name="Deepika Vatsa" userId="f7100972-27fe-4ee6-8fb4-ec9b7931b409" providerId="ADAL" clId="{AC929AA0-30FE-40F5-9F14-BAD5341BE9C1}" dt="2025-07-23T06:22:53.809" v="1167" actId="20577"/>
          <ac:spMkLst>
            <pc:docMk/>
            <pc:sldMk cId="3816700751" sldId="602"/>
            <ac:spMk id="11" creationId="{06381CCD-359B-D8A2-1997-A5B56A02FD41}"/>
          </ac:spMkLst>
        </pc:spChg>
        <pc:picChg chg="del">
          <ac:chgData name="Deepika Vatsa" userId="f7100972-27fe-4ee6-8fb4-ec9b7931b409" providerId="ADAL" clId="{AC929AA0-30FE-40F5-9F14-BAD5341BE9C1}" dt="2025-07-23T06:19:57.911" v="1128" actId="478"/>
          <ac:picMkLst>
            <pc:docMk/>
            <pc:sldMk cId="3816700751" sldId="602"/>
            <ac:picMk id="6146" creationId="{66E1EC1A-96D5-0E00-533E-726B7D655EC9}"/>
          </ac:picMkLst>
        </pc:pic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1266594393" sldId="603"/>
        </pc:sldMkLst>
      </pc:sldChg>
      <pc:sldChg chg="addSp delSp modSp add mod">
        <pc:chgData name="Deepika Vatsa" userId="f7100972-27fe-4ee6-8fb4-ec9b7931b409" providerId="ADAL" clId="{AC929AA0-30FE-40F5-9F14-BAD5341BE9C1}" dt="2025-07-23T06:27:21.109" v="1196" actId="207"/>
        <pc:sldMkLst>
          <pc:docMk/>
          <pc:sldMk cId="3109653638" sldId="603"/>
        </pc:sldMkLst>
        <pc:spChg chg="mod">
          <ac:chgData name="Deepika Vatsa" userId="f7100972-27fe-4ee6-8fb4-ec9b7931b409" providerId="ADAL" clId="{AC929AA0-30FE-40F5-9F14-BAD5341BE9C1}" dt="2025-07-23T06:24:40.986" v="1182" actId="20577"/>
          <ac:spMkLst>
            <pc:docMk/>
            <pc:sldMk cId="3109653638" sldId="603"/>
            <ac:spMk id="2" creationId="{00000000-0000-0000-0000-000000000000}"/>
          </ac:spMkLst>
        </pc:spChg>
        <pc:spChg chg="add mod">
          <ac:chgData name="Deepika Vatsa" userId="f7100972-27fe-4ee6-8fb4-ec9b7931b409" providerId="ADAL" clId="{AC929AA0-30FE-40F5-9F14-BAD5341BE9C1}" dt="2025-07-23T06:27:21.109" v="1196" actId="207"/>
          <ac:spMkLst>
            <pc:docMk/>
            <pc:sldMk cId="3109653638" sldId="603"/>
            <ac:spMk id="5" creationId="{828D6187-34F2-C300-952E-69BC96F18703}"/>
          </ac:spMkLst>
        </pc:spChg>
        <pc:spChg chg="del">
          <ac:chgData name="Deepika Vatsa" userId="f7100972-27fe-4ee6-8fb4-ec9b7931b409" providerId="ADAL" clId="{AC929AA0-30FE-40F5-9F14-BAD5341BE9C1}" dt="2025-07-23T06:24:44.760" v="1183" actId="478"/>
          <ac:spMkLst>
            <pc:docMk/>
            <pc:sldMk cId="3109653638" sldId="60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AC929AA0-30FE-40F5-9F14-BAD5341BE9C1}" dt="2025-07-23T06:26:16.292" v="1188" actId="1076"/>
          <ac:picMkLst>
            <pc:docMk/>
            <pc:sldMk cId="3109653638" sldId="603"/>
            <ac:picMk id="7170" creationId="{A1AF04A7-0FA2-044D-C214-524777ECC4EB}"/>
          </ac:picMkLst>
        </pc:picChg>
      </pc:sldChg>
      <pc:sldChg chg="addSp delSp modSp add mod">
        <pc:chgData name="Deepika Vatsa" userId="f7100972-27fe-4ee6-8fb4-ec9b7931b409" providerId="ADAL" clId="{AC929AA0-30FE-40F5-9F14-BAD5341BE9C1}" dt="2025-07-23T06:29:22.447" v="1246" actId="20577"/>
        <pc:sldMkLst>
          <pc:docMk/>
          <pc:sldMk cId="649285932" sldId="604"/>
        </pc:sldMkLst>
        <pc:spChg chg="mod">
          <ac:chgData name="Deepika Vatsa" userId="f7100972-27fe-4ee6-8fb4-ec9b7931b409" providerId="ADAL" clId="{AC929AA0-30FE-40F5-9F14-BAD5341BE9C1}" dt="2025-07-23T06:29:22.447" v="1246" actId="20577"/>
          <ac:spMkLst>
            <pc:docMk/>
            <pc:sldMk cId="649285932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C929AA0-30FE-40F5-9F14-BAD5341BE9C1}" dt="2025-07-23T06:27:54.847" v="1209" actId="478"/>
          <ac:spMkLst>
            <pc:docMk/>
            <pc:sldMk cId="649285932" sldId="604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AC929AA0-30FE-40F5-9F14-BAD5341BE9C1}" dt="2025-07-23T06:28:30.079" v="1235" actId="122"/>
          <ac:graphicFrameMkLst>
            <pc:docMk/>
            <pc:sldMk cId="649285932" sldId="604"/>
            <ac:graphicFrameMk id="4" creationId="{F44C14DF-6D4A-688F-B8CE-CD66EFA6FC96}"/>
          </ac:graphicFrameMkLst>
        </pc:graphicFrame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4255891347" sldId="604"/>
        </pc:sldMkLst>
      </pc:sldChg>
      <pc:sldChg chg="modSp add mod">
        <pc:chgData name="Deepika Vatsa" userId="f7100972-27fe-4ee6-8fb4-ec9b7931b409" providerId="ADAL" clId="{AC929AA0-30FE-40F5-9F14-BAD5341BE9C1}" dt="2025-07-23T06:33:43.223" v="1306" actId="20577"/>
        <pc:sldMkLst>
          <pc:docMk/>
          <pc:sldMk cId="2666969699" sldId="605"/>
        </pc:sldMkLst>
        <pc:spChg chg="mod">
          <ac:chgData name="Deepika Vatsa" userId="f7100972-27fe-4ee6-8fb4-ec9b7931b409" providerId="ADAL" clId="{AC929AA0-30FE-40F5-9F14-BAD5341BE9C1}" dt="2025-07-23T06:29:33.883" v="1265" actId="20577"/>
          <ac:spMkLst>
            <pc:docMk/>
            <pc:sldMk cId="2666969699" sldId="605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33:43.223" v="1306" actId="20577"/>
          <ac:spMkLst>
            <pc:docMk/>
            <pc:sldMk cId="2666969699" sldId="605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7:46.693" v="1" actId="47"/>
        <pc:sldMkLst>
          <pc:docMk/>
          <pc:sldMk cId="3000343820" sldId="605"/>
        </pc:sldMkLst>
      </pc:sldChg>
      <pc:sldChg chg="modSp add mod">
        <pc:chgData name="Deepika Vatsa" userId="f7100972-27fe-4ee6-8fb4-ec9b7931b409" providerId="ADAL" clId="{AC929AA0-30FE-40F5-9F14-BAD5341BE9C1}" dt="2025-07-23T06:34:57.432" v="1319" actId="20577"/>
        <pc:sldMkLst>
          <pc:docMk/>
          <pc:sldMk cId="1055965943" sldId="606"/>
        </pc:sldMkLst>
        <pc:spChg chg="mod">
          <ac:chgData name="Deepika Vatsa" userId="f7100972-27fe-4ee6-8fb4-ec9b7931b409" providerId="ADAL" clId="{AC929AA0-30FE-40F5-9F14-BAD5341BE9C1}" dt="2025-07-23T06:34:57.432" v="1319" actId="20577"/>
          <ac:spMkLst>
            <pc:docMk/>
            <pc:sldMk cId="1055965943" sldId="606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1265168596" sldId="607"/>
        </pc:sldMkLst>
      </pc:sldChg>
      <pc:sldChg chg="modSp add mod">
        <pc:chgData name="Deepika Vatsa" userId="f7100972-27fe-4ee6-8fb4-ec9b7931b409" providerId="ADAL" clId="{AC929AA0-30FE-40F5-9F14-BAD5341BE9C1}" dt="2025-07-23T06:35:21.314" v="1325" actId="12"/>
        <pc:sldMkLst>
          <pc:docMk/>
          <pc:sldMk cId="3928892522" sldId="607"/>
        </pc:sldMkLst>
        <pc:spChg chg="mod">
          <ac:chgData name="Deepika Vatsa" userId="f7100972-27fe-4ee6-8fb4-ec9b7931b409" providerId="ADAL" clId="{AC929AA0-30FE-40F5-9F14-BAD5341BE9C1}" dt="2025-07-23T06:35:21.314" v="1325" actId="12"/>
          <ac:spMkLst>
            <pc:docMk/>
            <pc:sldMk cId="3928892522" sldId="607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6:36:29.475" v="1337" actId="113"/>
        <pc:sldMkLst>
          <pc:docMk/>
          <pc:sldMk cId="2914318388" sldId="608"/>
        </pc:sldMkLst>
        <pc:spChg chg="mod">
          <ac:chgData name="Deepika Vatsa" userId="f7100972-27fe-4ee6-8fb4-ec9b7931b409" providerId="ADAL" clId="{AC929AA0-30FE-40F5-9F14-BAD5341BE9C1}" dt="2025-07-23T06:36:29.475" v="1337" actId="113"/>
          <ac:spMkLst>
            <pc:docMk/>
            <pc:sldMk cId="2914318388" sldId="608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3320274339" sldId="608"/>
        </pc:sldMkLst>
      </pc:sldChg>
      <pc:sldChg chg="modSp add mod">
        <pc:chgData name="Deepika Vatsa" userId="f7100972-27fe-4ee6-8fb4-ec9b7931b409" providerId="ADAL" clId="{AC929AA0-30FE-40F5-9F14-BAD5341BE9C1}" dt="2025-07-23T09:28:35.976" v="1511" actId="20577"/>
        <pc:sldMkLst>
          <pc:docMk/>
          <pc:sldMk cId="726719763" sldId="609"/>
        </pc:sldMkLst>
        <pc:spChg chg="mod">
          <ac:chgData name="Deepika Vatsa" userId="f7100972-27fe-4ee6-8fb4-ec9b7931b409" providerId="ADAL" clId="{AC929AA0-30FE-40F5-9F14-BAD5341BE9C1}" dt="2025-07-23T09:28:35.976" v="1511" actId="20577"/>
          <ac:spMkLst>
            <pc:docMk/>
            <pc:sldMk cId="726719763" sldId="609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282133231" sldId="609"/>
        </pc:sldMkLst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2610700906" sldId="610"/>
        </pc:sldMkLst>
      </pc:sldChg>
      <pc:sldChg chg="modSp add mod">
        <pc:chgData name="Deepika Vatsa" userId="f7100972-27fe-4ee6-8fb4-ec9b7931b409" providerId="ADAL" clId="{AC929AA0-30FE-40F5-9F14-BAD5341BE9C1}" dt="2025-07-23T06:39:46.112" v="1429" actId="20577"/>
        <pc:sldMkLst>
          <pc:docMk/>
          <pc:sldMk cId="3648386067" sldId="610"/>
        </pc:sldMkLst>
        <pc:spChg chg="mod">
          <ac:chgData name="Deepika Vatsa" userId="f7100972-27fe-4ee6-8fb4-ec9b7931b409" providerId="ADAL" clId="{AC929AA0-30FE-40F5-9F14-BAD5341BE9C1}" dt="2025-07-23T06:39:46.112" v="1429" actId="20577"/>
          <ac:spMkLst>
            <pc:docMk/>
            <pc:sldMk cId="3648386067" sldId="610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AC929AA0-30FE-40F5-9F14-BAD5341BE9C1}" dt="2025-07-23T05:28:15.070" v="2" actId="47"/>
        <pc:sldMkLst>
          <pc:docMk/>
          <pc:sldMk cId="565857117" sldId="611"/>
        </pc:sldMkLst>
      </pc:sldChg>
      <pc:sldChg chg="modSp add mod">
        <pc:chgData name="Deepika Vatsa" userId="f7100972-27fe-4ee6-8fb4-ec9b7931b409" providerId="ADAL" clId="{AC929AA0-30FE-40F5-9F14-BAD5341BE9C1}" dt="2025-07-23T06:41:42.519" v="1501" actId="5793"/>
        <pc:sldMkLst>
          <pc:docMk/>
          <pc:sldMk cId="1440736019" sldId="611"/>
        </pc:sldMkLst>
        <pc:spChg chg="mod">
          <ac:chgData name="Deepika Vatsa" userId="f7100972-27fe-4ee6-8fb4-ec9b7931b409" providerId="ADAL" clId="{AC929AA0-30FE-40F5-9F14-BAD5341BE9C1}" dt="2025-07-23T06:40:24.433" v="1440" actId="20577"/>
          <ac:spMkLst>
            <pc:docMk/>
            <pc:sldMk cId="1440736019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AC929AA0-30FE-40F5-9F14-BAD5341BE9C1}" dt="2025-07-23T06:41:42.519" v="1501" actId="5793"/>
          <ac:spMkLst>
            <pc:docMk/>
            <pc:sldMk cId="1440736019" sldId="611"/>
            <ac:spMk id="11" creationId="{06381CCD-359B-D8A2-1997-A5B56A02FD41}"/>
          </ac:spMkLst>
        </pc:spChg>
      </pc:sldChg>
      <pc:sldChg chg="modSp add mod">
        <pc:chgData name="Deepika Vatsa" userId="f7100972-27fe-4ee6-8fb4-ec9b7931b409" providerId="ADAL" clId="{AC929AA0-30FE-40F5-9F14-BAD5341BE9C1}" dt="2025-07-23T09:47:26.324" v="1571" actId="20577"/>
        <pc:sldMkLst>
          <pc:docMk/>
          <pc:sldMk cId="1106724558" sldId="612"/>
        </pc:sldMkLst>
        <pc:spChg chg="mod">
          <ac:chgData name="Deepika Vatsa" userId="f7100972-27fe-4ee6-8fb4-ec9b7931b409" providerId="ADAL" clId="{AC929AA0-30FE-40F5-9F14-BAD5341BE9C1}" dt="2025-07-23T09:47:26.324" v="1571" actId="20577"/>
          <ac:spMkLst>
            <pc:docMk/>
            <pc:sldMk cId="1106724558" sldId="612"/>
            <ac:spMk id="11" creationId="{06381CCD-359B-D8A2-1997-A5B56A02FD41}"/>
          </ac:spMkLst>
        </pc:spChg>
      </pc:sldChg>
      <pc:sldMasterChg chg="del delSldLayout">
        <pc:chgData name="Deepika Vatsa" userId="f7100972-27fe-4ee6-8fb4-ec9b7931b409" providerId="ADAL" clId="{AC929AA0-30FE-40F5-9F14-BAD5341BE9C1}" dt="2025-07-23T06:42:21.688" v="1504" actId="47"/>
        <pc:sldMasterMkLst>
          <pc:docMk/>
          <pc:sldMasterMk cId="220542818" sldId="2147483684"/>
        </pc:sldMasterMkLst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969632149" sldId="2147483685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715519172" sldId="2147483686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069285203" sldId="2147483687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3481227295" sldId="2147483688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420472748" sldId="2147483689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87148095" sldId="2147483690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192461630" sldId="2147483691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84921356" sldId="2147483692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1388528399" sldId="2147483693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2764167781" sldId="2147483694"/>
          </pc:sldLayoutMkLst>
        </pc:sldLayoutChg>
        <pc:sldLayoutChg chg="del">
          <pc:chgData name="Deepika Vatsa" userId="f7100972-27fe-4ee6-8fb4-ec9b7931b409" providerId="ADAL" clId="{AC929AA0-30FE-40F5-9F14-BAD5341BE9C1}" dt="2025-07-23T06:42:21.688" v="1504" actId="47"/>
          <pc:sldLayoutMkLst>
            <pc:docMk/>
            <pc:sldMasterMk cId="220542818" sldId="2147483684"/>
            <pc:sldLayoutMk cId="483679427" sldId="2147483695"/>
          </pc:sldLayoutMkLst>
        </pc:sldLayoutChg>
      </pc:sldMasterChg>
    </pc:docChg>
  </pc:docChgLst>
  <pc:docChgLst>
    <pc:chgData name="Hoor Fatima" userId="8f3a0386-cde8-4824-abbb-da106ff85ca6" providerId="ADAL" clId="{EEDEA048-40A0-4102-9473-E3FCCA9E4CCF}"/>
    <pc:docChg chg="custSel addSld modSld">
      <pc:chgData name="Hoor Fatima" userId="8f3a0386-cde8-4824-abbb-da106ff85ca6" providerId="ADAL" clId="{EEDEA048-40A0-4102-9473-E3FCCA9E4CCF}" dt="2025-07-21T19:04:14.283" v="27"/>
      <pc:docMkLst>
        <pc:docMk/>
      </pc:docMkLst>
      <pc:sldChg chg="delSp modSp mod">
        <pc:chgData name="Hoor Fatima" userId="8f3a0386-cde8-4824-abbb-da106ff85ca6" providerId="ADAL" clId="{EEDEA048-40A0-4102-9473-E3FCCA9E4CCF}" dt="2025-07-21T19:03:54.910" v="26" actId="14100"/>
        <pc:sldMkLst>
          <pc:docMk/>
          <pc:sldMk cId="0" sldId="395"/>
        </pc:sldMkLst>
        <pc:spChg chg="mod">
          <ac:chgData name="Hoor Fatima" userId="8f3a0386-cde8-4824-abbb-da106ff85ca6" providerId="ADAL" clId="{EEDEA048-40A0-4102-9473-E3FCCA9E4CCF}" dt="2025-07-21T19:03:54.910" v="26" actId="14100"/>
          <ac:spMkLst>
            <pc:docMk/>
            <pc:sldMk cId="0" sldId="395"/>
            <ac:spMk id="2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8.832" v="6" actId="478"/>
          <ac:spMkLst>
            <pc:docMk/>
            <pc:sldMk cId="0" sldId="395"/>
            <ac:spMk id="4" creationId="{00000000-0000-0000-0000-000000000000}"/>
          </ac:spMkLst>
        </pc:spChg>
        <pc:spChg chg="del">
          <ac:chgData name="Hoor Fatima" userId="8f3a0386-cde8-4824-abbb-da106ff85ca6" providerId="ADAL" clId="{EEDEA048-40A0-4102-9473-E3FCCA9E4CCF}" dt="2025-07-21T19:03:26.127" v="5" actId="478"/>
          <ac:spMkLst>
            <pc:docMk/>
            <pc:sldMk cId="0" sldId="395"/>
            <ac:spMk id="10" creationId="{00000000-0000-0000-0000-000000000000}"/>
          </ac:spMkLst>
        </pc:spChg>
      </pc:sldChg>
      <pc:sldChg chg="add">
        <pc:chgData name="Hoor Fatima" userId="8f3a0386-cde8-4824-abbb-da106ff85ca6" providerId="ADAL" clId="{EEDEA048-40A0-4102-9473-E3FCCA9E4CCF}" dt="2025-07-21T19:04:14.283" v="27"/>
        <pc:sldMkLst>
          <pc:docMk/>
          <pc:sldMk cId="0" sldId="589"/>
        </pc:sldMkLst>
      </pc:sldChg>
    </pc:docChg>
  </pc:docChgLst>
  <pc:docChgLst>
    <pc:chgData name="Deepika Vatsa" userId="f7100972-27fe-4ee6-8fb4-ec9b7931b409" providerId="ADAL" clId="{21F9971E-2F2E-4A5C-9437-ED0D90B722AF}"/>
    <pc:docChg chg="undo redo custSel addSld delSld modSld">
      <pc:chgData name="Deepika Vatsa" userId="f7100972-27fe-4ee6-8fb4-ec9b7931b409" providerId="ADAL" clId="{21F9971E-2F2E-4A5C-9437-ED0D90B722AF}" dt="2025-10-28T06:30:24.989" v="990"/>
      <pc:docMkLst>
        <pc:docMk/>
      </pc:docMkLst>
      <pc:sldChg chg="modSp mod">
        <pc:chgData name="Deepika Vatsa" userId="f7100972-27fe-4ee6-8fb4-ec9b7931b409" providerId="ADAL" clId="{21F9971E-2F2E-4A5C-9437-ED0D90B722AF}" dt="2025-10-28T05:05:34.961" v="7" actId="20577"/>
        <pc:sldMkLst>
          <pc:docMk/>
          <pc:sldMk cId="0" sldId="395"/>
        </pc:sldMkLst>
        <pc:spChg chg="mod">
          <ac:chgData name="Deepika Vatsa" userId="f7100972-27fe-4ee6-8fb4-ec9b7931b409" providerId="ADAL" clId="{21F9971E-2F2E-4A5C-9437-ED0D90B722AF}" dt="2025-10-28T05:05:34.961" v="7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modSp mod">
        <pc:chgData name="Deepika Vatsa" userId="f7100972-27fe-4ee6-8fb4-ec9b7931b409" providerId="ADAL" clId="{21F9971E-2F2E-4A5C-9437-ED0D90B722AF}" dt="2025-10-28T05:08:48.918" v="159" actId="20577"/>
        <pc:sldMkLst>
          <pc:docMk/>
          <pc:sldMk cId="3439049211" sldId="591"/>
        </pc:sldMkLst>
        <pc:spChg chg="mod">
          <ac:chgData name="Deepika Vatsa" userId="f7100972-27fe-4ee6-8fb4-ec9b7931b409" providerId="ADAL" clId="{21F9971E-2F2E-4A5C-9437-ED0D90B722AF}" dt="2025-10-28T05:06:51.916" v="72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08:48.918" v="159" actId="20577"/>
          <ac:spMkLst>
            <pc:docMk/>
            <pc:sldMk cId="3439049211" sldId="591"/>
            <ac:spMk id="7" creationId="{32B275E0-60C0-FB99-861A-30651F256A1A}"/>
          </ac:spMkLst>
        </pc:spChg>
        <pc:spChg chg="del">
          <ac:chgData name="Deepika Vatsa" userId="f7100972-27fe-4ee6-8fb4-ec9b7931b409" providerId="ADAL" clId="{21F9971E-2F2E-4A5C-9437-ED0D90B722AF}" dt="2025-10-28T05:06:29.573" v="19" actId="478"/>
          <ac:spMkLst>
            <pc:docMk/>
            <pc:sldMk cId="3439049211" sldId="591"/>
            <ac:spMk id="10" creationId="{239215B4-DB5C-F83E-C3B9-8E9F7CA5D909}"/>
          </ac:spMkLst>
        </pc:spChg>
        <pc:picChg chg="del">
          <ac:chgData name="Deepika Vatsa" userId="f7100972-27fe-4ee6-8fb4-ec9b7931b409" providerId="ADAL" clId="{21F9971E-2F2E-4A5C-9437-ED0D90B722AF}" dt="2025-10-28T05:06:25.922" v="17" actId="478"/>
          <ac:picMkLst>
            <pc:docMk/>
            <pc:sldMk cId="3439049211" sldId="591"/>
            <ac:picMk id="9" creationId="{C9311B99-97F6-C8CB-5C16-17EDDA16C888}"/>
          </ac:picMkLst>
        </pc:picChg>
        <pc:picChg chg="del">
          <ac:chgData name="Deepika Vatsa" userId="f7100972-27fe-4ee6-8fb4-ec9b7931b409" providerId="ADAL" clId="{21F9971E-2F2E-4A5C-9437-ED0D90B722AF}" dt="2025-10-28T05:06:27.172" v="18" actId="478"/>
          <ac:picMkLst>
            <pc:docMk/>
            <pc:sldMk cId="3439049211" sldId="591"/>
            <ac:picMk id="1026" creationId="{8883D209-90DD-FF78-DC62-63D08C4A3755}"/>
          </ac:picMkLst>
        </pc:picChg>
      </pc:sldChg>
      <pc:sldChg chg="del">
        <pc:chgData name="Deepika Vatsa" userId="f7100972-27fe-4ee6-8fb4-ec9b7931b409" providerId="ADAL" clId="{21F9971E-2F2E-4A5C-9437-ED0D90B722AF}" dt="2025-10-28T05:12:05.995" v="244" actId="47"/>
        <pc:sldMkLst>
          <pc:docMk/>
          <pc:sldMk cId="1817839256" sldId="592"/>
        </pc:sldMkLst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415008481" sldId="593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2324301866" sldId="593"/>
        </pc:sldMkLst>
        <pc:spChg chg="mod">
          <ac:chgData name="Deepika Vatsa" userId="f7100972-27fe-4ee6-8fb4-ec9b7931b409" providerId="ADAL" clId="{21F9971E-2F2E-4A5C-9437-ED0D90B722AF}" dt="2025-10-28T05:09:12.141" v="194" actId="20577"/>
          <ac:spMkLst>
            <pc:docMk/>
            <pc:sldMk cId="2324301866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54:47.889" v="988" actId="14100"/>
          <ac:spMkLst>
            <pc:docMk/>
            <pc:sldMk cId="2324301866" sldId="593"/>
            <ac:spMk id="7" creationId="{32B275E0-60C0-FB99-861A-30651F256A1A}"/>
          </ac:spMkLst>
        </pc:spChg>
        <pc:spChg chg="del">
          <ac:chgData name="Deepika Vatsa" userId="f7100972-27fe-4ee6-8fb4-ec9b7931b409" providerId="ADAL" clId="{21F9971E-2F2E-4A5C-9437-ED0D90B722AF}" dt="2025-10-28T05:09:34.763" v="206" actId="478"/>
          <ac:spMkLst>
            <pc:docMk/>
            <pc:sldMk cId="2324301866" sldId="593"/>
            <ac:spMk id="10" creationId="{239215B4-DB5C-F83E-C3B9-8E9F7CA5D909}"/>
          </ac:spMkLst>
        </pc:spChg>
        <pc:picChg chg="add mod">
          <ac:chgData name="Deepika Vatsa" userId="f7100972-27fe-4ee6-8fb4-ec9b7931b409" providerId="ADAL" clId="{21F9971E-2F2E-4A5C-9437-ED0D90B722AF}" dt="2025-10-28T05:54:51.923" v="989" actId="14100"/>
          <ac:picMkLst>
            <pc:docMk/>
            <pc:sldMk cId="2324301866" sldId="593"/>
            <ac:picMk id="5" creationId="{AFF2C8AF-53E0-B8DE-FD2F-617D6EF867F4}"/>
          </ac:picMkLst>
        </pc:picChg>
        <pc:picChg chg="del">
          <ac:chgData name="Deepika Vatsa" userId="f7100972-27fe-4ee6-8fb4-ec9b7931b409" providerId="ADAL" clId="{21F9971E-2F2E-4A5C-9437-ED0D90B722AF}" dt="2025-10-28T05:09:30.923" v="204" actId="478"/>
          <ac:picMkLst>
            <pc:docMk/>
            <pc:sldMk cId="2324301866" sldId="593"/>
            <ac:picMk id="9" creationId="{C9311B99-97F6-C8CB-5C16-17EDDA16C888}"/>
          </ac:picMkLst>
        </pc:picChg>
        <pc:picChg chg="del">
          <ac:chgData name="Deepika Vatsa" userId="f7100972-27fe-4ee6-8fb4-ec9b7931b409" providerId="ADAL" clId="{21F9971E-2F2E-4A5C-9437-ED0D90B722AF}" dt="2025-10-28T05:09:32.252" v="205" actId="478"/>
          <ac:picMkLst>
            <pc:docMk/>
            <pc:sldMk cId="2324301866" sldId="593"/>
            <ac:picMk id="1026" creationId="{8883D209-90DD-FF78-DC62-63D08C4A3755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2324301866" sldId="593"/>
            <ac:inkMk id="4" creationId="{85BB974F-B78B-9FD7-73C2-143C07FF52D4}"/>
          </ac:inkMkLst>
        </pc:inkChg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414561279" sldId="594"/>
        </pc:sldMkLst>
        <pc:spChg chg="mod">
          <ac:chgData name="Deepika Vatsa" userId="f7100972-27fe-4ee6-8fb4-ec9b7931b409" providerId="ADAL" clId="{21F9971E-2F2E-4A5C-9437-ED0D90B722AF}" dt="2025-10-28T05:12:25.041" v="248" actId="14100"/>
          <ac:spMkLst>
            <pc:docMk/>
            <pc:sldMk cId="414561279" sldId="594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14:30.714" v="289" actId="6549"/>
          <ac:spMkLst>
            <pc:docMk/>
            <pc:sldMk cId="414561279" sldId="594"/>
            <ac:spMk id="7" creationId="{32B275E0-60C0-FB99-861A-30651F256A1A}"/>
          </ac:spMkLst>
        </pc:spChg>
        <pc:picChg chg="del">
          <ac:chgData name="Deepika Vatsa" userId="f7100972-27fe-4ee6-8fb4-ec9b7931b409" providerId="ADAL" clId="{21F9971E-2F2E-4A5C-9437-ED0D90B722AF}" dt="2025-10-28T05:12:29.085" v="249" actId="478"/>
          <ac:picMkLst>
            <pc:docMk/>
            <pc:sldMk cId="414561279" sldId="594"/>
            <ac:picMk id="5" creationId="{AFF2C8AF-53E0-B8DE-FD2F-617D6EF867F4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414561279" sldId="594"/>
            <ac:inkMk id="4" creationId="{0D150C1D-DA4A-20D6-C3A0-1F4DB0F8F67F}"/>
          </ac:inkMkLst>
        </pc:inkChg>
        <pc:cxnChg chg="mod">
          <ac:chgData name="Deepika Vatsa" userId="f7100972-27fe-4ee6-8fb4-ec9b7931b409" providerId="ADAL" clId="{21F9971E-2F2E-4A5C-9437-ED0D90B722AF}" dt="2025-10-28T05:12:39.198" v="269" actId="1036"/>
          <ac:cxnSpMkLst>
            <pc:docMk/>
            <pc:sldMk cId="414561279" sldId="594"/>
            <ac:cxnSpMk id="3" creationId="{9FFC9232-0F3D-BF13-4461-6E51D2C9C5C7}"/>
          </ac:cxnSpMkLst>
        </pc:cxn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3937325591" sldId="594"/>
        </pc:sldMkLst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2201787870" sldId="595"/>
        </pc:sldMkLst>
      </pc:sldChg>
      <pc:sldChg chg="addSp modSp add mod">
        <pc:chgData name="Deepika Vatsa" userId="f7100972-27fe-4ee6-8fb4-ec9b7931b409" providerId="ADAL" clId="{21F9971E-2F2E-4A5C-9437-ED0D90B722AF}" dt="2025-10-28T06:30:24.989" v="990"/>
        <pc:sldMkLst>
          <pc:docMk/>
          <pc:sldMk cId="4140785782" sldId="595"/>
        </pc:sldMkLst>
        <pc:spChg chg="mod">
          <ac:chgData name="Deepika Vatsa" userId="f7100972-27fe-4ee6-8fb4-ec9b7931b409" providerId="ADAL" clId="{21F9971E-2F2E-4A5C-9437-ED0D90B722AF}" dt="2025-10-28T05:17:05.940" v="386" actId="1076"/>
          <ac:spMkLst>
            <pc:docMk/>
            <pc:sldMk cId="4140785782" sldId="595"/>
            <ac:spMk id="7" creationId="{32B275E0-60C0-FB99-861A-30651F256A1A}"/>
          </ac:spMkLst>
        </pc:spChg>
        <pc:picChg chg="add mod">
          <ac:chgData name="Deepika Vatsa" userId="f7100972-27fe-4ee6-8fb4-ec9b7931b409" providerId="ADAL" clId="{21F9971E-2F2E-4A5C-9437-ED0D90B722AF}" dt="2025-10-28T05:17:08.506" v="387" actId="1076"/>
          <ac:picMkLst>
            <pc:docMk/>
            <pc:sldMk cId="4140785782" sldId="595"/>
            <ac:picMk id="4" creationId="{041FF250-0D5E-A3A3-F36F-71A98F32C266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4140785782" sldId="595"/>
            <ac:inkMk id="5" creationId="{7E75416B-B370-AF82-A0AD-7B3A393ACE8C}"/>
          </ac:inkMkLst>
        </pc:inkChg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1083705051" sldId="596"/>
        </pc:sldMkLst>
        <pc:spChg chg="mod">
          <ac:chgData name="Deepika Vatsa" userId="f7100972-27fe-4ee6-8fb4-ec9b7931b409" providerId="ADAL" clId="{21F9971E-2F2E-4A5C-9437-ED0D90B722AF}" dt="2025-10-28T05:21:17.948" v="435" actId="1076"/>
          <ac:spMkLst>
            <pc:docMk/>
            <pc:sldMk cId="1083705051" sldId="596"/>
            <ac:spMk id="7" creationId="{32B275E0-60C0-FB99-861A-30651F256A1A}"/>
          </ac:spMkLst>
        </pc:spChg>
        <pc:picChg chg="del">
          <ac:chgData name="Deepika Vatsa" userId="f7100972-27fe-4ee6-8fb4-ec9b7931b409" providerId="ADAL" clId="{21F9971E-2F2E-4A5C-9437-ED0D90B722AF}" dt="2025-10-28T05:19:49.051" v="390" actId="478"/>
          <ac:picMkLst>
            <pc:docMk/>
            <pc:sldMk cId="1083705051" sldId="596"/>
            <ac:picMk id="4" creationId="{041FF250-0D5E-A3A3-F36F-71A98F32C266}"/>
          </ac:picMkLst>
        </pc:picChg>
        <pc:picChg chg="add mod">
          <ac:chgData name="Deepika Vatsa" userId="f7100972-27fe-4ee6-8fb4-ec9b7931b409" providerId="ADAL" clId="{21F9971E-2F2E-4A5C-9437-ED0D90B722AF}" dt="2025-10-28T05:19:51.115" v="391" actId="1076"/>
          <ac:picMkLst>
            <pc:docMk/>
            <pc:sldMk cId="1083705051" sldId="596"/>
            <ac:picMk id="5" creationId="{E3323F28-A7AD-DA91-1714-86A537F20465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1083705051" sldId="596"/>
            <ac:inkMk id="4" creationId="{29C25FC4-1529-F165-0AB2-685632008882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330384818" sldId="596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1687779079" sldId="597"/>
        </pc:sldMkLst>
        <pc:spChg chg="mod">
          <ac:chgData name="Deepika Vatsa" userId="f7100972-27fe-4ee6-8fb4-ec9b7931b409" providerId="ADAL" clId="{21F9971E-2F2E-4A5C-9437-ED0D90B722AF}" dt="2025-10-28T05:54:18.431" v="984" actId="113"/>
          <ac:spMkLst>
            <pc:docMk/>
            <pc:sldMk cId="1687779079" sldId="597"/>
            <ac:spMk id="7" creationId="{32B275E0-60C0-FB99-861A-30651F256A1A}"/>
          </ac:spMkLst>
        </pc:spChg>
        <pc:picChg chg="add mod">
          <ac:chgData name="Deepika Vatsa" userId="f7100972-27fe-4ee6-8fb4-ec9b7931b409" providerId="ADAL" clId="{21F9971E-2F2E-4A5C-9437-ED0D90B722AF}" dt="2025-10-28T05:22:12.832" v="484" actId="1037"/>
          <ac:picMkLst>
            <pc:docMk/>
            <pc:sldMk cId="1687779079" sldId="597"/>
            <ac:picMk id="4" creationId="{CE1AF168-AD59-9885-A683-FF1E30E9AEDF}"/>
          </ac:picMkLst>
        </pc:picChg>
        <pc:picChg chg="del">
          <ac:chgData name="Deepika Vatsa" userId="f7100972-27fe-4ee6-8fb4-ec9b7931b409" providerId="ADAL" clId="{21F9971E-2F2E-4A5C-9437-ED0D90B722AF}" dt="2025-10-28T05:21:57.796" v="468" actId="478"/>
          <ac:picMkLst>
            <pc:docMk/>
            <pc:sldMk cId="1687779079" sldId="597"/>
            <ac:picMk id="5" creationId="{E3323F28-A7AD-DA91-1714-86A537F20465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1687779079" sldId="597"/>
            <ac:inkMk id="5" creationId="{8343E08A-1E3E-88C6-1B76-8C996927FEB5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3982561542" sldId="597"/>
        </pc:sldMkLst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46657049" sldId="598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3952771840" sldId="598"/>
        </pc:sldMkLst>
        <pc:spChg chg="mod">
          <ac:chgData name="Deepika Vatsa" userId="f7100972-27fe-4ee6-8fb4-ec9b7931b409" providerId="ADAL" clId="{21F9971E-2F2E-4A5C-9437-ED0D90B722AF}" dt="2025-10-28T05:26:47.136" v="552" actId="20577"/>
          <ac:spMkLst>
            <pc:docMk/>
            <pc:sldMk cId="3952771840" sldId="598"/>
            <ac:spMk id="2" creationId="{00000000-0000-0000-0000-000000000000}"/>
          </ac:spMkLst>
        </pc:spChg>
        <pc:spChg chg="del">
          <ac:chgData name="Deepika Vatsa" userId="f7100972-27fe-4ee6-8fb4-ec9b7931b409" providerId="ADAL" clId="{21F9971E-2F2E-4A5C-9437-ED0D90B722AF}" dt="2025-10-28T05:26:52.022" v="554" actId="478"/>
          <ac:spMkLst>
            <pc:docMk/>
            <pc:sldMk cId="3952771840" sldId="598"/>
            <ac:spMk id="7" creationId="{32B275E0-60C0-FB99-861A-30651F256A1A}"/>
          </ac:spMkLst>
        </pc:spChg>
        <pc:spChg chg="add del">
          <ac:chgData name="Deepika Vatsa" userId="f7100972-27fe-4ee6-8fb4-ec9b7931b409" providerId="ADAL" clId="{21F9971E-2F2E-4A5C-9437-ED0D90B722AF}" dt="2025-10-28T05:30:05.846" v="711" actId="22"/>
          <ac:spMkLst>
            <pc:docMk/>
            <pc:sldMk cId="3952771840" sldId="598"/>
            <ac:spMk id="9" creationId="{F1A7C3BA-F92A-CF59-8503-8EF153F6C1F2}"/>
          </ac:spMkLst>
        </pc:spChg>
        <pc:spChg chg="add del">
          <ac:chgData name="Deepika Vatsa" userId="f7100972-27fe-4ee6-8fb4-ec9b7931b409" providerId="ADAL" clId="{21F9971E-2F2E-4A5C-9437-ED0D90B722AF}" dt="2025-10-28T05:30:08.094" v="713" actId="22"/>
          <ac:spMkLst>
            <pc:docMk/>
            <pc:sldMk cId="3952771840" sldId="598"/>
            <ac:spMk id="11" creationId="{F30ED408-C32E-A526-5455-10D79E0C7C37}"/>
          </ac:spMkLst>
        </pc:spChg>
        <pc:spChg chg="add mod">
          <ac:chgData name="Deepika Vatsa" userId="f7100972-27fe-4ee6-8fb4-ec9b7931b409" providerId="ADAL" clId="{21F9971E-2F2E-4A5C-9437-ED0D90B722AF}" dt="2025-10-28T05:30:51.866" v="736" actId="1076"/>
          <ac:spMkLst>
            <pc:docMk/>
            <pc:sldMk cId="3952771840" sldId="598"/>
            <ac:spMk id="13" creationId="{67A72D38-F9B4-8CF1-D7F1-DEBA36AA851C}"/>
          </ac:spMkLst>
        </pc:spChg>
        <pc:picChg chg="del">
          <ac:chgData name="Deepika Vatsa" userId="f7100972-27fe-4ee6-8fb4-ec9b7931b409" providerId="ADAL" clId="{21F9971E-2F2E-4A5C-9437-ED0D90B722AF}" dt="2025-10-28T05:26:55.549" v="556" actId="478"/>
          <ac:picMkLst>
            <pc:docMk/>
            <pc:sldMk cId="3952771840" sldId="598"/>
            <ac:picMk id="4" creationId="{CE1AF168-AD59-9885-A683-FF1E30E9AEDF}"/>
          </ac:picMkLst>
        </pc:picChg>
        <pc:picChg chg="add mod">
          <ac:chgData name="Deepika Vatsa" userId="f7100972-27fe-4ee6-8fb4-ec9b7931b409" providerId="ADAL" clId="{21F9971E-2F2E-4A5C-9437-ED0D90B722AF}" dt="2025-10-28T05:30:54.644" v="737" actId="1076"/>
          <ac:picMkLst>
            <pc:docMk/>
            <pc:sldMk cId="3952771840" sldId="598"/>
            <ac:picMk id="6" creationId="{F619A823-7510-5008-D98B-3095043225AF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3952771840" sldId="598"/>
            <ac:inkMk id="4" creationId="{21EA04C0-9C27-A085-B925-DF6ADC874BB7}"/>
          </ac:inkMkLst>
        </pc:inkChg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2481150859" sldId="599"/>
        </pc:sldMkLst>
        <pc:spChg chg="mod">
          <ac:chgData name="Deepika Vatsa" userId="f7100972-27fe-4ee6-8fb4-ec9b7931b409" providerId="ADAL" clId="{21F9971E-2F2E-4A5C-9437-ED0D90B722AF}" dt="2025-10-28T05:29:16.611" v="709" actId="20577"/>
          <ac:spMkLst>
            <pc:docMk/>
            <pc:sldMk cId="2481150859" sldId="599"/>
            <ac:spMk id="2" creationId="{00000000-0000-0000-0000-000000000000}"/>
          </ac:spMkLst>
        </pc:spChg>
        <pc:spChg chg="add mod">
          <ac:chgData name="Deepika Vatsa" userId="f7100972-27fe-4ee6-8fb4-ec9b7931b409" providerId="ADAL" clId="{21F9971E-2F2E-4A5C-9437-ED0D90B722AF}" dt="2025-10-28T05:53:53.860" v="980" actId="1076"/>
          <ac:spMkLst>
            <pc:docMk/>
            <pc:sldMk cId="2481150859" sldId="599"/>
            <ac:spMk id="7" creationId="{1AEBF5FD-2C20-6978-ACEE-1736BED936EF}"/>
          </ac:spMkLst>
        </pc:spChg>
        <pc:picChg chg="add mod">
          <ac:chgData name="Deepika Vatsa" userId="f7100972-27fe-4ee6-8fb4-ec9b7931b409" providerId="ADAL" clId="{21F9971E-2F2E-4A5C-9437-ED0D90B722AF}" dt="2025-10-28T05:29:11.544" v="705" actId="14100"/>
          <ac:picMkLst>
            <pc:docMk/>
            <pc:sldMk cId="2481150859" sldId="599"/>
            <ac:picMk id="5" creationId="{130229DE-DF41-5F7E-D49D-09127C13C374}"/>
          </ac:picMkLst>
        </pc:picChg>
        <pc:picChg chg="del">
          <ac:chgData name="Deepika Vatsa" userId="f7100972-27fe-4ee6-8fb4-ec9b7931b409" providerId="ADAL" clId="{21F9971E-2F2E-4A5C-9437-ED0D90B722AF}" dt="2025-10-28T05:28:02.523" v="561" actId="478"/>
          <ac:picMkLst>
            <pc:docMk/>
            <pc:sldMk cId="2481150859" sldId="599"/>
            <ac:picMk id="6" creationId="{F619A823-7510-5008-D98B-3095043225AF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2481150859" sldId="599"/>
            <ac:inkMk id="4" creationId="{CE45BE01-B5CC-4104-5579-56BD6A6AE16D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808073059" sldId="600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3084946292" sldId="600"/>
        </pc:sldMkLst>
        <pc:spChg chg="mod">
          <ac:chgData name="Deepika Vatsa" userId="f7100972-27fe-4ee6-8fb4-ec9b7931b409" providerId="ADAL" clId="{21F9971E-2F2E-4A5C-9437-ED0D90B722AF}" dt="2025-10-28T05:36:13.592" v="754" actId="20577"/>
          <ac:spMkLst>
            <pc:docMk/>
            <pc:sldMk cId="3084946292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36:25.316" v="759" actId="14100"/>
          <ac:spMkLst>
            <pc:docMk/>
            <pc:sldMk cId="3084946292" sldId="600"/>
            <ac:spMk id="13" creationId="{67A72D38-F9B4-8CF1-D7F1-DEBA36AA851C}"/>
          </ac:spMkLst>
        </pc:spChg>
        <pc:picChg chg="add mod">
          <ac:chgData name="Deepika Vatsa" userId="f7100972-27fe-4ee6-8fb4-ec9b7931b409" providerId="ADAL" clId="{21F9971E-2F2E-4A5C-9437-ED0D90B722AF}" dt="2025-10-28T05:37:09.630" v="763" actId="1076"/>
          <ac:picMkLst>
            <pc:docMk/>
            <pc:sldMk cId="3084946292" sldId="600"/>
            <ac:picMk id="5" creationId="{1805F466-D4A9-C327-368D-D295F6EB9F26}"/>
          </ac:picMkLst>
        </pc:picChg>
        <pc:picChg chg="del">
          <ac:chgData name="Deepika Vatsa" userId="f7100972-27fe-4ee6-8fb4-ec9b7931b409" providerId="ADAL" clId="{21F9971E-2F2E-4A5C-9437-ED0D90B722AF}" dt="2025-10-28T05:36:15.156" v="755" actId="478"/>
          <ac:picMkLst>
            <pc:docMk/>
            <pc:sldMk cId="3084946292" sldId="600"/>
            <ac:picMk id="6" creationId="{F619A823-7510-5008-D98B-3095043225AF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3084946292" sldId="600"/>
            <ac:inkMk id="4" creationId="{84F85D66-AE96-591D-8784-8B88339D1664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428638964" sldId="601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1895309194" sldId="601"/>
        </pc:sldMkLst>
        <pc:spChg chg="mod">
          <ac:chgData name="Deepika Vatsa" userId="f7100972-27fe-4ee6-8fb4-ec9b7931b409" providerId="ADAL" clId="{21F9971E-2F2E-4A5C-9437-ED0D90B722AF}" dt="2025-10-28T05:37:14.437" v="765"/>
          <ac:spMkLst>
            <pc:docMk/>
            <pc:sldMk cId="1895309194" sldId="601"/>
            <ac:spMk id="13" creationId="{67A72D38-F9B4-8CF1-D7F1-DEBA36AA851C}"/>
          </ac:spMkLst>
        </pc:spChg>
        <pc:picChg chg="del">
          <ac:chgData name="Deepika Vatsa" userId="f7100972-27fe-4ee6-8fb4-ec9b7931b409" providerId="ADAL" clId="{21F9971E-2F2E-4A5C-9437-ED0D90B722AF}" dt="2025-10-28T05:37:17.072" v="766" actId="478"/>
          <ac:picMkLst>
            <pc:docMk/>
            <pc:sldMk cId="1895309194" sldId="601"/>
            <ac:picMk id="5" creationId="{1805F466-D4A9-C327-368D-D295F6EB9F26}"/>
          </ac:picMkLst>
        </pc:picChg>
        <pc:picChg chg="add mod">
          <ac:chgData name="Deepika Vatsa" userId="f7100972-27fe-4ee6-8fb4-ec9b7931b409" providerId="ADAL" clId="{21F9971E-2F2E-4A5C-9437-ED0D90B722AF}" dt="2025-10-28T05:37:37.741" v="769" actId="14100"/>
          <ac:picMkLst>
            <pc:docMk/>
            <pc:sldMk cId="1895309194" sldId="601"/>
            <ac:picMk id="6" creationId="{D64943E4-0379-8E73-E056-106DC91542D1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1895309194" sldId="601"/>
            <ac:inkMk id="4" creationId="{78E3D9EF-1E5E-043A-98DB-566DE5F2F4A9}"/>
          </ac:inkMkLst>
        </pc:inkChg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220264191" sldId="602"/>
        </pc:sldMkLst>
        <pc:spChg chg="del">
          <ac:chgData name="Deepika Vatsa" userId="f7100972-27fe-4ee6-8fb4-ec9b7931b409" providerId="ADAL" clId="{21F9971E-2F2E-4A5C-9437-ED0D90B722AF}" dt="2025-10-28T05:38:15.384" v="772" actId="478"/>
          <ac:spMkLst>
            <pc:docMk/>
            <pc:sldMk cId="220264191" sldId="602"/>
            <ac:spMk id="13" creationId="{67A72D38-F9B4-8CF1-D7F1-DEBA36AA851C}"/>
          </ac:spMkLst>
        </pc:spChg>
        <pc:picChg chg="add mod">
          <ac:chgData name="Deepika Vatsa" userId="f7100972-27fe-4ee6-8fb4-ec9b7931b409" providerId="ADAL" clId="{21F9971E-2F2E-4A5C-9437-ED0D90B722AF}" dt="2025-10-28T05:38:41.702" v="777" actId="1076"/>
          <ac:picMkLst>
            <pc:docMk/>
            <pc:sldMk cId="220264191" sldId="602"/>
            <ac:picMk id="5" creationId="{08838048-E40A-AA64-15EE-865280869611}"/>
          </ac:picMkLst>
        </pc:picChg>
        <pc:picChg chg="del">
          <ac:chgData name="Deepika Vatsa" userId="f7100972-27fe-4ee6-8fb4-ec9b7931b409" providerId="ADAL" clId="{21F9971E-2F2E-4A5C-9437-ED0D90B722AF}" dt="2025-10-28T05:38:00.216" v="771" actId="478"/>
          <ac:picMkLst>
            <pc:docMk/>
            <pc:sldMk cId="220264191" sldId="602"/>
            <ac:picMk id="6" creationId="{D64943E4-0379-8E73-E056-106DC91542D1}"/>
          </ac:picMkLst>
        </pc:picChg>
        <pc:picChg chg="add mod">
          <ac:chgData name="Deepika Vatsa" userId="f7100972-27fe-4ee6-8fb4-ec9b7931b409" providerId="ADAL" clId="{21F9971E-2F2E-4A5C-9437-ED0D90B722AF}" dt="2025-10-28T05:38:51.230" v="780" actId="1076"/>
          <ac:picMkLst>
            <pc:docMk/>
            <pc:sldMk cId="220264191" sldId="602"/>
            <ac:picMk id="8" creationId="{4F051A1B-4A3B-4972-5B57-B2D137444770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220264191" sldId="602"/>
            <ac:inkMk id="4" creationId="{6F5E63B9-6C84-AEC7-F73C-C2416E2869FA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3298963979" sldId="602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2896582748" sldId="603"/>
        </pc:sldMkLst>
        <pc:spChg chg="add mod">
          <ac:chgData name="Deepika Vatsa" userId="f7100972-27fe-4ee6-8fb4-ec9b7931b409" providerId="ADAL" clId="{21F9971E-2F2E-4A5C-9437-ED0D90B722AF}" dt="2025-10-28T05:40:00.811" v="836" actId="255"/>
          <ac:spMkLst>
            <pc:docMk/>
            <pc:sldMk cId="2896582748" sldId="603"/>
            <ac:spMk id="7" creationId="{C9995742-A9E2-8520-DDEA-C9E1FCDD49BE}"/>
          </ac:spMkLst>
        </pc:spChg>
        <pc:spChg chg="add mod">
          <ac:chgData name="Deepika Vatsa" userId="f7100972-27fe-4ee6-8fb4-ec9b7931b409" providerId="ADAL" clId="{21F9971E-2F2E-4A5C-9437-ED0D90B722AF}" dt="2025-10-28T05:41:00.133" v="847" actId="1076"/>
          <ac:spMkLst>
            <pc:docMk/>
            <pc:sldMk cId="2896582748" sldId="603"/>
            <ac:spMk id="10" creationId="{A6521099-6E20-499D-7D3D-9F4646DCA4F1}"/>
          </ac:spMkLst>
        </pc:spChg>
        <pc:picChg chg="del">
          <ac:chgData name="Deepika Vatsa" userId="f7100972-27fe-4ee6-8fb4-ec9b7931b409" providerId="ADAL" clId="{21F9971E-2F2E-4A5C-9437-ED0D90B722AF}" dt="2025-10-28T05:39:34.445" v="782" actId="478"/>
          <ac:picMkLst>
            <pc:docMk/>
            <pc:sldMk cId="2896582748" sldId="603"/>
            <ac:picMk id="5" creationId="{08838048-E40A-AA64-15EE-865280869611}"/>
          </ac:picMkLst>
        </pc:picChg>
        <pc:picChg chg="add mod">
          <ac:chgData name="Deepika Vatsa" userId="f7100972-27fe-4ee6-8fb4-ec9b7931b409" providerId="ADAL" clId="{21F9971E-2F2E-4A5C-9437-ED0D90B722AF}" dt="2025-10-28T05:40:41.345" v="842" actId="1076"/>
          <ac:picMkLst>
            <pc:docMk/>
            <pc:sldMk cId="2896582748" sldId="603"/>
            <ac:picMk id="6" creationId="{11C0934B-EAF6-35B3-629F-23268BFB1CA3}"/>
          </ac:picMkLst>
        </pc:picChg>
        <pc:picChg chg="del">
          <ac:chgData name="Deepika Vatsa" userId="f7100972-27fe-4ee6-8fb4-ec9b7931b409" providerId="ADAL" clId="{21F9971E-2F2E-4A5C-9437-ED0D90B722AF}" dt="2025-10-28T05:39:35.688" v="783" actId="478"/>
          <ac:picMkLst>
            <pc:docMk/>
            <pc:sldMk cId="2896582748" sldId="603"/>
            <ac:picMk id="8" creationId="{4F051A1B-4A3B-4972-5B57-B2D137444770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2896582748" sldId="603"/>
            <ac:inkMk id="4" creationId="{06B9BDF1-8473-5D08-DA23-D24BAFF91C63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3668803894" sldId="603"/>
        </pc:sldMkLst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517575044" sldId="604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1116614434" sldId="604"/>
        </pc:sldMkLst>
        <pc:spChg chg="add del mod">
          <ac:chgData name="Deepika Vatsa" userId="f7100972-27fe-4ee6-8fb4-ec9b7931b409" providerId="ADAL" clId="{21F9971E-2F2E-4A5C-9437-ED0D90B722AF}" dt="2025-10-28T05:43:29.580" v="860" actId="478"/>
          <ac:spMkLst>
            <pc:docMk/>
            <pc:sldMk cId="1116614434" sldId="604"/>
            <ac:spMk id="5" creationId="{CDB8809F-2EA1-867B-DEF3-83A55F15726E}"/>
          </ac:spMkLst>
        </pc:spChg>
        <pc:spChg chg="mod">
          <ac:chgData name="Deepika Vatsa" userId="f7100972-27fe-4ee6-8fb4-ec9b7931b409" providerId="ADAL" clId="{21F9971E-2F2E-4A5C-9437-ED0D90B722AF}" dt="2025-10-28T05:42:05.120" v="856" actId="20577"/>
          <ac:spMkLst>
            <pc:docMk/>
            <pc:sldMk cId="1116614434" sldId="604"/>
            <ac:spMk id="7" creationId="{C9995742-A9E2-8520-DDEA-C9E1FCDD49BE}"/>
          </ac:spMkLst>
        </pc:spChg>
        <pc:spChg chg="del">
          <ac:chgData name="Deepika Vatsa" userId="f7100972-27fe-4ee6-8fb4-ec9b7931b409" providerId="ADAL" clId="{21F9971E-2F2E-4A5C-9437-ED0D90B722AF}" dt="2025-10-28T05:41:31.443" v="852" actId="478"/>
          <ac:spMkLst>
            <pc:docMk/>
            <pc:sldMk cId="1116614434" sldId="604"/>
            <ac:spMk id="10" creationId="{A6521099-6E20-499D-7D3D-9F4646DCA4F1}"/>
          </ac:spMkLst>
        </pc:spChg>
        <pc:picChg chg="del">
          <ac:chgData name="Deepika Vatsa" userId="f7100972-27fe-4ee6-8fb4-ec9b7931b409" providerId="ADAL" clId="{21F9971E-2F2E-4A5C-9437-ED0D90B722AF}" dt="2025-10-28T05:41:24.843" v="849" actId="478"/>
          <ac:picMkLst>
            <pc:docMk/>
            <pc:sldMk cId="1116614434" sldId="604"/>
            <ac:picMk id="6" creationId="{11C0934B-EAF6-35B3-629F-23268BFB1CA3}"/>
          </ac:picMkLst>
        </pc:pic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1116614434" sldId="604"/>
            <ac:inkMk id="4" creationId="{353EA192-750B-8332-B4F0-19C17412F3AD}"/>
          </ac:inkMkLst>
        </pc:inkChg>
      </pc:sldChg>
      <pc:sldChg chg="addSp modSp add mod">
        <pc:chgData name="Deepika Vatsa" userId="f7100972-27fe-4ee6-8fb4-ec9b7931b409" providerId="ADAL" clId="{21F9971E-2F2E-4A5C-9437-ED0D90B722AF}" dt="2025-10-28T06:30:24.989" v="990"/>
        <pc:sldMkLst>
          <pc:docMk/>
          <pc:sldMk cId="811995792" sldId="605"/>
        </pc:sldMkLst>
        <pc:spChg chg="mod">
          <ac:chgData name="Deepika Vatsa" userId="f7100972-27fe-4ee6-8fb4-ec9b7931b409" providerId="ADAL" clId="{21F9971E-2F2E-4A5C-9437-ED0D90B722AF}" dt="2025-10-28T05:45:04.841" v="887" actId="20577"/>
          <ac:spMkLst>
            <pc:docMk/>
            <pc:sldMk cId="811995792" sldId="605"/>
            <ac:spMk id="5" creationId="{CDB8809F-2EA1-867B-DEF3-83A55F15726E}"/>
          </ac:spMkLst>
        </pc:spChg>
        <pc:spChg chg="mod">
          <ac:chgData name="Deepika Vatsa" userId="f7100972-27fe-4ee6-8fb4-ec9b7931b409" providerId="ADAL" clId="{21F9971E-2F2E-4A5C-9437-ED0D90B722AF}" dt="2025-10-28T05:44:31.307" v="882" actId="1076"/>
          <ac:spMkLst>
            <pc:docMk/>
            <pc:sldMk cId="811995792" sldId="605"/>
            <ac:spMk id="7" creationId="{C9995742-A9E2-8520-DDEA-C9E1FCDD49BE}"/>
          </ac:spMkLst>
        </pc:sp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811995792" sldId="605"/>
            <ac:inkMk id="4" creationId="{A75C61D0-6F1C-BA6A-B834-437BE3B102AA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986027238" sldId="605"/>
        </pc:sldMkLst>
      </pc:sldChg>
      <pc:sldChg chg="delSp modSp add mod">
        <pc:chgData name="Deepika Vatsa" userId="f7100972-27fe-4ee6-8fb4-ec9b7931b409" providerId="ADAL" clId="{21F9971E-2F2E-4A5C-9437-ED0D90B722AF}" dt="2025-10-28T05:45:30.377" v="901" actId="478"/>
        <pc:sldMkLst>
          <pc:docMk/>
          <pc:sldMk cId="168145191" sldId="606"/>
        </pc:sldMkLst>
        <pc:spChg chg="mod">
          <ac:chgData name="Deepika Vatsa" userId="f7100972-27fe-4ee6-8fb4-ec9b7931b409" providerId="ADAL" clId="{21F9971E-2F2E-4A5C-9437-ED0D90B722AF}" dt="2025-10-28T05:45:28.480" v="900" actId="20577"/>
          <ac:spMkLst>
            <pc:docMk/>
            <pc:sldMk cId="168145191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45:24.950" v="890" actId="113"/>
          <ac:spMkLst>
            <pc:docMk/>
            <pc:sldMk cId="168145191" sldId="606"/>
            <ac:spMk id="7" creationId="{1AEBF5FD-2C20-6978-ACEE-1736BED936EF}"/>
          </ac:spMkLst>
        </pc:spChg>
        <pc:picChg chg="del">
          <ac:chgData name="Deepika Vatsa" userId="f7100972-27fe-4ee6-8fb4-ec9b7931b409" providerId="ADAL" clId="{21F9971E-2F2E-4A5C-9437-ED0D90B722AF}" dt="2025-10-28T05:45:30.377" v="901" actId="478"/>
          <ac:picMkLst>
            <pc:docMk/>
            <pc:sldMk cId="168145191" sldId="606"/>
            <ac:picMk id="5" creationId="{130229DE-DF41-5F7E-D49D-09127C13C374}"/>
          </ac:picMkLst>
        </pc:pic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109936308" sldId="606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202397307" sldId="607"/>
        </pc:sldMkLst>
        <pc:spChg chg="mod">
          <ac:chgData name="Deepika Vatsa" userId="f7100972-27fe-4ee6-8fb4-ec9b7931b409" providerId="ADAL" clId="{21F9971E-2F2E-4A5C-9437-ED0D90B722AF}" dt="2025-10-28T05:48:00.320" v="923" actId="20577"/>
          <ac:spMkLst>
            <pc:docMk/>
            <pc:sldMk cId="202397307" sldId="607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49:05.452" v="943" actId="20577"/>
          <ac:spMkLst>
            <pc:docMk/>
            <pc:sldMk cId="202397307" sldId="607"/>
            <ac:spMk id="5" creationId="{CDB8809F-2EA1-867B-DEF3-83A55F15726E}"/>
          </ac:spMkLst>
        </pc:spChg>
        <pc:spChg chg="del">
          <ac:chgData name="Deepika Vatsa" userId="f7100972-27fe-4ee6-8fb4-ec9b7931b409" providerId="ADAL" clId="{21F9971E-2F2E-4A5C-9437-ED0D90B722AF}" dt="2025-10-28T05:48:06.750" v="924" actId="478"/>
          <ac:spMkLst>
            <pc:docMk/>
            <pc:sldMk cId="202397307" sldId="607"/>
            <ac:spMk id="7" creationId="{C9995742-A9E2-8520-DDEA-C9E1FCDD49BE}"/>
          </ac:spMkLst>
        </pc:sp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202397307" sldId="607"/>
            <ac:inkMk id="4" creationId="{8316D439-BFE0-F698-B23E-8378F8EEEE93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753343126" sldId="607"/>
        </pc:sldMkLst>
      </pc:sldChg>
      <pc:sldChg chg="addSp modSp add mod">
        <pc:chgData name="Deepika Vatsa" userId="f7100972-27fe-4ee6-8fb4-ec9b7931b409" providerId="ADAL" clId="{21F9971E-2F2E-4A5C-9437-ED0D90B722AF}" dt="2025-10-28T06:30:24.989" v="990"/>
        <pc:sldMkLst>
          <pc:docMk/>
          <pc:sldMk cId="1292728931" sldId="608"/>
        </pc:sldMkLst>
        <pc:spChg chg="mod">
          <ac:chgData name="Deepika Vatsa" userId="f7100972-27fe-4ee6-8fb4-ec9b7931b409" providerId="ADAL" clId="{21F9971E-2F2E-4A5C-9437-ED0D90B722AF}" dt="2025-10-28T05:50:47.844" v="954" actId="20577"/>
          <ac:spMkLst>
            <pc:docMk/>
            <pc:sldMk cId="1292728931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21F9971E-2F2E-4A5C-9437-ED0D90B722AF}" dt="2025-10-28T05:51:06.301" v="960" actId="255"/>
          <ac:spMkLst>
            <pc:docMk/>
            <pc:sldMk cId="1292728931" sldId="608"/>
            <ac:spMk id="5" creationId="{CDB8809F-2EA1-867B-DEF3-83A55F15726E}"/>
          </ac:spMkLst>
        </pc:sp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1292728931" sldId="608"/>
            <ac:inkMk id="4" creationId="{24F6A288-4119-5720-C500-218E99CC6E1C}"/>
          </ac:inkMkLst>
        </pc:inkChg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1374942358" sldId="608"/>
        </pc:sldMkLst>
      </pc:sldChg>
      <pc:sldChg chg="del">
        <pc:chgData name="Deepika Vatsa" userId="f7100972-27fe-4ee6-8fb4-ec9b7931b409" providerId="ADAL" clId="{21F9971E-2F2E-4A5C-9437-ED0D90B722AF}" dt="2025-10-28T05:05:49.689" v="14" actId="47"/>
        <pc:sldMkLst>
          <pc:docMk/>
          <pc:sldMk cId="774974241" sldId="609"/>
        </pc:sldMkLst>
      </pc:sldChg>
      <pc:sldChg chg="addSp delSp modSp add mod">
        <pc:chgData name="Deepika Vatsa" userId="f7100972-27fe-4ee6-8fb4-ec9b7931b409" providerId="ADAL" clId="{21F9971E-2F2E-4A5C-9437-ED0D90B722AF}" dt="2025-10-28T06:30:24.989" v="990"/>
        <pc:sldMkLst>
          <pc:docMk/>
          <pc:sldMk cId="2353646959" sldId="609"/>
        </pc:sldMkLst>
        <pc:spChg chg="mod">
          <ac:chgData name="Deepika Vatsa" userId="f7100972-27fe-4ee6-8fb4-ec9b7931b409" providerId="ADAL" clId="{21F9971E-2F2E-4A5C-9437-ED0D90B722AF}" dt="2025-10-28T05:52:33.399" v="974" actId="6549"/>
          <ac:spMkLst>
            <pc:docMk/>
            <pc:sldMk cId="2353646959" sldId="609"/>
            <ac:spMk id="2" creationId="{00000000-0000-0000-0000-000000000000}"/>
          </ac:spMkLst>
        </pc:spChg>
        <pc:spChg chg="del">
          <ac:chgData name="Deepika Vatsa" userId="f7100972-27fe-4ee6-8fb4-ec9b7931b409" providerId="ADAL" clId="{21F9971E-2F2E-4A5C-9437-ED0D90B722AF}" dt="2025-10-28T05:52:46.886" v="976" actId="478"/>
          <ac:spMkLst>
            <pc:docMk/>
            <pc:sldMk cId="2353646959" sldId="609"/>
            <ac:spMk id="5" creationId="{CDB8809F-2EA1-867B-DEF3-83A55F15726E}"/>
          </ac:spMkLst>
        </pc:spChg>
        <pc:graphicFrameChg chg="add mod modGraphic">
          <ac:chgData name="Deepika Vatsa" userId="f7100972-27fe-4ee6-8fb4-ec9b7931b409" providerId="ADAL" clId="{21F9971E-2F2E-4A5C-9437-ED0D90B722AF}" dt="2025-10-28T05:53:04.050" v="979" actId="1076"/>
          <ac:graphicFrameMkLst>
            <pc:docMk/>
            <pc:sldMk cId="2353646959" sldId="609"/>
            <ac:graphicFrameMk id="4" creationId="{F85E7678-83A4-462A-94C5-68FE780AC27C}"/>
          </ac:graphicFrameMkLst>
        </pc:graphicFrameChg>
        <pc:inkChg chg="add">
          <ac:chgData name="Deepika Vatsa" userId="f7100972-27fe-4ee6-8fb4-ec9b7931b409" providerId="ADAL" clId="{21F9971E-2F2E-4A5C-9437-ED0D90B722AF}" dt="2025-10-28T06:30:24.989" v="990"/>
          <ac:inkMkLst>
            <pc:docMk/>
            <pc:sldMk cId="2353646959" sldId="609"/>
            <ac:inkMk id="5" creationId="{38631500-47E2-D773-EA1C-5161B1893DB1}"/>
          </ac:inkMkLst>
        </pc:inkChg>
      </pc:sldChg>
    </pc:docChg>
  </pc:docChgLst>
  <pc:docChgLst>
    <pc:chgData name="Deepika Vatsa" userId="f7100972-27fe-4ee6-8fb4-ec9b7931b409" providerId="ADAL" clId="{7BBACB10-8586-4BCC-A476-38C462E71A11}"/>
    <pc:docChg chg="undo custSel addSld delSld modSld sldOrd">
      <pc:chgData name="Deepika Vatsa" userId="f7100972-27fe-4ee6-8fb4-ec9b7931b409" providerId="ADAL" clId="{7BBACB10-8586-4BCC-A476-38C462E71A11}" dt="2025-08-20T11:37:16.703" v="2620"/>
      <pc:docMkLst>
        <pc:docMk/>
      </pc:docMkLst>
      <pc:sldChg chg="modSp mod">
        <pc:chgData name="Deepika Vatsa" userId="f7100972-27fe-4ee6-8fb4-ec9b7931b409" providerId="ADAL" clId="{7BBACB10-8586-4BCC-A476-38C462E71A11}" dt="2025-08-18T12:29:45.278" v="20" actId="5793"/>
        <pc:sldMkLst>
          <pc:docMk/>
          <pc:sldMk cId="0" sldId="395"/>
        </pc:sldMkLst>
        <pc:spChg chg="mod">
          <ac:chgData name="Deepika Vatsa" userId="f7100972-27fe-4ee6-8fb4-ec9b7931b409" providerId="ADAL" clId="{7BBACB10-8586-4BCC-A476-38C462E71A11}" dt="2025-08-18T12:29:45.278" v="20" actId="5793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7BBACB10-8586-4BCC-A476-38C462E71A11}" dt="2025-08-18T12:31:36.988" v="182" actId="20577"/>
        <pc:sldMkLst>
          <pc:docMk/>
          <pc:sldMk cId="3439049211" sldId="591"/>
        </pc:sldMkLst>
        <pc:spChg chg="mod">
          <ac:chgData name="Deepika Vatsa" userId="f7100972-27fe-4ee6-8fb4-ec9b7931b409" providerId="ADAL" clId="{7BBACB10-8586-4BCC-A476-38C462E71A11}" dt="2025-08-18T12:31:36.988" v="182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3198423911" sldId="593"/>
        </pc:sldMkLst>
        <pc:spChg chg="mod">
          <ac:chgData name="Deepika Vatsa" userId="f7100972-27fe-4ee6-8fb4-ec9b7931b409" providerId="ADAL" clId="{7BBACB10-8586-4BCC-A476-38C462E71A11}" dt="2025-08-18T12:33:31.379" v="207" actId="20577"/>
          <ac:spMkLst>
            <pc:docMk/>
            <pc:sldMk cId="3198423911" sldId="593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5:22:36.788" v="398" actId="20577"/>
          <ac:spMkLst>
            <pc:docMk/>
            <pc:sldMk cId="3198423911" sldId="593"/>
            <ac:spMk id="5" creationId="{2461C6AC-CE12-CE55-1E34-C97C06A15181}"/>
          </ac:spMkLst>
        </pc:spChg>
        <pc:picChg chg="del">
          <ac:chgData name="Deepika Vatsa" userId="f7100972-27fe-4ee6-8fb4-ec9b7931b409" providerId="ADAL" clId="{7BBACB10-8586-4BCC-A476-38C462E71A11}" dt="2025-08-18T12:33:10.652" v="200" actId="478"/>
          <ac:picMkLst>
            <pc:docMk/>
            <pc:sldMk cId="3198423911" sldId="593"/>
            <ac:picMk id="9" creationId="{D35FFCD6-253F-CEEB-E0FE-880344B9FA65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198423911" sldId="593"/>
            <ac:inkMk id="4" creationId="{F57AC4F4-9915-BC5C-2518-359ABAE0993A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815781673" sldId="59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468002330" sldId="615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2334307004" sldId="61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2099841" sldId="61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91955979" sldId="618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12900456" sldId="619"/>
        </pc:sldMkLst>
      </pc:sldChg>
      <pc:sldChg chg="addSp delSp modSp mod">
        <pc:chgData name="Deepika Vatsa" userId="f7100972-27fe-4ee6-8fb4-ec9b7931b409" providerId="ADAL" clId="{7BBACB10-8586-4BCC-A476-38C462E71A11}" dt="2025-08-20T11:37:16.703" v="2620"/>
        <pc:sldMkLst>
          <pc:docMk/>
          <pc:sldMk cId="4060805478" sldId="620"/>
        </pc:sldMkLst>
        <pc:spChg chg="mod">
          <ac:chgData name="Deepika Vatsa" userId="f7100972-27fe-4ee6-8fb4-ec9b7931b409" providerId="ADAL" clId="{7BBACB10-8586-4BCC-A476-38C462E71A11}" dt="2025-08-18T12:37:05.603" v="344" actId="20577"/>
          <ac:spMkLst>
            <pc:docMk/>
            <pc:sldMk cId="4060805478" sldId="62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18T12:37:12.312" v="348" actId="1076"/>
          <ac:picMkLst>
            <pc:docMk/>
            <pc:sldMk cId="4060805478" sldId="620"/>
            <ac:picMk id="5" creationId="{F8E1D368-D16A-C482-965F-806B8E4DF710}"/>
          </ac:picMkLst>
        </pc:picChg>
        <pc:picChg chg="del">
          <ac:chgData name="Deepika Vatsa" userId="f7100972-27fe-4ee6-8fb4-ec9b7931b409" providerId="ADAL" clId="{7BBACB10-8586-4BCC-A476-38C462E71A11}" dt="2025-08-18T12:37:07.625" v="345" actId="478"/>
          <ac:picMkLst>
            <pc:docMk/>
            <pc:sldMk cId="4060805478" sldId="620"/>
            <ac:picMk id="7" creationId="{31B87EC0-4ADE-A96C-B968-87A230E18EEA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60805478" sldId="620"/>
            <ac:inkMk id="4" creationId="{ACC227A6-CFC9-FDCA-DD5F-F63A7A00289C}"/>
          </ac:inkMkLst>
        </pc:inkChg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4835650" sldId="621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976936197" sldId="622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533333801" sldId="623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549948443" sldId="626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1492384228" sldId="627"/>
        </pc:sldMkLst>
      </pc:sldChg>
      <pc:sldChg chg="del">
        <pc:chgData name="Deepika Vatsa" userId="f7100972-27fe-4ee6-8fb4-ec9b7931b409" providerId="ADAL" clId="{7BBACB10-8586-4BCC-A476-38C462E71A11}" dt="2025-08-20T05:31:23.337" v="444" actId="2696"/>
        <pc:sldMkLst>
          <pc:docMk/>
          <pc:sldMk cId="3339153089" sldId="628"/>
        </pc:sldMkLst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948371539" sldId="629"/>
        </pc:sldMkLst>
        <pc:spChg chg="mod">
          <ac:chgData name="Deepika Vatsa" userId="f7100972-27fe-4ee6-8fb4-ec9b7931b409" providerId="ADAL" clId="{7BBACB10-8586-4BCC-A476-38C462E71A11}" dt="2025-08-18T12:38:15.420" v="373" actId="20577"/>
          <ac:spMkLst>
            <pc:docMk/>
            <pc:sldMk cId="1948371539" sldId="629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3:38.153" v="485" actId="13926"/>
          <ac:spMkLst>
            <pc:docMk/>
            <pc:sldMk cId="1948371539" sldId="629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948371539" sldId="629"/>
            <ac:inkMk id="4" creationId="{3DCBD848-C1DF-5289-60F8-FC7DAE9FFA5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752782814" sldId="630"/>
        </pc:sldMkLst>
        <pc:spChg chg="mod">
          <ac:chgData name="Deepika Vatsa" userId="f7100972-27fe-4ee6-8fb4-ec9b7931b409" providerId="ADAL" clId="{7BBACB10-8586-4BCC-A476-38C462E71A11}" dt="2025-08-20T05:34:15.312" v="502" actId="20577"/>
          <ac:spMkLst>
            <pc:docMk/>
            <pc:sldMk cId="2752782814" sldId="630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5:35:04.737" v="549" actId="113"/>
          <ac:spMkLst>
            <pc:docMk/>
            <pc:sldMk cId="2752782814" sldId="630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752782814" sldId="630"/>
            <ac:inkMk id="4" creationId="{3BFC01C0-E43D-4B22-D87F-9C76CE5CBFB7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075029183" sldId="631"/>
        </pc:sldMkLst>
        <pc:spChg chg="mod">
          <ac:chgData name="Deepika Vatsa" userId="f7100972-27fe-4ee6-8fb4-ec9b7931b409" providerId="ADAL" clId="{7BBACB10-8586-4BCC-A476-38C462E71A11}" dt="2025-08-20T05:35:15.112" v="559" actId="20577"/>
          <ac:spMkLst>
            <pc:docMk/>
            <pc:sldMk cId="4075029183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50.083" v="1366"/>
          <ac:spMkLst>
            <pc:docMk/>
            <pc:sldMk cId="4075029183" sldId="631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075029183" sldId="631"/>
            <ac:inkMk id="4" creationId="{A5F1C993-15C5-7158-C15A-937A12C77E2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1034070740" sldId="632"/>
        </pc:sldMkLst>
        <pc:spChg chg="mod">
          <ac:chgData name="Deepika Vatsa" userId="f7100972-27fe-4ee6-8fb4-ec9b7931b409" providerId="ADAL" clId="{7BBACB10-8586-4BCC-A476-38C462E71A11}" dt="2025-08-20T05:42:21.751" v="733" actId="20577"/>
          <ac:spMkLst>
            <pc:docMk/>
            <pc:sldMk cId="1034070740" sldId="632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034070740" sldId="632"/>
            <ac:inkMk id="4" creationId="{54B5AB7D-BE60-5CBD-D026-7C7EA9133A1C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82903048" sldId="633"/>
        </pc:sldMkLst>
        <pc:spChg chg="mod">
          <ac:chgData name="Deepika Vatsa" userId="f7100972-27fe-4ee6-8fb4-ec9b7931b409" providerId="ADAL" clId="{7BBACB10-8586-4BCC-A476-38C462E71A11}" dt="2025-08-20T05:42:58.411" v="741" actId="20577"/>
          <ac:spMkLst>
            <pc:docMk/>
            <pc:sldMk cId="482903048" sldId="63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9:27.421" v="1642" actId="114"/>
          <ac:spMkLst>
            <pc:docMk/>
            <pc:sldMk cId="482903048" sldId="633"/>
            <ac:spMk id="5" creationId="{2461C6AC-CE12-CE55-1E34-C97C06A15181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82903048" sldId="633"/>
            <ac:inkMk id="4" creationId="{AC239867-B705-D1F0-4231-DBCA68741015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6699416" sldId="634"/>
        </pc:sldMkLst>
        <pc:spChg chg="del">
          <ac:chgData name="Deepika Vatsa" userId="f7100972-27fe-4ee6-8fb4-ec9b7931b409" providerId="ADAL" clId="{7BBACB10-8586-4BCC-A476-38C462E71A11}" dt="2025-08-20T05:57:49.904" v="762" actId="478"/>
          <ac:spMkLst>
            <pc:docMk/>
            <pc:sldMk cId="2046699416" sldId="634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20.647" v="1628" actId="478"/>
          <ac:picMkLst>
            <pc:docMk/>
            <pc:sldMk cId="2046699416" sldId="634"/>
            <ac:picMk id="6" creationId="{AD084D03-C36A-C512-DD48-5B3303E88AA0}"/>
          </ac:picMkLst>
        </pc:picChg>
        <pc:picChg chg="add mod modCrop">
          <ac:chgData name="Deepika Vatsa" userId="f7100972-27fe-4ee6-8fb4-ec9b7931b409" providerId="ADAL" clId="{7BBACB10-8586-4BCC-A476-38C462E71A11}" dt="2025-08-20T06:48:32.274" v="1634" actId="732"/>
          <ac:picMkLst>
            <pc:docMk/>
            <pc:sldMk cId="2046699416" sldId="634"/>
            <ac:picMk id="7" creationId="{4261722E-4B0F-C2A8-2B2E-D7283F121F24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6699416" sldId="634"/>
            <ac:inkMk id="4" creationId="{D70D7400-B8DC-8405-E6B7-D5BD5C5C312A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746225030" sldId="635"/>
        </pc:sldMkLst>
        <pc:spChg chg="mod">
          <ac:chgData name="Deepika Vatsa" userId="f7100972-27fe-4ee6-8fb4-ec9b7931b409" providerId="ADAL" clId="{7BBACB10-8586-4BCC-A476-38C462E71A11}" dt="2025-08-20T06:14:36.806" v="792" actId="20577"/>
          <ac:spMkLst>
            <pc:docMk/>
            <pc:sldMk cId="746225030" sldId="635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6:50:11.173" v="1676" actId="20577"/>
          <ac:spMkLst>
            <pc:docMk/>
            <pc:sldMk cId="746225030" sldId="635"/>
            <ac:spMk id="5" creationId="{511D877E-D953-9EA2-2658-9866E6DD2D78}"/>
          </ac:spMkLst>
        </pc:spChg>
        <pc:picChg chg="del">
          <ac:chgData name="Deepika Vatsa" userId="f7100972-27fe-4ee6-8fb4-ec9b7931b409" providerId="ADAL" clId="{7BBACB10-8586-4BCC-A476-38C462E71A11}" dt="2025-08-20T06:14:38.527" v="793" actId="478"/>
          <ac:picMkLst>
            <pc:docMk/>
            <pc:sldMk cId="746225030" sldId="635"/>
            <ac:picMk id="6" creationId="{AD084D03-C36A-C512-DD48-5B3303E88AA0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746225030" sldId="635"/>
            <ac:inkMk id="4" creationId="{CCEDA677-310B-0312-E640-FD6E04D1E035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32203484" sldId="636"/>
        </pc:sldMkLst>
        <pc:spChg chg="mod">
          <ac:chgData name="Deepika Vatsa" userId="f7100972-27fe-4ee6-8fb4-ec9b7931b409" providerId="ADAL" clId="{7BBACB10-8586-4BCC-A476-38C462E71A11}" dt="2025-08-20T06:18:26.202" v="827" actId="20577"/>
          <ac:spMkLst>
            <pc:docMk/>
            <pc:sldMk cId="4132203484" sldId="636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28:03.436" v="1357" actId="20577"/>
          <ac:spMkLst>
            <pc:docMk/>
            <pc:sldMk cId="4132203484" sldId="636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32203484" sldId="636"/>
            <ac:inkMk id="4" creationId="{CDF80E7D-A0DD-A4B7-A5BA-90DC25623BB9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7641393" sldId="637"/>
        </pc:sldMkLst>
        <pc:spChg chg="mod">
          <ac:chgData name="Deepika Vatsa" userId="f7100972-27fe-4ee6-8fb4-ec9b7931b409" providerId="ADAL" clId="{7BBACB10-8586-4BCC-A476-38C462E71A11}" dt="2025-08-20T06:29:29.207" v="1372" actId="6549"/>
          <ac:spMkLst>
            <pc:docMk/>
            <pc:sldMk cId="397641393" sldId="637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7641393" sldId="637"/>
            <ac:inkMk id="4" creationId="{2C098E41-7132-B29B-C848-2D8B179D22D8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040000702" sldId="638"/>
        </pc:sldMkLst>
        <pc:spChg chg="mod">
          <ac:chgData name="Deepika Vatsa" userId="f7100972-27fe-4ee6-8fb4-ec9b7931b409" providerId="ADAL" clId="{7BBACB10-8586-4BCC-A476-38C462E71A11}" dt="2025-08-20T06:29:40.570" v="1375" actId="15"/>
          <ac:spMkLst>
            <pc:docMk/>
            <pc:sldMk cId="2040000702" sldId="638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040000702" sldId="638"/>
            <ac:inkMk id="4" creationId="{D186D7C2-3724-A0AC-3ADF-C23564D33B17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97423181" sldId="639"/>
        </pc:sldMkLst>
        <pc:spChg chg="mod">
          <ac:chgData name="Deepika Vatsa" userId="f7100972-27fe-4ee6-8fb4-ec9b7931b409" providerId="ADAL" clId="{7BBACB10-8586-4BCC-A476-38C462E71A11}" dt="2025-08-20T06:33:55.765" v="1393" actId="20577"/>
          <ac:spMkLst>
            <pc:docMk/>
            <pc:sldMk cId="97423181" sldId="639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3:50.792" v="1377" actId="478"/>
          <ac:spMkLst>
            <pc:docMk/>
            <pc:sldMk cId="97423181" sldId="639"/>
            <ac:spMk id="5" creationId="{511D877E-D953-9EA2-2658-9866E6DD2D78}"/>
          </ac:spMkLst>
        </pc:spChg>
        <pc:picChg chg="add mod">
          <ac:chgData name="Deepika Vatsa" userId="f7100972-27fe-4ee6-8fb4-ec9b7931b409" providerId="ADAL" clId="{7BBACB10-8586-4BCC-A476-38C462E71A11}" dt="2025-08-20T06:34:05.246" v="1395" actId="1076"/>
          <ac:picMkLst>
            <pc:docMk/>
            <pc:sldMk cId="97423181" sldId="639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97423181" sldId="639"/>
            <ac:inkMk id="4" creationId="{C9E54979-83BE-2529-925B-8DF2C9EAAA51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583778159" sldId="640"/>
        </pc:sldMkLst>
        <pc:spChg chg="mod">
          <ac:chgData name="Deepika Vatsa" userId="f7100972-27fe-4ee6-8fb4-ec9b7931b409" providerId="ADAL" clId="{7BBACB10-8586-4BCC-A476-38C462E71A11}" dt="2025-08-20T06:34:31.767" v="1416" actId="20577"/>
          <ac:spMkLst>
            <pc:docMk/>
            <pc:sldMk cId="2583778159" sldId="640"/>
            <ac:spMk id="2" creationId="{00000000-0000-0000-0000-000000000000}"/>
          </ac:spMkLst>
        </pc:spChg>
        <pc:picChg chg="add mod">
          <ac:chgData name="Deepika Vatsa" userId="f7100972-27fe-4ee6-8fb4-ec9b7931b409" providerId="ADAL" clId="{7BBACB10-8586-4BCC-A476-38C462E71A11}" dt="2025-08-20T06:34:26.918" v="1400" actId="1076"/>
          <ac:picMkLst>
            <pc:docMk/>
            <pc:sldMk cId="2583778159" sldId="640"/>
            <ac:picMk id="5" creationId="{E3888E7E-B726-F87B-EE88-D7D101352222}"/>
          </ac:picMkLst>
        </pc:picChg>
        <pc:picChg chg="del">
          <ac:chgData name="Deepika Vatsa" userId="f7100972-27fe-4ee6-8fb4-ec9b7931b409" providerId="ADAL" clId="{7BBACB10-8586-4BCC-A476-38C462E71A11}" dt="2025-08-20T06:34:10.883" v="1397" actId="478"/>
          <ac:picMkLst>
            <pc:docMk/>
            <pc:sldMk cId="2583778159" sldId="640"/>
            <ac:picMk id="6" creationId="{47AF47F2-040F-11E0-0C79-A615D4B3B072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583778159" sldId="640"/>
            <ac:inkMk id="4" creationId="{F9ADC63B-521A-A0E3-DF87-FF1EDDDDE33D}"/>
          </ac:inkMkLst>
        </pc:inkChg>
      </pc:sldChg>
      <pc:sldChg chg="delSp modSp add mod">
        <pc:chgData name="Deepika Vatsa" userId="f7100972-27fe-4ee6-8fb4-ec9b7931b409" providerId="ADAL" clId="{7BBACB10-8586-4BCC-A476-38C462E71A11}" dt="2025-08-20T06:35:22.387" v="1430" actId="403"/>
        <pc:sldMkLst>
          <pc:docMk/>
          <pc:sldMk cId="1325567634" sldId="641"/>
        </pc:sldMkLst>
        <pc:spChg chg="mod">
          <ac:chgData name="Deepika Vatsa" userId="f7100972-27fe-4ee6-8fb4-ec9b7931b409" providerId="ADAL" clId="{7BBACB10-8586-4BCC-A476-38C462E71A11}" dt="2025-08-20T06:35:22.387" v="1430" actId="403"/>
          <ac:spMkLst>
            <pc:docMk/>
            <pc:sldMk cId="1325567634" sldId="641"/>
            <ac:spMk id="2" creationId="{00000000-0000-0000-0000-000000000000}"/>
          </ac:spMkLst>
        </pc:spChg>
        <pc:spChg chg="del">
          <ac:chgData name="Deepika Vatsa" userId="f7100972-27fe-4ee6-8fb4-ec9b7931b409" providerId="ADAL" clId="{7BBACB10-8586-4BCC-A476-38C462E71A11}" dt="2025-08-20T06:34:59.107" v="1418" actId="478"/>
          <ac:spMkLst>
            <pc:docMk/>
            <pc:sldMk cId="1325567634" sldId="641"/>
            <ac:spMk id="5" creationId="{2461C6AC-CE12-CE55-1E34-C97C06A15181}"/>
          </ac:spMkLst>
        </pc:spChg>
      </pc:sldChg>
      <pc:sldChg chg="modSp add mod">
        <pc:chgData name="Deepika Vatsa" userId="f7100972-27fe-4ee6-8fb4-ec9b7931b409" providerId="ADAL" clId="{7BBACB10-8586-4BCC-A476-38C462E71A11}" dt="2025-08-20T06:35:35.150" v="1439" actId="20577"/>
        <pc:sldMkLst>
          <pc:docMk/>
          <pc:sldMk cId="3281371514" sldId="642"/>
        </pc:sldMkLst>
        <pc:spChg chg="mod">
          <ac:chgData name="Deepika Vatsa" userId="f7100972-27fe-4ee6-8fb4-ec9b7931b409" providerId="ADAL" clId="{7BBACB10-8586-4BCC-A476-38C462E71A11}" dt="2025-08-20T06:35:35.150" v="1439" actId="20577"/>
          <ac:spMkLst>
            <pc:docMk/>
            <pc:sldMk cId="3281371514" sldId="642"/>
            <ac:spMk id="2" creationId="{00000000-0000-0000-0000-000000000000}"/>
          </ac:spMkLst>
        </pc:spChg>
      </pc:sldChg>
      <pc:sldChg chg="addSp modSp add mod ord">
        <pc:chgData name="Deepika Vatsa" userId="f7100972-27fe-4ee6-8fb4-ec9b7931b409" providerId="ADAL" clId="{7BBACB10-8586-4BCC-A476-38C462E71A11}" dt="2025-08-20T11:37:16.703" v="2620"/>
        <pc:sldMkLst>
          <pc:docMk/>
          <pc:sldMk cId="1316392785" sldId="643"/>
        </pc:sldMkLst>
        <pc:spChg chg="mod">
          <ac:chgData name="Deepika Vatsa" userId="f7100972-27fe-4ee6-8fb4-ec9b7931b409" providerId="ADAL" clId="{7BBACB10-8586-4BCC-A476-38C462E71A11}" dt="2025-08-20T06:40:17.339" v="1516" actId="20577"/>
          <ac:spMkLst>
            <pc:docMk/>
            <pc:sldMk cId="1316392785" sldId="643"/>
            <ac:spMk id="2" creationId="{00000000-0000-0000-0000-000000000000}"/>
          </ac:spMkLst>
        </pc:spChg>
        <pc:spChg chg="mod">
          <ac:chgData name="Deepika Vatsa" userId="f7100972-27fe-4ee6-8fb4-ec9b7931b409" providerId="ADAL" clId="{7BBACB10-8586-4BCC-A476-38C462E71A11}" dt="2025-08-20T06:41:03.560" v="1542"/>
          <ac:spMkLst>
            <pc:docMk/>
            <pc:sldMk cId="1316392785" sldId="643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316392785" sldId="643"/>
            <ac:inkMk id="4" creationId="{17BD0407-EA25-1277-BE98-C748946EB9BA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4154143070" sldId="644"/>
        </pc:sldMkLst>
        <pc:spChg chg="mod">
          <ac:chgData name="Deepika Vatsa" userId="f7100972-27fe-4ee6-8fb4-ec9b7931b409" providerId="ADAL" clId="{7BBACB10-8586-4BCC-A476-38C462E71A11}" dt="2025-08-20T06:42:52.692" v="1621" actId="20577"/>
          <ac:spMkLst>
            <pc:docMk/>
            <pc:sldMk cId="4154143070" sldId="644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4154143070" sldId="644"/>
            <ac:inkMk id="4" creationId="{9EF5BFCC-BBF3-4570-20A0-B67AED60275B}"/>
          </ac:inkMkLst>
        </pc:ink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731779941" sldId="645"/>
        </pc:sldMkLst>
        <pc:spChg chg="mod">
          <ac:chgData name="Deepika Vatsa" userId="f7100972-27fe-4ee6-8fb4-ec9b7931b409" providerId="ADAL" clId="{7BBACB10-8586-4BCC-A476-38C462E71A11}" dt="2025-08-20T06:41:22.338" v="1551" actId="113"/>
          <ac:spMkLst>
            <pc:docMk/>
            <pc:sldMk cId="3731779941" sldId="645"/>
            <ac:spMk id="5" creationId="{511D877E-D953-9EA2-2658-9866E6DD2D78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731779941" sldId="645"/>
            <ac:inkMk id="4" creationId="{5AC419C3-8D99-A037-EC2C-A8289BDB7403}"/>
          </ac:inkMkLst>
        </pc:inkChg>
      </pc:sldChg>
      <pc:sldChg chg="addSp add">
        <pc:chgData name="Deepika Vatsa" userId="f7100972-27fe-4ee6-8fb4-ec9b7931b409" providerId="ADAL" clId="{7BBACB10-8586-4BCC-A476-38C462E71A11}" dt="2025-08-20T11:37:16.703" v="2620"/>
        <pc:sldMkLst>
          <pc:docMk/>
          <pc:sldMk cId="1825479687" sldId="646"/>
        </pc:sldMkLst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1825479687" sldId="646"/>
            <ac:inkMk id="4" creationId="{9ED57F5B-8592-4B94-68EF-6BE6EFC79E86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6:48:10.187" v="1626" actId="47"/>
        <pc:sldMkLst>
          <pc:docMk/>
          <pc:sldMk cId="2823366148" sldId="646"/>
        </pc:sldMkLst>
        <pc:spChg chg="del">
          <ac:chgData name="Deepika Vatsa" userId="f7100972-27fe-4ee6-8fb4-ec9b7931b409" providerId="ADAL" clId="{7BBACB10-8586-4BCC-A476-38C462E71A11}" dt="2025-08-20T06:48:02.916" v="1623" actId="478"/>
          <ac:spMkLst>
            <pc:docMk/>
            <pc:sldMk cId="2823366148" sldId="646"/>
            <ac:spMk id="5" creationId="{2461C6AC-CE12-CE55-1E34-C97C06A15181}"/>
          </ac:spMkLst>
        </pc:spChg>
        <pc:picChg chg="add del mod">
          <ac:chgData name="Deepika Vatsa" userId="f7100972-27fe-4ee6-8fb4-ec9b7931b409" providerId="ADAL" clId="{7BBACB10-8586-4BCC-A476-38C462E71A11}" dt="2025-08-20T06:48:07.940" v="1625"/>
          <ac:picMkLst>
            <pc:docMk/>
            <pc:sldMk cId="2823366148" sldId="646"/>
            <ac:picMk id="4" creationId="{052E0D85-B66D-F88F-C54D-A8C608B9CB87}"/>
          </ac:picMkLst>
        </pc:pic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536546870" sldId="647"/>
        </pc:sldMkLst>
        <pc:spChg chg="del">
          <ac:chgData name="Deepika Vatsa" userId="f7100972-27fe-4ee6-8fb4-ec9b7931b409" providerId="ADAL" clId="{7BBACB10-8586-4BCC-A476-38C462E71A11}" dt="2025-08-20T06:52:33.256" v="1678" actId="478"/>
          <ac:spMkLst>
            <pc:docMk/>
            <pc:sldMk cId="3536546870" sldId="647"/>
            <ac:spMk id="5" creationId="{511D877E-D953-9EA2-2658-9866E6DD2D78}"/>
          </ac:spMkLst>
        </pc:spChg>
        <pc:picChg chg="add mod modCrop">
          <ac:chgData name="Deepika Vatsa" userId="f7100972-27fe-4ee6-8fb4-ec9b7931b409" providerId="ADAL" clId="{7BBACB10-8586-4BCC-A476-38C462E71A11}" dt="2025-08-20T06:52:47.358" v="1682" actId="1076"/>
          <ac:picMkLst>
            <pc:docMk/>
            <pc:sldMk cId="3536546870" sldId="647"/>
            <ac:picMk id="4" creationId="{52826AD3-6F07-615F-2B72-E90F9DAE671E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536546870" sldId="647"/>
            <ac:inkMk id="5" creationId="{48F69E82-123F-45EE-AF2E-934D2983316B}"/>
          </ac:inkMkLst>
        </pc:inkChg>
      </pc:sldChg>
      <pc:sldChg chg="addSp delSp modSp add mod">
        <pc:chgData name="Deepika Vatsa" userId="f7100972-27fe-4ee6-8fb4-ec9b7931b409" providerId="ADAL" clId="{7BBACB10-8586-4BCC-A476-38C462E71A11}" dt="2025-08-20T11:37:16.703" v="2620"/>
        <pc:sldMkLst>
          <pc:docMk/>
          <pc:sldMk cId="3930264224" sldId="648"/>
        </pc:sldMkLst>
        <pc:spChg chg="mod">
          <ac:chgData name="Deepika Vatsa" userId="f7100972-27fe-4ee6-8fb4-ec9b7931b409" providerId="ADAL" clId="{7BBACB10-8586-4BCC-A476-38C462E71A11}" dt="2025-08-20T06:53:34.954" v="1695" actId="20577"/>
          <ac:spMkLst>
            <pc:docMk/>
            <pc:sldMk cId="3930264224" sldId="648"/>
            <ac:spMk id="2" creationId="{00000000-0000-0000-0000-000000000000}"/>
          </ac:spMkLst>
        </pc:spChg>
        <pc:spChg chg="add mod">
          <ac:chgData name="Deepika Vatsa" userId="f7100972-27fe-4ee6-8fb4-ec9b7931b409" providerId="ADAL" clId="{7BBACB10-8586-4BCC-A476-38C462E71A11}" dt="2025-08-20T07:07:56.937" v="2619" actId="1076"/>
          <ac:spMkLst>
            <pc:docMk/>
            <pc:sldMk cId="3930264224" sldId="648"/>
            <ac:spMk id="6" creationId="{FFD9A4DD-B5AB-E8DB-C496-231CC09E2328}"/>
          </ac:spMkLst>
        </pc:spChg>
        <pc:picChg chg="del">
          <ac:chgData name="Deepika Vatsa" userId="f7100972-27fe-4ee6-8fb4-ec9b7931b409" providerId="ADAL" clId="{7BBACB10-8586-4BCC-A476-38C462E71A11}" dt="2025-08-20T06:53:36.586" v="1696" actId="478"/>
          <ac:picMkLst>
            <pc:docMk/>
            <pc:sldMk cId="3930264224" sldId="648"/>
            <ac:picMk id="4" creationId="{52826AD3-6F07-615F-2B72-E90F9DAE671E}"/>
          </ac:picMkLst>
        </pc:picChg>
        <pc:picChg chg="add del mod">
          <ac:chgData name="Deepika Vatsa" userId="f7100972-27fe-4ee6-8fb4-ec9b7931b409" providerId="ADAL" clId="{7BBACB10-8586-4BCC-A476-38C462E71A11}" dt="2025-08-20T06:56:17.473" v="2015" actId="478"/>
          <ac:picMkLst>
            <pc:docMk/>
            <pc:sldMk cId="3930264224" sldId="648"/>
            <ac:picMk id="5" creationId="{90B69D6D-4D75-A08B-F30E-E6BF26ECD871}"/>
          </ac:picMkLst>
        </pc:pic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3930264224" sldId="648"/>
            <ac:inkMk id="4" creationId="{5B05BB2A-4A4F-9946-3A29-504DBDCFD2EB}"/>
          </ac:inkMkLst>
        </pc:inkChg>
      </pc:sldChg>
      <pc:sldChg chg="addSp delSp modSp add del mod">
        <pc:chgData name="Deepika Vatsa" userId="f7100972-27fe-4ee6-8fb4-ec9b7931b409" providerId="ADAL" clId="{7BBACB10-8586-4BCC-A476-38C462E71A11}" dt="2025-08-20T07:04:05.864" v="2494" actId="47"/>
        <pc:sldMkLst>
          <pc:docMk/>
          <pc:sldMk cId="1939606234" sldId="649"/>
        </pc:sldMkLst>
        <pc:picChg chg="add mod modCrop">
          <ac:chgData name="Deepika Vatsa" userId="f7100972-27fe-4ee6-8fb4-ec9b7931b409" providerId="ADAL" clId="{7BBACB10-8586-4BCC-A476-38C462E71A11}" dt="2025-08-20T06:54:29.380" v="1707" actId="1076"/>
          <ac:picMkLst>
            <pc:docMk/>
            <pc:sldMk cId="1939606234" sldId="649"/>
            <ac:picMk id="4" creationId="{8073A3DF-2A3E-5F66-4875-63C1D5E6A527}"/>
          </ac:picMkLst>
        </pc:picChg>
        <pc:picChg chg="del">
          <ac:chgData name="Deepika Vatsa" userId="f7100972-27fe-4ee6-8fb4-ec9b7931b409" providerId="ADAL" clId="{7BBACB10-8586-4BCC-A476-38C462E71A11}" dt="2025-08-20T06:53:48.007" v="1700" actId="478"/>
          <ac:picMkLst>
            <pc:docMk/>
            <pc:sldMk cId="1939606234" sldId="649"/>
            <ac:picMk id="5" creationId="{90B69D6D-4D75-A08B-F30E-E6BF26ECD871}"/>
          </ac:picMkLst>
        </pc:picChg>
      </pc:sldChg>
      <pc:sldChg chg="addSp modSp add mod">
        <pc:chgData name="Deepika Vatsa" userId="f7100972-27fe-4ee6-8fb4-ec9b7931b409" providerId="ADAL" clId="{7BBACB10-8586-4BCC-A476-38C462E71A11}" dt="2025-08-20T11:37:16.703" v="2620"/>
        <pc:sldMkLst>
          <pc:docMk/>
          <pc:sldMk cId="2272648693" sldId="650"/>
        </pc:sldMkLst>
        <pc:spChg chg="mod">
          <ac:chgData name="Deepika Vatsa" userId="f7100972-27fe-4ee6-8fb4-ec9b7931b409" providerId="ADAL" clId="{7BBACB10-8586-4BCC-A476-38C462E71A11}" dt="2025-08-20T07:03:43.999" v="2452" actId="1076"/>
          <ac:spMkLst>
            <pc:docMk/>
            <pc:sldMk cId="2272648693" sldId="650"/>
            <ac:spMk id="6" creationId="{FFD9A4DD-B5AB-E8DB-C496-231CC09E2328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7" creationId="{E66E3315-B034-A861-26B7-161D840A9B8B}"/>
          </ac:spMkLst>
        </pc:spChg>
        <pc:spChg chg="add mod">
          <ac:chgData name="Deepika Vatsa" userId="f7100972-27fe-4ee6-8fb4-ec9b7931b409" providerId="ADAL" clId="{7BBACB10-8586-4BCC-A476-38C462E71A11}" dt="2025-08-20T07:03:54.092" v="2492" actId="1036"/>
          <ac:spMkLst>
            <pc:docMk/>
            <pc:sldMk cId="2272648693" sldId="650"/>
            <ac:spMk id="8" creationId="{128771D7-1DE7-3AC6-2294-0C18F21CB146}"/>
          </ac:spMkLst>
        </pc:spChg>
        <pc:inkChg chg="add">
          <ac:chgData name="Deepika Vatsa" userId="f7100972-27fe-4ee6-8fb4-ec9b7931b409" providerId="ADAL" clId="{7BBACB10-8586-4BCC-A476-38C462E71A11}" dt="2025-08-20T11:37:16.703" v="2620"/>
          <ac:inkMkLst>
            <pc:docMk/>
            <pc:sldMk cId="2272648693" sldId="650"/>
            <ac:inkMk id="4" creationId="{201305CA-103F-AE7E-F77A-F7E37CE5BB0E}"/>
          </ac:inkMkLst>
        </pc:inkChg>
        <pc:cxnChg chg="add mod">
          <ac:chgData name="Deepika Vatsa" userId="f7100972-27fe-4ee6-8fb4-ec9b7931b409" providerId="ADAL" clId="{7BBACB10-8586-4BCC-A476-38C462E71A11}" dt="2025-08-20T07:04:00.836" v="2493" actId="14100"/>
          <ac:cxnSpMkLst>
            <pc:docMk/>
            <pc:sldMk cId="2272648693" sldId="650"/>
            <ac:cxnSpMk id="5" creationId="{24B3BA2A-7D87-5D78-8A80-D0AF4570A12E}"/>
          </ac:cxnSpMkLst>
        </pc:cxnChg>
      </pc:sldChg>
    </pc:docChg>
  </pc:docChgLst>
  <pc:docChgLst>
    <pc:chgData name="Deepika Vatsa" userId="f7100972-27fe-4ee6-8fb4-ec9b7931b409" providerId="ADAL" clId="{43FC3250-EE2F-489E-970D-AD8C57589867}"/>
    <pc:docChg chg="undo redo custSel addSld delSld modSld sldOrd">
      <pc:chgData name="Deepika Vatsa" userId="f7100972-27fe-4ee6-8fb4-ec9b7931b409" providerId="ADAL" clId="{43FC3250-EE2F-489E-970D-AD8C57589867}" dt="2025-07-31T04:12:47.743" v="5160" actId="478"/>
      <pc:docMkLst>
        <pc:docMk/>
      </pc:docMkLst>
      <pc:sldChg chg="modSp add del mod">
        <pc:chgData name="Deepika Vatsa" userId="f7100972-27fe-4ee6-8fb4-ec9b7931b409" providerId="ADAL" clId="{43FC3250-EE2F-489E-970D-AD8C57589867}" dt="2025-07-23T11:06:41.949" v="98" actId="47"/>
        <pc:sldMkLst>
          <pc:docMk/>
          <pc:sldMk cId="0" sldId="263"/>
        </pc:sldMkLst>
        <pc:spChg chg="mod">
          <ac:chgData name="Deepika Vatsa" userId="f7100972-27fe-4ee6-8fb4-ec9b7931b409" providerId="ADAL" clId="{43FC3250-EE2F-489E-970D-AD8C57589867}" dt="2025-07-23T11:06:13.620" v="88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eepika Vatsa" userId="f7100972-27fe-4ee6-8fb4-ec9b7931b409" providerId="ADAL" clId="{43FC3250-EE2F-489E-970D-AD8C57589867}" dt="2025-07-23T11:01:16.225" v="18" actId="20577"/>
        <pc:sldMkLst>
          <pc:docMk/>
          <pc:sldMk cId="0" sldId="395"/>
        </pc:sldMkLst>
        <pc:spChg chg="mod">
          <ac:chgData name="Deepika Vatsa" userId="f7100972-27fe-4ee6-8fb4-ec9b7931b409" providerId="ADAL" clId="{43FC3250-EE2F-489E-970D-AD8C57589867}" dt="2025-07-23T11:01:16.225" v="18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43FC3250-EE2F-489E-970D-AD8C57589867}" dt="2025-07-31T03:19:24.681" v="5124" actId="478"/>
        <pc:sldMkLst>
          <pc:docMk/>
          <pc:sldMk cId="3439049211" sldId="591"/>
        </pc:sldMkLst>
        <pc:spChg chg="mod">
          <ac:chgData name="Deepika Vatsa" userId="f7100972-27fe-4ee6-8fb4-ec9b7931b409" providerId="ADAL" clId="{43FC3250-EE2F-489E-970D-AD8C57589867}" dt="2025-07-23T11:02:03.827" v="49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30T10:52:31" v="4788" actId="20577"/>
          <ac:spMkLst>
            <pc:docMk/>
            <pc:sldMk cId="3439049211" sldId="591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0:20.461" v="4872"/>
          <ac:grpSpMkLst>
            <pc:docMk/>
            <pc:sldMk cId="3439049211" sldId="591"/>
            <ac:grpSpMk id="20" creationId="{DC352B7A-AB12-6C8C-B40D-C7BFBFCE2B59}"/>
          </ac:grpSpMkLst>
        </pc:grpChg>
        <pc:grpChg chg="del mod">
          <ac:chgData name="Deepika Vatsa" userId="f7100972-27fe-4ee6-8fb4-ec9b7931b409" providerId="ADAL" clId="{43FC3250-EE2F-489E-970D-AD8C57589867}" dt="2025-07-30T11:10:21.647" v="4874"/>
          <ac:grpSpMkLst>
            <pc:docMk/>
            <pc:sldMk cId="3439049211" sldId="591"/>
            <ac:grpSpMk id="24" creationId="{219CEEA5-0BF5-D4C3-8297-46607827DC4A}"/>
          </ac:grpSpMkLst>
        </pc:grpChg>
        <pc:grpChg chg="del mod">
          <ac:chgData name="Deepika Vatsa" userId="f7100972-27fe-4ee6-8fb4-ec9b7931b409" providerId="ADAL" clId="{43FC3250-EE2F-489E-970D-AD8C57589867}" dt="2025-07-31T03:19:24.681" v="5124" actId="478"/>
          <ac:grpSpMkLst>
            <pc:docMk/>
            <pc:sldMk cId="3439049211" sldId="591"/>
            <ac:grpSpMk id="26" creationId="{CAF1A6F6-9C72-7932-F250-182C708B9874}"/>
          </ac:grpSpMkLst>
        </pc:grp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4" creationId="{3103EF01-424F-C304-D55F-BDF3B11BF7A7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5" creationId="{74B83C97-E185-AF86-0B13-73C5834EE65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6" creationId="{328FEBB9-E79F-0F6B-0E2D-C19663BB766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7" creationId="{854F0EFD-4DD1-8150-FC71-7851EEFDCE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8" creationId="{8B42F887-7A3C-9D5C-8DDA-FA4CA83409A1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9" creationId="{A6943454-225C-1AF3-8DB9-AFF7A45E73B2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0" creationId="{8996F264-38A7-CDB3-4869-47F5A899F28A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12" creationId="{04AE4E2F-8C9F-B7C2-9278-48AA8188A50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3" creationId="{8755AB8D-3ED9-3C73-CDBA-025161D8B22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4" creationId="{744EB10D-18B0-E11A-38DA-DDD55B06151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5" creationId="{A918B39F-BAEB-1C9D-2B99-1738390BD99C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6" creationId="{3DABC3DD-1CED-B08C-CF0D-B611F020BD31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7" creationId="{CF1A4D57-586A-8CA6-97CA-6E29973C05CD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8" creationId="{5EE911C1-43D8-0D3F-1520-F0E2D8E90586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19" creationId="{6496225F-E2F3-5CBC-C0BB-B4434955C7F9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1" creationId="{883064B7-9A95-C7B8-4B00-475D3567FDCA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2" creationId="{9461E0D5-74C5-6752-1E58-BDC563173CE2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3" creationId="{BEB516DC-41B4-9003-26DB-CED7ABD1BD15}"/>
          </ac:inkMkLst>
        </pc:inkChg>
        <pc:inkChg chg="add mod">
          <ac:chgData name="Deepika Vatsa" userId="f7100972-27fe-4ee6-8fb4-ec9b7931b409" providerId="ADAL" clId="{43FC3250-EE2F-489E-970D-AD8C57589867}" dt="2025-07-30T11:10:21.647" v="4874"/>
          <ac:inkMkLst>
            <pc:docMk/>
            <pc:sldMk cId="3439049211" sldId="591"/>
            <ac:inkMk id="25" creationId="{95948E87-3F7C-4C2A-1D72-999FDCCE5A6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7" creationId="{68154FC1-F8AD-9AAE-9DEC-DB372BB472F9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8" creationId="{75999692-1466-B909-05FB-F6CA12D7F31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29" creationId="{29F97E77-03ED-C129-B9D7-928CA7B60C7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0" creationId="{CD80CB74-21BA-AA3D-B777-AA8CD0D161BB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1" creationId="{F01B7832-C789-7243-9649-E6B691B9630D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2" creationId="{22C8E466-96B9-296C-F3C3-326AE82D99F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3" creationId="{8C6FB7F6-78A9-ED6F-4BAF-841452B5FB93}"/>
          </ac:inkMkLst>
        </pc:inkChg>
        <pc:inkChg chg="add del">
          <ac:chgData name="Deepika Vatsa" userId="f7100972-27fe-4ee6-8fb4-ec9b7931b409" providerId="ADAL" clId="{43FC3250-EE2F-489E-970D-AD8C57589867}" dt="2025-07-31T03:19:24.681" v="5124" actId="478"/>
          <ac:inkMkLst>
            <pc:docMk/>
            <pc:sldMk cId="3439049211" sldId="591"/>
            <ac:inkMk id="34" creationId="{ED69AD48-2341-B5C4-5AE5-B79F5B3170B2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94535748" sldId="592"/>
        </pc:sldMkLst>
      </pc:sldChg>
      <pc:sldChg chg="addSp delSp modSp add mod">
        <pc:chgData name="Deepika Vatsa" userId="f7100972-27fe-4ee6-8fb4-ec9b7931b409" providerId="ADAL" clId="{43FC3250-EE2F-489E-970D-AD8C57589867}" dt="2025-07-31T04:12:34.873" v="5155" actId="478"/>
        <pc:sldMkLst>
          <pc:docMk/>
          <pc:sldMk cId="2432536662" sldId="592"/>
        </pc:sldMkLst>
        <pc:spChg chg="mod">
          <ac:chgData name="Deepika Vatsa" userId="f7100972-27fe-4ee6-8fb4-ec9b7931b409" providerId="ADAL" clId="{43FC3250-EE2F-489E-970D-AD8C57589867}" dt="2025-07-23T11:05:59.483" v="86" actId="20577"/>
          <ac:spMkLst>
            <pc:docMk/>
            <pc:sldMk cId="2432536662" sldId="59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3T11:06:35.616" v="97"/>
          <ac:spMkLst>
            <pc:docMk/>
            <pc:sldMk cId="2432536662" sldId="592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4:12:34.873" v="5155" actId="478"/>
          <ac:inkMkLst>
            <pc:docMk/>
            <pc:sldMk cId="2432536662" sldId="592"/>
            <ac:inkMk id="4" creationId="{A364DE06-1238-648C-3CB4-BD520B86393F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19:29.401" v="5125" actId="478"/>
        <pc:sldMkLst>
          <pc:docMk/>
          <pc:sldMk cId="3198423911" sldId="593"/>
        </pc:sldMkLst>
        <pc:spChg chg="mod">
          <ac:chgData name="Deepika Vatsa" userId="f7100972-27fe-4ee6-8fb4-ec9b7931b409" providerId="ADAL" clId="{43FC3250-EE2F-489E-970D-AD8C57589867}" dt="2025-07-30T10:53:23.472" v="4795" actId="20577"/>
          <ac:spMkLst>
            <pc:docMk/>
            <pc:sldMk cId="3198423911" sldId="593"/>
            <ac:spMk id="11" creationId="{06381CCD-359B-D8A2-1997-A5B56A02FD41}"/>
          </ac:spMkLst>
        </pc:sp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4" creationId="{B799786D-6A20-6E7A-5142-4B7207D36D6F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5" creationId="{2148F28B-36BD-62CA-5BEB-869A041F88C3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6" creationId="{BE41BFAD-0CCD-E755-EB2A-3964B7EA02BE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7" creationId="{EBD33831-D62D-3D1A-A8D1-14BA50E7BBF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8" creationId="{0CAB3322-00CB-2908-B9AC-36E821B60B02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9" creationId="{4246602E-3469-E998-6154-A1BBABCC8B77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0" creationId="{EBD11572-9FE6-7547-06B8-E669B1E2FF41}"/>
          </ac:inkMkLst>
        </pc:inkChg>
        <pc:inkChg chg="add del">
          <ac:chgData name="Deepika Vatsa" userId="f7100972-27fe-4ee6-8fb4-ec9b7931b409" providerId="ADAL" clId="{43FC3250-EE2F-489E-970D-AD8C57589867}" dt="2025-07-31T03:19:29.401" v="5125" actId="478"/>
          <ac:inkMkLst>
            <pc:docMk/>
            <pc:sldMk cId="3198423911" sldId="593"/>
            <ac:inkMk id="12" creationId="{708D7DD2-80E0-723C-3B27-D041F102AD6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539443453" sldId="593"/>
        </pc:sldMkLst>
      </pc:sldChg>
      <pc:sldChg chg="addSp modSp add del mod">
        <pc:chgData name="Deepika Vatsa" userId="f7100972-27fe-4ee6-8fb4-ec9b7931b409" providerId="ADAL" clId="{43FC3250-EE2F-489E-970D-AD8C57589867}" dt="2025-07-24T08:34:45.342" v="1025" actId="2696"/>
        <pc:sldMkLst>
          <pc:docMk/>
          <pc:sldMk cId="48978311" sldId="594"/>
        </pc:sldMkLst>
        <pc:spChg chg="add mod">
          <ac:chgData name="Deepika Vatsa" userId="f7100972-27fe-4ee6-8fb4-ec9b7931b409" providerId="ADAL" clId="{43FC3250-EE2F-489E-970D-AD8C57589867}" dt="2025-07-24T08:22:49.480" v="841" actId="1076"/>
          <ac:spMkLst>
            <pc:docMk/>
            <pc:sldMk cId="48978311" sldId="594"/>
            <ac:spMk id="4" creationId="{9D01F8F6-E974-C5E7-0FB9-FA776F6EAD03}"/>
          </ac:spMkLst>
        </pc:spChg>
        <pc:spChg chg="mod">
          <ac:chgData name="Deepika Vatsa" userId="f7100972-27fe-4ee6-8fb4-ec9b7931b409" providerId="ADAL" clId="{43FC3250-EE2F-489E-970D-AD8C57589867}" dt="2025-07-24T08:18:11.348" v="809" actId="20577"/>
          <ac:spMkLst>
            <pc:docMk/>
            <pc:sldMk cId="48978311" sldId="594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4T08:22:20.930" v="818" actId="1076"/>
          <ac:picMkLst>
            <pc:docMk/>
            <pc:sldMk cId="48978311" sldId="594"/>
            <ac:picMk id="1026" creationId="{A07EB3EA-E52A-11AF-3888-F41C75FA848D}"/>
          </ac:picMkLst>
        </pc:pic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249137657" sldId="594"/>
        </pc:sldMkLst>
      </pc:sldChg>
      <pc:sldChg chg="addSp delSp modSp add mod">
        <pc:chgData name="Deepika Vatsa" userId="f7100972-27fe-4ee6-8fb4-ec9b7931b409" providerId="ADAL" clId="{43FC3250-EE2F-489E-970D-AD8C57589867}" dt="2025-07-31T03:19:48.639" v="5127" actId="478"/>
        <pc:sldMkLst>
          <pc:docMk/>
          <pc:sldMk cId="815781673" sldId="595"/>
        </pc:sldMkLst>
        <pc:spChg chg="mod">
          <ac:chgData name="Deepika Vatsa" userId="f7100972-27fe-4ee6-8fb4-ec9b7931b409" providerId="ADAL" clId="{43FC3250-EE2F-489E-970D-AD8C57589867}" dt="2025-07-24T08:37:05.303" v="1251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4T08:32:14.278" v="865" actId="478"/>
          <ac:spMkLst>
            <pc:docMk/>
            <pc:sldMk cId="815781673" sldId="595"/>
            <ac:spMk id="4" creationId="{9D01F8F6-E974-C5E7-0FB9-FA776F6EAD03}"/>
          </ac:spMkLst>
        </pc:spChg>
        <pc:spChg chg="add mod">
          <ac:chgData name="Deepika Vatsa" userId="f7100972-27fe-4ee6-8fb4-ec9b7931b409" providerId="ADAL" clId="{43FC3250-EE2F-489E-970D-AD8C57589867}" dt="2025-07-24T08:40:38.696" v="1330" actId="403"/>
          <ac:spMkLst>
            <pc:docMk/>
            <pc:sldMk cId="815781673" sldId="595"/>
            <ac:spMk id="7" creationId="{BCBAFA03-3862-AA92-2365-76BF8A47DE8D}"/>
          </ac:spMkLst>
        </pc:spChg>
        <pc:spChg chg="mod">
          <ac:chgData name="Deepika Vatsa" userId="f7100972-27fe-4ee6-8fb4-ec9b7931b409" providerId="ADAL" clId="{43FC3250-EE2F-489E-970D-AD8C57589867}" dt="2025-07-24T08:39:06.013" v="1293" actId="6549"/>
          <ac:spMkLst>
            <pc:docMk/>
            <pc:sldMk cId="815781673" sldId="595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13:15.432" v="4906"/>
          <ac:grpSpMkLst>
            <pc:docMk/>
            <pc:sldMk cId="815781673" sldId="595"/>
            <ac:grpSpMk id="19" creationId="{3C1DA0E4-D11A-2BE9-C192-D6F0BC0FF255}"/>
          </ac:grpSpMkLst>
        </pc:grpChg>
        <pc:grpChg chg="del mod">
          <ac:chgData name="Deepika Vatsa" userId="f7100972-27fe-4ee6-8fb4-ec9b7931b409" providerId="ADAL" clId="{43FC3250-EE2F-489E-970D-AD8C57589867}" dt="2025-07-30T11:13:19.546" v="4908"/>
          <ac:grpSpMkLst>
            <pc:docMk/>
            <pc:sldMk cId="815781673" sldId="595"/>
            <ac:grpSpMk id="21" creationId="{8C9F124E-DB40-DAD2-C83A-121001926ED4}"/>
          </ac:grpSpMkLst>
        </pc:grpChg>
        <pc:grpChg chg="del mod">
          <ac:chgData name="Deepika Vatsa" userId="f7100972-27fe-4ee6-8fb4-ec9b7931b409" providerId="ADAL" clId="{43FC3250-EE2F-489E-970D-AD8C57589867}" dt="2025-07-30T11:13:22.839" v="4911"/>
          <ac:grpSpMkLst>
            <pc:docMk/>
            <pc:sldMk cId="815781673" sldId="595"/>
            <ac:grpSpMk id="23" creationId="{DE86DEFD-69AB-7AE6-BD3E-1BA7D61DF24D}"/>
          </ac:grpSpMkLst>
        </pc:grpChg>
        <pc:grpChg chg="del mod">
          <ac:chgData name="Deepika Vatsa" userId="f7100972-27fe-4ee6-8fb4-ec9b7931b409" providerId="ADAL" clId="{43FC3250-EE2F-489E-970D-AD8C57589867}" dt="2025-07-30T11:13:33.341" v="4915"/>
          <ac:grpSpMkLst>
            <pc:docMk/>
            <pc:sldMk cId="815781673" sldId="595"/>
            <ac:grpSpMk id="26" creationId="{FDF50693-1D53-4326-0417-3C5FFD7FA4EC}"/>
          </ac:grpSpMkLst>
        </pc:grpChg>
        <pc:grpChg chg="del mod">
          <ac:chgData name="Deepika Vatsa" userId="f7100972-27fe-4ee6-8fb4-ec9b7931b409" providerId="ADAL" clId="{43FC3250-EE2F-489E-970D-AD8C57589867}" dt="2025-07-30T11:13:40.875" v="4917"/>
          <ac:grpSpMkLst>
            <pc:docMk/>
            <pc:sldMk cId="815781673" sldId="595"/>
            <ac:grpSpMk id="30" creationId="{095FD8D9-6142-7FB0-AA65-2C7315886F71}"/>
          </ac:grpSpMkLst>
        </pc:grpChg>
        <pc:grpChg chg="del mod">
          <ac:chgData name="Deepika Vatsa" userId="f7100972-27fe-4ee6-8fb4-ec9b7931b409" providerId="ADAL" clId="{43FC3250-EE2F-489E-970D-AD8C57589867}" dt="2025-07-30T11:13:45.075" v="4920"/>
          <ac:grpSpMkLst>
            <pc:docMk/>
            <pc:sldMk cId="815781673" sldId="595"/>
            <ac:grpSpMk id="32" creationId="{A1527D73-3B78-69B9-8898-C5CA5786FE74}"/>
          </ac:grpSpMkLst>
        </pc:grpChg>
        <pc:grpChg chg="del mod">
          <ac:chgData name="Deepika Vatsa" userId="f7100972-27fe-4ee6-8fb4-ec9b7931b409" providerId="ADAL" clId="{43FC3250-EE2F-489E-970D-AD8C57589867}" dt="2025-07-31T03:19:48.639" v="5127" actId="478"/>
          <ac:grpSpMkLst>
            <pc:docMk/>
            <pc:sldMk cId="815781673" sldId="595"/>
            <ac:grpSpMk id="35" creationId="{FB3340CE-15F7-EBE9-BF2E-3E8AAFC42BBB}"/>
          </ac:grpSpMkLst>
        </pc:grpChg>
        <pc:picChg chg="add del mod">
          <ac:chgData name="Deepika Vatsa" userId="f7100972-27fe-4ee6-8fb4-ec9b7931b409" providerId="ADAL" clId="{43FC3250-EE2F-489E-970D-AD8C57589867}" dt="2025-07-24T08:39:13.843" v="1295" actId="478"/>
          <ac:picMkLst>
            <pc:docMk/>
            <pc:sldMk cId="815781673" sldId="595"/>
            <ac:picMk id="6" creationId="{06CDD532-FD42-2A67-1E0A-4C898A463CCC}"/>
          </ac:picMkLst>
        </pc:picChg>
        <pc:picChg chg="del">
          <ac:chgData name="Deepika Vatsa" userId="f7100972-27fe-4ee6-8fb4-ec9b7931b409" providerId="ADAL" clId="{43FC3250-EE2F-489E-970D-AD8C57589867}" dt="2025-07-24T08:32:11.817" v="864" actId="478"/>
          <ac:picMkLst>
            <pc:docMk/>
            <pc:sldMk cId="815781673" sldId="595"/>
            <ac:picMk id="1026" creationId="{A07EB3EA-E52A-11AF-3888-F41C75FA848D}"/>
          </ac:picMkLst>
        </pc:picChg>
        <pc:picChg chg="add mod">
          <ac:chgData name="Deepika Vatsa" userId="f7100972-27fe-4ee6-8fb4-ec9b7931b409" providerId="ADAL" clId="{43FC3250-EE2F-489E-970D-AD8C57589867}" dt="2025-07-24T08:39:36.667" v="1301" actId="1076"/>
          <ac:picMkLst>
            <pc:docMk/>
            <pc:sldMk cId="815781673" sldId="595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4" creationId="{62800112-A9D4-C752-A45C-955B82029571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5" creationId="{FF5D786E-AD0A-98B2-5F3F-141BC9C6FF5E}"/>
          </ac:inkMkLst>
        </pc:inkChg>
        <pc:inkChg chg="add del">
          <ac:chgData name="Deepika Vatsa" userId="f7100972-27fe-4ee6-8fb4-ec9b7931b409" providerId="ADAL" clId="{43FC3250-EE2F-489E-970D-AD8C57589867}" dt="2025-07-31T03:19:45.741" v="5126" actId="478"/>
          <ac:inkMkLst>
            <pc:docMk/>
            <pc:sldMk cId="815781673" sldId="595"/>
            <ac:inkMk id="6" creationId="{B9741922-A1E1-A8CF-CEB0-8CACF16AB1B0}"/>
          </ac:inkMkLst>
        </pc:inkChg>
        <pc:inkChg chg="add">
          <ac:chgData name="Deepika Vatsa" userId="f7100972-27fe-4ee6-8fb4-ec9b7931b409" providerId="ADAL" clId="{43FC3250-EE2F-489E-970D-AD8C57589867}" dt="2025-07-30T11:12:50.664" v="4894" actId="9405"/>
          <ac:inkMkLst>
            <pc:docMk/>
            <pc:sldMk cId="815781673" sldId="595"/>
            <ac:inkMk id="8" creationId="{EEACF910-633C-AE8B-0642-C71E5B84C041}"/>
          </ac:inkMkLst>
        </pc:inkChg>
        <pc:inkChg chg="add">
          <ac:chgData name="Deepika Vatsa" userId="f7100972-27fe-4ee6-8fb4-ec9b7931b409" providerId="ADAL" clId="{43FC3250-EE2F-489E-970D-AD8C57589867}" dt="2025-07-30T11:12:54.368" v="4895" actId="9405"/>
          <ac:inkMkLst>
            <pc:docMk/>
            <pc:sldMk cId="815781673" sldId="595"/>
            <ac:inkMk id="9" creationId="{C39F76D6-5DCC-CD24-131E-897F8204AFE4}"/>
          </ac:inkMkLst>
        </pc:inkChg>
        <pc:inkChg chg="add">
          <ac:chgData name="Deepika Vatsa" userId="f7100972-27fe-4ee6-8fb4-ec9b7931b409" providerId="ADAL" clId="{43FC3250-EE2F-489E-970D-AD8C57589867}" dt="2025-07-30T11:12:55.413" v="4896" actId="9405"/>
          <ac:inkMkLst>
            <pc:docMk/>
            <pc:sldMk cId="815781673" sldId="595"/>
            <ac:inkMk id="10" creationId="{2BFED832-E34E-9A8D-7B76-1D5566960974}"/>
          </ac:inkMkLst>
        </pc:inkChg>
        <pc:inkChg chg="add">
          <ac:chgData name="Deepika Vatsa" userId="f7100972-27fe-4ee6-8fb4-ec9b7931b409" providerId="ADAL" clId="{43FC3250-EE2F-489E-970D-AD8C57589867}" dt="2025-07-30T11:12:57.306" v="4897" actId="9405"/>
          <ac:inkMkLst>
            <pc:docMk/>
            <pc:sldMk cId="815781673" sldId="595"/>
            <ac:inkMk id="12" creationId="{CD91F783-8135-9CCE-7DBA-385AF0289E46}"/>
          </ac:inkMkLst>
        </pc:inkChg>
        <pc:inkChg chg="add">
          <ac:chgData name="Deepika Vatsa" userId="f7100972-27fe-4ee6-8fb4-ec9b7931b409" providerId="ADAL" clId="{43FC3250-EE2F-489E-970D-AD8C57589867}" dt="2025-07-30T11:13:04.529" v="4898" actId="9405"/>
          <ac:inkMkLst>
            <pc:docMk/>
            <pc:sldMk cId="815781673" sldId="595"/>
            <ac:inkMk id="13" creationId="{20D17564-0F72-D4C2-BF4A-7D9EDF592976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4" creationId="{BF0FB1BF-6672-A09D-C8BF-ED96E5A813F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5" creationId="{0278F548-5B7B-E4B3-08EB-475D1957860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6" creationId="{4FEAB99A-C6B3-51B7-DF61-34E315783C8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7" creationId="{6DAB6236-C481-B03A-0733-4BCE02EA785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18" creationId="{E575BA2F-0107-B035-CE32-6573CBBBEDB9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0" creationId="{4F26A695-6666-9B76-E329-3E22823C64C2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2" creationId="{0411668C-F121-9B95-6EE9-A5A60806149A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4" creationId="{7B9548A8-2E09-F900-F574-51BDCDC93A5B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5" creationId="{8427FA7C-FFC2-A54D-1800-41C485422DA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7" creationId="{08313E9B-A8C1-E1F4-626F-D66F69DDC567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8" creationId="{EA9F5BEC-A998-3854-B749-3A0510FBFCE4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29" creationId="{36800E10-7045-C26E-65FF-B8E8FB824212}"/>
          </ac:inkMkLst>
        </pc:inkChg>
        <pc:inkChg chg="add del mod">
          <ac:chgData name="Deepika Vatsa" userId="f7100972-27fe-4ee6-8fb4-ec9b7931b409" providerId="ADAL" clId="{43FC3250-EE2F-489E-970D-AD8C57589867}" dt="2025-07-31T03:19:48.639" v="5127" actId="478"/>
          <ac:inkMkLst>
            <pc:docMk/>
            <pc:sldMk cId="815781673" sldId="595"/>
            <ac:inkMk id="31" creationId="{41F0F6EA-74DF-D407-8184-6363BC58D3B8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3" creationId="{36BDD940-2F76-5EF4-D3B2-4C692FF43FB3}"/>
          </ac:inkMkLst>
        </pc:inkChg>
        <pc:inkChg chg="add mod">
          <ac:chgData name="Deepika Vatsa" userId="f7100972-27fe-4ee6-8fb4-ec9b7931b409" providerId="ADAL" clId="{43FC3250-EE2F-489E-970D-AD8C57589867}" dt="2025-07-30T11:13:45.075" v="4920"/>
          <ac:inkMkLst>
            <pc:docMk/>
            <pc:sldMk cId="815781673" sldId="595"/>
            <ac:inkMk id="34" creationId="{EEBFAEFE-31B8-C959-6F75-0F3E25C0956B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043304788" sldId="59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365471124" sldId="596"/>
        </pc:sldMkLst>
      </pc:sldChg>
      <pc:sldChg chg="addSp delSp modSp add mod">
        <pc:chgData name="Deepika Vatsa" userId="f7100972-27fe-4ee6-8fb4-ec9b7931b409" providerId="ADAL" clId="{43FC3250-EE2F-489E-970D-AD8C57589867}" dt="2025-07-31T03:20:03.516" v="5129" actId="478"/>
        <pc:sldMkLst>
          <pc:docMk/>
          <pc:sldMk cId="2532030908" sldId="596"/>
        </pc:sldMkLst>
        <pc:spChg chg="add mod">
          <ac:chgData name="Deepika Vatsa" userId="f7100972-27fe-4ee6-8fb4-ec9b7931b409" providerId="ADAL" clId="{43FC3250-EE2F-489E-970D-AD8C57589867}" dt="2025-07-24T08:41:15.866" v="1336"/>
          <ac:spMkLst>
            <pc:docMk/>
            <pc:sldMk cId="2532030908" sldId="596"/>
            <ac:spMk id="4" creationId="{D5F2722A-AC7A-5522-5F87-F46E0F06E45B}"/>
          </ac:spMkLst>
        </pc:spChg>
        <pc:spChg chg="add mod">
          <ac:chgData name="Deepika Vatsa" userId="f7100972-27fe-4ee6-8fb4-ec9b7931b409" providerId="ADAL" clId="{43FC3250-EE2F-489E-970D-AD8C57589867}" dt="2025-07-24T08:41:20.226" v="1340"/>
          <ac:spMkLst>
            <pc:docMk/>
            <pc:sldMk cId="2532030908" sldId="596"/>
            <ac:spMk id="7" creationId="{D5F2722A-AC7A-5522-5F87-F46E0F06E45B}"/>
          </ac:spMkLst>
        </pc:spChg>
        <pc:spChg chg="add del mod">
          <ac:chgData name="Deepika Vatsa" userId="f7100972-27fe-4ee6-8fb4-ec9b7931b409" providerId="ADAL" clId="{43FC3250-EE2F-489E-970D-AD8C57589867}" dt="2025-07-24T08:41:24.986" v="1342" actId="478"/>
          <ac:spMkLst>
            <pc:docMk/>
            <pc:sldMk cId="2532030908" sldId="596"/>
            <ac:spMk id="8" creationId="{D5F2722A-AC7A-5522-5F87-F46E0F06E45B}"/>
          </ac:spMkLst>
        </pc:spChg>
        <pc:spChg chg="add del mod ord">
          <ac:chgData name="Deepika Vatsa" userId="f7100972-27fe-4ee6-8fb4-ec9b7931b409" providerId="ADAL" clId="{43FC3250-EE2F-489E-970D-AD8C57589867}" dt="2025-07-31T03:19:55.785" v="5128" actId="478"/>
          <ac:spMkLst>
            <pc:docMk/>
            <pc:sldMk cId="2532030908" sldId="596"/>
            <ac:spMk id="9" creationId="{201B0A84-744C-23F6-4528-9945FC0EFECC}"/>
          </ac:spMkLst>
        </pc:spChg>
        <pc:spChg chg="add del mod">
          <ac:chgData name="Deepika Vatsa" userId="f7100972-27fe-4ee6-8fb4-ec9b7931b409" providerId="ADAL" clId="{43FC3250-EE2F-489E-970D-AD8C57589867}" dt="2025-07-24T09:04:57.952" v="2074" actId="478"/>
          <ac:spMkLst>
            <pc:docMk/>
            <pc:sldMk cId="2532030908" sldId="596"/>
            <ac:spMk id="10" creationId="{F18DCF59-2D3F-A81C-CBA3-6B10A9A86DE5}"/>
          </ac:spMkLst>
        </pc:spChg>
        <pc:spChg chg="mod">
          <ac:chgData name="Deepika Vatsa" userId="f7100972-27fe-4ee6-8fb4-ec9b7931b409" providerId="ADAL" clId="{43FC3250-EE2F-489E-970D-AD8C57589867}" dt="2025-07-24T08:44:31.133" v="1423" actId="20577"/>
          <ac:spMkLst>
            <pc:docMk/>
            <pc:sldMk cId="2532030908" sldId="596"/>
            <ac:spMk id="11" creationId="{06381CCD-359B-D8A2-1997-A5B56A02FD41}"/>
          </ac:spMkLst>
        </pc:spChg>
        <pc:spChg chg="add del mod">
          <ac:chgData name="Deepika Vatsa" userId="f7100972-27fe-4ee6-8fb4-ec9b7931b409" providerId="ADAL" clId="{43FC3250-EE2F-489E-970D-AD8C57589867}" dt="2025-07-24T09:05:02.995" v="2075" actId="1076"/>
          <ac:spMkLst>
            <pc:docMk/>
            <pc:sldMk cId="2532030908" sldId="596"/>
            <ac:spMk id="12" creationId="{054E186B-0053-1ADA-9448-E99069A759EF}"/>
          </ac:spMkLst>
        </pc:s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15" creationId="{4A103530-BACA-816B-4CBE-A0207BAB39B7}"/>
          </ac:grpSpMkLst>
        </pc:grpChg>
        <pc:grpChg chg="del mod">
          <ac:chgData name="Deepika Vatsa" userId="f7100972-27fe-4ee6-8fb4-ec9b7931b409" providerId="ADAL" clId="{43FC3250-EE2F-489E-970D-AD8C57589867}" dt="2025-07-30T11:15:53.623" v="4942"/>
          <ac:grpSpMkLst>
            <pc:docMk/>
            <pc:sldMk cId="2532030908" sldId="596"/>
            <ac:grpSpMk id="27" creationId="{93C68A5C-E0E9-8654-8062-34A20133655C}"/>
          </ac:grpSpMkLst>
        </pc:grpChg>
        <pc:grpChg chg="del mod">
          <ac:chgData name="Deepika Vatsa" userId="f7100972-27fe-4ee6-8fb4-ec9b7931b409" providerId="ADAL" clId="{43FC3250-EE2F-489E-970D-AD8C57589867}" dt="2025-07-30T11:15:55.544" v="4946"/>
          <ac:grpSpMkLst>
            <pc:docMk/>
            <pc:sldMk cId="2532030908" sldId="596"/>
            <ac:grpSpMk id="29" creationId="{40EEEC29-DEBD-46BD-CEB4-A1F8FFA071AC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3" creationId="{94AC4CAD-ABA6-4A1B-8CB5-5EF7BFF292F7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38" creationId="{9049384C-553B-F830-2EF4-29690621E7AF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6" creationId="{05410D5A-8BC4-DE30-7319-F20BBF28C9D9}"/>
          </ac:grpSpMkLst>
        </pc:grpChg>
        <pc:grpChg chg="del mod">
          <ac:chgData name="Deepika Vatsa" userId="f7100972-27fe-4ee6-8fb4-ec9b7931b409" providerId="ADAL" clId="{43FC3250-EE2F-489E-970D-AD8C57589867}" dt="2025-07-31T03:20:03.516" v="5129" actId="478"/>
          <ac:grpSpMkLst>
            <pc:docMk/>
            <pc:sldMk cId="2532030908" sldId="596"/>
            <ac:grpSpMk id="47" creationId="{9CF44EBE-3E61-0ECE-5406-E1258B3A6CF2}"/>
          </ac:grpSpMkLst>
        </pc:grpChg>
        <pc:grpChg chg="del mod">
          <ac:chgData name="Deepika Vatsa" userId="f7100972-27fe-4ee6-8fb4-ec9b7931b409" providerId="ADAL" clId="{43FC3250-EE2F-489E-970D-AD8C57589867}" dt="2025-07-31T03:19:55.785" v="5128" actId="478"/>
          <ac:grpSpMkLst>
            <pc:docMk/>
            <pc:sldMk cId="2532030908" sldId="596"/>
            <ac:grpSpMk id="53" creationId="{C3CA9B47-E57F-198C-F289-F1340CF10A9A}"/>
          </ac:grpSpMkLst>
        </pc:grpChg>
        <pc:graphicFrameChg chg="add del">
          <ac:chgData name="Deepika Vatsa" userId="f7100972-27fe-4ee6-8fb4-ec9b7931b409" providerId="ADAL" clId="{43FC3250-EE2F-489E-970D-AD8C57589867}" dt="2025-07-24T09:04:52.788" v="2073" actId="26606"/>
          <ac:graphicFrameMkLst>
            <pc:docMk/>
            <pc:sldMk cId="2532030908" sldId="596"/>
            <ac:graphicFrameMk id="15" creationId="{6CFDDA4F-D95F-67BC-99D8-585C9530E5D3}"/>
          </ac:graphicFrameMkLst>
        </pc:graphicFrameChg>
        <pc:picChg chg="add del">
          <ac:chgData name="Deepika Vatsa" userId="f7100972-27fe-4ee6-8fb4-ec9b7931b409" providerId="ADAL" clId="{43FC3250-EE2F-489E-970D-AD8C57589867}" dt="2025-07-24T08:41:18.314" v="1338"/>
          <ac:picMkLst>
            <pc:docMk/>
            <pc:sldMk cId="2532030908" sldId="596"/>
            <ac:picMk id="5" creationId="{CAD75397-8298-4658-F474-42286115F8BF}"/>
          </ac:picMkLst>
        </pc:picChg>
        <pc:picChg chg="del mod">
          <ac:chgData name="Deepika Vatsa" userId="f7100972-27fe-4ee6-8fb4-ec9b7931b409" providerId="ADAL" clId="{43FC3250-EE2F-489E-970D-AD8C57589867}" dt="2025-07-24T08:42:40.373" v="1364" actId="478"/>
          <ac:picMkLst>
            <pc:docMk/>
            <pc:sldMk cId="2532030908" sldId="596"/>
            <ac:picMk id="6" creationId="{06CDD532-FD42-2A67-1E0A-4C898A463CCC}"/>
          </ac:picMkLst>
        </pc:picChg>
        <pc:picChg chg="add mod">
          <ac:chgData name="Deepika Vatsa" userId="f7100972-27fe-4ee6-8fb4-ec9b7931b409" providerId="ADAL" clId="{43FC3250-EE2F-489E-970D-AD8C57589867}" dt="2025-07-24T09:04:49.283" v="2071" actId="1076"/>
          <ac:picMkLst>
            <pc:docMk/>
            <pc:sldMk cId="2532030908" sldId="596"/>
            <ac:picMk id="13" creationId="{5AB04AA3-C013-8EAC-2039-79F8E810ADD7}"/>
          </ac:picMkLst>
        </pc:picChg>
        <pc:picChg chg="del">
          <ac:chgData name="Deepika Vatsa" userId="f7100972-27fe-4ee6-8fb4-ec9b7931b409" providerId="ADAL" clId="{43FC3250-EE2F-489E-970D-AD8C57589867}" dt="2025-07-24T08:38:51.487" v="1289" actId="478"/>
          <ac:picMkLst>
            <pc:docMk/>
            <pc:sldMk cId="2532030908" sldId="596"/>
            <ac:picMk id="2050" creationId="{0B7501EB-9B8B-1F43-B280-F1F29C89922A}"/>
          </ac:picMkLst>
        </pc:pic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" creationId="{88B8B8E3-DA3B-EE8E-8DA8-422C56013049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5" creationId="{9CBA7F43-E72A-7281-4516-69C983FB24F0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6" creationId="{24307FDE-4C9C-86FB-5366-7E118AD4AA03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7" creationId="{7B04A9E6-333B-43E3-4D80-CF154610806F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8" creationId="{3570D878-EE74-BF8E-4A55-416FEBD1583E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0" creationId="{1FD16809-5891-7573-BCDC-CBF2E3DF518D}"/>
          </ac:inkMkLst>
        </pc:inkChg>
        <pc:inkChg chg="add mod">
          <ac:chgData name="Deepika Vatsa" userId="f7100972-27fe-4ee6-8fb4-ec9b7931b409" providerId="ADAL" clId="{43FC3250-EE2F-489E-970D-AD8C57589867}" dt="2025-07-30T11:15:06.162" v="4928"/>
          <ac:inkMkLst>
            <pc:docMk/>
            <pc:sldMk cId="2532030908" sldId="596"/>
            <ac:inkMk id="14" creationId="{638074A3-275B-B13C-AD8F-7937834D2F27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6" creationId="{FD8B3306-3590-4B9D-B54E-F5FA6ADB8E5F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7" creationId="{4FA37EAD-7CA9-0812-2AA6-007F6AF3CF35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8" creationId="{FD724568-A393-C882-F883-DFA674DED7E9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19" creationId="{DC0E876A-CE60-5AEC-D27B-5A67E6862B8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20" creationId="{82B82D16-DEE8-66CA-D3D5-6B8ECF344BB1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21" creationId="{6BEFAB12-5590-7F06-7B25-8B9CCA70BD5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2" creationId="{3DF19026-066D-02A0-C382-DBDEB1C7E1D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3" creationId="{D6BE9C7C-E612-8826-80B1-6D9958BC7220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4" creationId="{6A066C8A-5E3C-5B66-25E0-82887BACB9F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5" creationId="{814606A0-B2E1-BE7C-CAD3-22F1C0E5E1B7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6" creationId="{0ED57A37-39FB-A980-BB74-93D2F94B566E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28" creationId="{2AF07CE3-852F-ACE8-F399-66F9DF879B24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0" creationId="{2F62BCAB-CBAE-0C39-F5E3-9799BD3C169D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1" creationId="{BD6B7FD5-D0A3-DFA4-B7C7-D5B0E8EFB46C}"/>
          </ac:inkMkLst>
        </pc:inkChg>
        <pc:inkChg chg="add mod">
          <ac:chgData name="Deepika Vatsa" userId="f7100972-27fe-4ee6-8fb4-ec9b7931b409" providerId="ADAL" clId="{43FC3250-EE2F-489E-970D-AD8C57589867}" dt="2025-07-30T11:15:55.544" v="4946"/>
          <ac:inkMkLst>
            <pc:docMk/>
            <pc:sldMk cId="2532030908" sldId="596"/>
            <ac:inkMk id="32" creationId="{2E6E19DA-278D-256E-F9E2-BCCAAEB04261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4" creationId="{F17ACEF0-72FA-321A-CD3D-E082D7B59059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5" creationId="{B50E9606-004A-F61A-5BDA-D8D7534E0EC4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6" creationId="{050455ED-C390-BFA9-A9B4-A3B41A5E8AEB}"/>
          </ac:inkMkLst>
        </pc:inkChg>
        <pc:inkChg chg="add mod">
          <ac:chgData name="Deepika Vatsa" userId="f7100972-27fe-4ee6-8fb4-ec9b7931b409" providerId="ADAL" clId="{43FC3250-EE2F-489E-970D-AD8C57589867}" dt="2025-07-30T11:15:59.017" v="4951"/>
          <ac:inkMkLst>
            <pc:docMk/>
            <pc:sldMk cId="2532030908" sldId="596"/>
            <ac:inkMk id="37" creationId="{4DF8C8C8-5D58-1DCE-7491-623572C539F5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39" creationId="{FE09A62C-DECB-44C1-967F-7B314A16BB46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0" creationId="{7AC53162-5FE8-7761-5332-7D80C8DDC312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1" creationId="{C3E175DA-FA37-4A39-5887-2D43EA06F1A3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2" creationId="{C93CDB0D-902F-4DAC-542E-CD7856545CB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3" creationId="{34A54093-00DF-2606-7948-24AFA7BDE8E8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4" creationId="{AF6B3135-3D23-B14A-EE3A-0438FA826E5A}"/>
          </ac:inkMkLst>
        </pc:inkChg>
        <pc:inkChg chg="add mod">
          <ac:chgData name="Deepika Vatsa" userId="f7100972-27fe-4ee6-8fb4-ec9b7931b409" providerId="ADAL" clId="{43FC3250-EE2F-489E-970D-AD8C57589867}" dt="2025-07-30T11:16:12.987" v="4959"/>
          <ac:inkMkLst>
            <pc:docMk/>
            <pc:sldMk cId="2532030908" sldId="596"/>
            <ac:inkMk id="45" creationId="{10127614-7D82-759D-C69F-7F81509E63D8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48" creationId="{6C3D8949-3295-D523-B194-146A672CB68B}"/>
          </ac:inkMkLst>
        </pc:inkChg>
        <pc:inkChg chg="add del">
          <ac:chgData name="Deepika Vatsa" userId="f7100972-27fe-4ee6-8fb4-ec9b7931b409" providerId="ADAL" clId="{43FC3250-EE2F-489E-970D-AD8C57589867}" dt="2025-07-31T03:20:03.516" v="5129" actId="478"/>
          <ac:inkMkLst>
            <pc:docMk/>
            <pc:sldMk cId="2532030908" sldId="596"/>
            <ac:inkMk id="49" creationId="{6CB31BCF-E3B4-98A5-D05E-75969C687A31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0" creationId="{9F644C68-5272-E707-EB3E-3EE1AF593258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1" creationId="{102E9271-8E6E-9A94-BBE6-9CB6939AD904}"/>
          </ac:inkMkLst>
        </pc:inkChg>
        <pc:inkChg chg="add mod">
          <ac:chgData name="Deepika Vatsa" userId="f7100972-27fe-4ee6-8fb4-ec9b7931b409" providerId="ADAL" clId="{43FC3250-EE2F-489E-970D-AD8C57589867}" dt="2025-07-30T11:16:26.344" v="4965"/>
          <ac:inkMkLst>
            <pc:docMk/>
            <pc:sldMk cId="2532030908" sldId="596"/>
            <ac:inkMk id="52" creationId="{492EE3C8-136B-3F72-415F-B56C36D301D2}"/>
          </ac:inkMkLst>
        </pc:inkChg>
        <pc:inkChg chg="add del">
          <ac:chgData name="Deepika Vatsa" userId="f7100972-27fe-4ee6-8fb4-ec9b7931b409" providerId="ADAL" clId="{43FC3250-EE2F-489E-970D-AD8C57589867}" dt="2025-07-31T03:19:55.785" v="5128" actId="478"/>
          <ac:inkMkLst>
            <pc:docMk/>
            <pc:sldMk cId="2532030908" sldId="596"/>
            <ac:inkMk id="54" creationId="{913B29BD-D233-DD99-1331-5ECCF0662FD5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13863550" sldId="597"/>
        </pc:sldMkLst>
      </pc:sldChg>
      <pc:sldChg chg="addSp delSp modSp add mod">
        <pc:chgData name="Deepika Vatsa" userId="f7100972-27fe-4ee6-8fb4-ec9b7931b409" providerId="ADAL" clId="{43FC3250-EE2F-489E-970D-AD8C57589867}" dt="2025-07-31T03:20:39.266" v="5137" actId="478"/>
        <pc:sldMkLst>
          <pc:docMk/>
          <pc:sldMk cId="3825282558" sldId="597"/>
        </pc:sldMkLst>
        <pc:spChg chg="add mod">
          <ac:chgData name="Deepika Vatsa" userId="f7100972-27fe-4ee6-8fb4-ec9b7931b409" providerId="ADAL" clId="{43FC3250-EE2F-489E-970D-AD8C57589867}" dt="2025-07-24T09:13:49.188" v="2128" actId="1036"/>
          <ac:spMkLst>
            <pc:docMk/>
            <pc:sldMk cId="3825282558" sldId="597"/>
            <ac:spMk id="4" creationId="{4D157D1B-7F8A-9A8B-D14E-A8A739CD19A9}"/>
          </ac:spMkLst>
        </pc:spChg>
        <pc:spChg chg="add del mod">
          <ac:chgData name="Deepika Vatsa" userId="f7100972-27fe-4ee6-8fb4-ec9b7931b409" providerId="ADAL" clId="{43FC3250-EE2F-489E-970D-AD8C57589867}" dt="2025-07-31T03:20:27.430" v="5133" actId="478"/>
          <ac:spMkLst>
            <pc:docMk/>
            <pc:sldMk cId="3825282558" sldId="597"/>
            <ac:spMk id="5" creationId="{68009DD6-B443-C5DB-F60A-21FC1529A21C}"/>
          </ac:spMkLst>
        </pc:spChg>
        <pc:spChg chg="add del mod">
          <ac:chgData name="Deepika Vatsa" userId="f7100972-27fe-4ee6-8fb4-ec9b7931b409" providerId="ADAL" clId="{43FC3250-EE2F-489E-970D-AD8C57589867}" dt="2025-07-24T09:13:41.392" v="2107" actId="478"/>
          <ac:spMkLst>
            <pc:docMk/>
            <pc:sldMk cId="3825282558" sldId="597"/>
            <ac:spMk id="6" creationId="{E4445506-10DA-6C8E-B875-EB21FB0E8E0C}"/>
          </ac:spMkLst>
        </pc:spChg>
        <pc:spChg chg="add del mod">
          <ac:chgData name="Deepika Vatsa" userId="f7100972-27fe-4ee6-8fb4-ec9b7931b409" providerId="ADAL" clId="{43FC3250-EE2F-489E-970D-AD8C57589867}" dt="2025-07-24T09:13:38.721" v="2106" actId="478"/>
          <ac:spMkLst>
            <pc:docMk/>
            <pc:sldMk cId="3825282558" sldId="597"/>
            <ac:spMk id="7" creationId="{17E1BA5B-066B-4677-2290-A7CE14E52D1D}"/>
          </ac:spMkLst>
        </pc:spChg>
        <pc:spChg chg="mod">
          <ac:chgData name="Deepika Vatsa" userId="f7100972-27fe-4ee6-8fb4-ec9b7931b409" providerId="ADAL" clId="{43FC3250-EE2F-489E-970D-AD8C57589867}" dt="2025-07-24T09:04:02.549" v="2060" actId="1076"/>
          <ac:spMkLst>
            <pc:docMk/>
            <pc:sldMk cId="3825282558" sldId="597"/>
            <ac:spMk id="9" creationId="{201B0A84-744C-23F6-4528-9945FC0EFECC}"/>
          </ac:spMkLst>
        </pc:spChg>
        <pc:spChg chg="mod">
          <ac:chgData name="Deepika Vatsa" userId="f7100972-27fe-4ee6-8fb4-ec9b7931b409" providerId="ADAL" clId="{43FC3250-EE2F-489E-970D-AD8C57589867}" dt="2025-07-24T09:03:59.228" v="2059" actId="14100"/>
          <ac:spMkLst>
            <pc:docMk/>
            <pc:sldMk cId="3825282558" sldId="597"/>
            <ac:spMk id="10" creationId="{F18DCF59-2D3F-A81C-CBA3-6B10A9A86DE5}"/>
          </ac:spMkLst>
        </pc:spChg>
        <pc:spChg chg="del">
          <ac:chgData name="Deepika Vatsa" userId="f7100972-27fe-4ee6-8fb4-ec9b7931b409" providerId="ADAL" clId="{43FC3250-EE2F-489E-970D-AD8C57589867}" dt="2025-07-24T08:49:11.071" v="1579" actId="478"/>
          <ac:spMkLst>
            <pc:docMk/>
            <pc:sldMk cId="3825282558" sldId="597"/>
            <ac:spMk id="11" creationId="{06381CCD-359B-D8A2-1997-A5B56A02FD41}"/>
          </ac:spMkLst>
        </pc:spChg>
        <pc:spChg chg="del">
          <ac:chgData name="Deepika Vatsa" userId="f7100972-27fe-4ee6-8fb4-ec9b7931b409" providerId="ADAL" clId="{43FC3250-EE2F-489E-970D-AD8C57589867}" dt="2025-07-24T08:48:12.464" v="1578" actId="478"/>
          <ac:spMkLst>
            <pc:docMk/>
            <pc:sldMk cId="3825282558" sldId="597"/>
            <ac:spMk id="12" creationId="{054E186B-0053-1ADA-9448-E99069A759EF}"/>
          </ac:spMkLst>
        </pc:spChg>
        <pc:picChg chg="add del mod">
          <ac:chgData name="Deepika Vatsa" userId="f7100972-27fe-4ee6-8fb4-ec9b7931b409" providerId="ADAL" clId="{43FC3250-EE2F-489E-970D-AD8C57589867}" dt="2025-07-24T09:05:12.136" v="2078" actId="478"/>
          <ac:picMkLst>
            <pc:docMk/>
            <pc:sldMk cId="3825282558" sldId="597"/>
            <ac:picMk id="8" creationId="{C104A89E-73F1-AA4B-A2A5-CBD2CE60339C}"/>
          </ac:picMkLst>
        </pc:picChg>
        <pc:picChg chg="add del mod">
          <ac:chgData name="Deepika Vatsa" userId="f7100972-27fe-4ee6-8fb4-ec9b7931b409" providerId="ADAL" clId="{43FC3250-EE2F-489E-970D-AD8C57589867}" dt="2025-07-24T09:04:44.148" v="2069" actId="21"/>
          <ac:picMkLst>
            <pc:docMk/>
            <pc:sldMk cId="3825282558" sldId="597"/>
            <ac:picMk id="3074" creationId="{B5DD1E7F-B07A-CCFA-C5FC-5F4DAD97F7CD}"/>
          </ac:picMkLst>
        </pc:picChg>
        <pc:picChg chg="add mod">
          <ac:chgData name="Deepika Vatsa" userId="f7100972-27fe-4ee6-8fb4-ec9b7931b409" providerId="ADAL" clId="{43FC3250-EE2F-489E-970D-AD8C57589867}" dt="2025-07-24T09:13:54.523" v="2130" actId="1076"/>
          <ac:picMkLst>
            <pc:docMk/>
            <pc:sldMk cId="3825282558" sldId="597"/>
            <ac:picMk id="3076" creationId="{80DDF492-098F-EB7B-7E26-A66FD8A4540E}"/>
          </ac:picMkLst>
        </pc:picChg>
        <pc:picChg chg="add mod">
          <ac:chgData name="Deepika Vatsa" userId="f7100972-27fe-4ee6-8fb4-ec9b7931b409" providerId="ADAL" clId="{43FC3250-EE2F-489E-970D-AD8C57589867}" dt="2025-07-24T09:14:04.564" v="2133" actId="1076"/>
          <ac:picMkLst>
            <pc:docMk/>
            <pc:sldMk cId="3825282558" sldId="597"/>
            <ac:picMk id="3078" creationId="{BCA46BE0-3C05-716C-D675-114ECEF84416}"/>
          </ac:picMkLst>
        </pc:picChg>
        <pc:picChg chg="add del mod">
          <ac:chgData name="Deepika Vatsa" userId="f7100972-27fe-4ee6-8fb4-ec9b7931b409" providerId="ADAL" clId="{43FC3250-EE2F-489E-970D-AD8C57589867}" dt="2025-07-24T09:13:42.976" v="2108" actId="478"/>
          <ac:picMkLst>
            <pc:docMk/>
            <pc:sldMk cId="3825282558" sldId="597"/>
            <ac:picMk id="3080" creationId="{1A6E8503-1601-E61F-B38C-39D893FE2DC7}"/>
          </ac:picMkLst>
        </pc:pic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6" creationId="{999200CD-978C-E2F6-1CA1-7EF516E1897D}"/>
          </ac:inkMkLst>
        </pc:inkChg>
        <pc:inkChg chg="add del">
          <ac:chgData name="Deepika Vatsa" userId="f7100972-27fe-4ee6-8fb4-ec9b7931b409" providerId="ADAL" clId="{43FC3250-EE2F-489E-970D-AD8C57589867}" dt="2025-07-31T03:20:23.271" v="5132" actId="478"/>
          <ac:inkMkLst>
            <pc:docMk/>
            <pc:sldMk cId="3825282558" sldId="597"/>
            <ac:inkMk id="7" creationId="{A07BEA58-C8E9-7B1A-D1B3-5893CD9D989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8" creationId="{310DD96E-FCDF-F076-16AA-5EA3391BE485}"/>
          </ac:inkMkLst>
        </pc:inkChg>
        <pc:inkChg chg="add del">
          <ac:chgData name="Deepika Vatsa" userId="f7100972-27fe-4ee6-8fb4-ec9b7931b409" providerId="ADAL" clId="{43FC3250-EE2F-489E-970D-AD8C57589867}" dt="2025-07-31T03:20:39.266" v="5137" actId="478"/>
          <ac:inkMkLst>
            <pc:docMk/>
            <pc:sldMk cId="3825282558" sldId="597"/>
            <ac:inkMk id="11" creationId="{6D38D8B6-F907-29F6-E38A-5763CF45E59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2" creationId="{EFD82AA0-1443-9158-C0FE-E9728BBE9C06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3" creationId="{3AF1140C-C15E-5B04-196C-B51336B95A0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4" creationId="{8C12726E-40EA-2B3D-1368-0091B1CD799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5" creationId="{46A73556-14AB-10C2-AE39-3687A2DF415D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6" creationId="{2C6B9FC8-5BEC-0A20-E5AF-C5F10C9C8A49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7" creationId="{A34E1CC3-3041-3C44-0A63-43E80C7574C9}"/>
          </ac:inkMkLst>
        </pc:inkChg>
        <pc:inkChg chg="add del">
          <ac:chgData name="Deepika Vatsa" userId="f7100972-27fe-4ee6-8fb4-ec9b7931b409" providerId="ADAL" clId="{43FC3250-EE2F-489E-970D-AD8C57589867}" dt="2025-07-31T03:20:37.434" v="5136" actId="478"/>
          <ac:inkMkLst>
            <pc:docMk/>
            <pc:sldMk cId="3825282558" sldId="597"/>
            <ac:inkMk id="18" creationId="{D1E10D15-1BBB-4BAA-E930-8DB7FC7E22BF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19" creationId="{CDF3216D-E2AE-7B18-D8ED-4ED6B4930E77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0" creationId="{876ED603-470D-6FC2-6EC9-5EE979905F6C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1" creationId="{10432B06-8F85-5BAC-7F1A-0274E186B66D}"/>
          </ac:inkMkLst>
        </pc:inkChg>
        <pc:inkChg chg="add del">
          <ac:chgData name="Deepika Vatsa" userId="f7100972-27fe-4ee6-8fb4-ec9b7931b409" providerId="ADAL" clId="{43FC3250-EE2F-489E-970D-AD8C57589867}" dt="2025-07-31T03:20:35.165" v="5135" actId="478"/>
          <ac:inkMkLst>
            <pc:docMk/>
            <pc:sldMk cId="3825282558" sldId="597"/>
            <ac:inkMk id="22" creationId="{FC8308A0-D516-EAA1-45F5-639D95C99A3C}"/>
          </ac:inkMkLst>
        </pc:inkChg>
        <pc:inkChg chg="add del">
          <ac:chgData name="Deepika Vatsa" userId="f7100972-27fe-4ee6-8fb4-ec9b7931b409" providerId="ADAL" clId="{43FC3250-EE2F-489E-970D-AD8C57589867}" dt="2025-07-31T03:20:32.283" v="5134" actId="478"/>
          <ac:inkMkLst>
            <pc:docMk/>
            <pc:sldMk cId="3825282558" sldId="597"/>
            <ac:inkMk id="23" creationId="{EE4C7723-97EE-2288-770E-E828AEBAC14E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0T11:18:53.748" v="4983" actId="9405"/>
        <pc:sldMkLst>
          <pc:docMk/>
          <pc:sldMk cId="1827776172" sldId="598"/>
        </pc:sldMkLst>
        <pc:spChg chg="del">
          <ac:chgData name="Deepika Vatsa" userId="f7100972-27fe-4ee6-8fb4-ec9b7931b409" providerId="ADAL" clId="{43FC3250-EE2F-489E-970D-AD8C57589867}" dt="2025-07-24T09:14:13.047" v="2135" actId="478"/>
          <ac:spMkLst>
            <pc:docMk/>
            <pc:sldMk cId="1827776172" sldId="598"/>
            <ac:spMk id="4" creationId="{4D157D1B-7F8A-9A8B-D14E-A8A739CD19A9}"/>
          </ac:spMkLst>
        </pc:spChg>
        <pc:spChg chg="del">
          <ac:chgData name="Deepika Vatsa" userId="f7100972-27fe-4ee6-8fb4-ec9b7931b409" providerId="ADAL" clId="{43FC3250-EE2F-489E-970D-AD8C57589867}" dt="2025-07-24T09:14:10.996" v="2134" actId="478"/>
          <ac:spMkLst>
            <pc:docMk/>
            <pc:sldMk cId="1827776172" sldId="598"/>
            <ac:spMk id="5" creationId="{68009DD6-B443-C5DB-F60A-21FC1529A21C}"/>
          </ac:spMkLst>
        </pc:spChg>
        <pc:spChg chg="mod">
          <ac:chgData name="Deepika Vatsa" userId="f7100972-27fe-4ee6-8fb4-ec9b7931b409" providerId="ADAL" clId="{43FC3250-EE2F-489E-970D-AD8C57589867}" dt="2025-07-30T10:57:17.523" v="4841" actId="113"/>
          <ac:spMkLst>
            <pc:docMk/>
            <pc:sldMk cId="1827776172" sldId="598"/>
            <ac:spMk id="6" creationId="{E4445506-10DA-6C8E-B875-EB21FB0E8E0C}"/>
          </ac:spMkLst>
        </pc:spChg>
        <pc:spChg chg="mod">
          <ac:chgData name="Deepika Vatsa" userId="f7100972-27fe-4ee6-8fb4-ec9b7931b409" providerId="ADAL" clId="{43FC3250-EE2F-489E-970D-AD8C57589867}" dt="2025-07-24T09:14:58.360" v="2206" actId="1076"/>
          <ac:spMkLst>
            <pc:docMk/>
            <pc:sldMk cId="1827776172" sldId="598"/>
            <ac:spMk id="7" creationId="{17E1BA5B-066B-4677-2290-A7CE14E52D1D}"/>
          </ac:spMkLst>
        </pc:spChg>
        <pc:spChg chg="del">
          <ac:chgData name="Deepika Vatsa" userId="f7100972-27fe-4ee6-8fb4-ec9b7931b409" providerId="ADAL" clId="{43FC3250-EE2F-489E-970D-AD8C57589867}" dt="2025-07-24T09:14:14.640" v="2136" actId="478"/>
          <ac:spMkLst>
            <pc:docMk/>
            <pc:sldMk cId="1827776172" sldId="598"/>
            <ac:spMk id="9" creationId="{201B0A84-744C-23F6-4528-9945FC0EFECC}"/>
          </ac:spMkLst>
        </pc:spChg>
        <pc:spChg chg="del">
          <ac:chgData name="Deepika Vatsa" userId="f7100972-27fe-4ee6-8fb4-ec9b7931b409" providerId="ADAL" clId="{43FC3250-EE2F-489E-970D-AD8C57589867}" dt="2025-07-24T09:14:16.720" v="2137" actId="478"/>
          <ac:spMkLst>
            <pc:docMk/>
            <pc:sldMk cId="1827776172" sldId="598"/>
            <ac:spMk id="10" creationId="{F18DCF59-2D3F-A81C-CBA3-6B10A9A86DE5}"/>
          </ac:spMkLst>
        </pc:spChg>
        <pc:graphicFrameChg chg="add del mod">
          <ac:chgData name="Deepika Vatsa" userId="f7100972-27fe-4ee6-8fb4-ec9b7931b409" providerId="ADAL" clId="{43FC3250-EE2F-489E-970D-AD8C57589867}" dt="2025-07-24T10:08:22.316" v="2237"/>
          <ac:graphicFrameMkLst>
            <pc:docMk/>
            <pc:sldMk cId="1827776172" sldId="598"/>
            <ac:graphicFrameMk id="8" creationId="{E356FF6A-B294-E281-97B6-2D36BACF6538}"/>
          </ac:graphicFrameMkLst>
        </pc:graphicFrameChg>
        <pc:picChg chg="del">
          <ac:chgData name="Deepika Vatsa" userId="f7100972-27fe-4ee6-8fb4-ec9b7931b409" providerId="ADAL" clId="{43FC3250-EE2F-489E-970D-AD8C57589867}" dt="2025-07-24T09:14:20.172" v="2139" actId="478"/>
          <ac:picMkLst>
            <pc:docMk/>
            <pc:sldMk cId="1827776172" sldId="598"/>
            <ac:picMk id="3076" creationId="{80DDF492-098F-EB7B-7E26-A66FD8A4540E}"/>
          </ac:picMkLst>
        </pc:picChg>
        <pc:picChg chg="del">
          <ac:chgData name="Deepika Vatsa" userId="f7100972-27fe-4ee6-8fb4-ec9b7931b409" providerId="ADAL" clId="{43FC3250-EE2F-489E-970D-AD8C57589867}" dt="2025-07-24T09:14:18.273" v="2138" actId="478"/>
          <ac:picMkLst>
            <pc:docMk/>
            <pc:sldMk cId="1827776172" sldId="598"/>
            <ac:picMk id="3078" creationId="{BCA46BE0-3C05-716C-D675-114ECEF84416}"/>
          </ac:picMkLst>
        </pc:picChg>
        <pc:picChg chg="mod">
          <ac:chgData name="Deepika Vatsa" userId="f7100972-27fe-4ee6-8fb4-ec9b7931b409" providerId="ADAL" clId="{43FC3250-EE2F-489E-970D-AD8C57589867}" dt="2025-07-24T09:15:01.091" v="2207" actId="1076"/>
          <ac:picMkLst>
            <pc:docMk/>
            <pc:sldMk cId="1827776172" sldId="598"/>
            <ac:picMk id="3080" creationId="{1A6E8503-1601-E61F-B38C-39D893FE2DC7}"/>
          </ac:picMkLst>
        </pc:picChg>
        <pc:inkChg chg="add">
          <ac:chgData name="Deepika Vatsa" userId="f7100972-27fe-4ee6-8fb4-ec9b7931b409" providerId="ADAL" clId="{43FC3250-EE2F-489E-970D-AD8C57589867}" dt="2025-07-30T11:18:53.748" v="4983" actId="9405"/>
          <ac:inkMkLst>
            <pc:docMk/>
            <pc:sldMk cId="1827776172" sldId="598"/>
            <ac:inkMk id="4" creationId="{EC4B8F28-29C4-817B-4659-5F543CC7866D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4006034928" sldId="59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158759759" sldId="599"/>
        </pc:sldMkLst>
      </pc:sldChg>
      <pc:sldChg chg="addSp delSp modSp add mod">
        <pc:chgData name="Deepika Vatsa" userId="f7100972-27fe-4ee6-8fb4-ec9b7931b409" providerId="ADAL" clId="{43FC3250-EE2F-489E-970D-AD8C57589867}" dt="2025-07-31T03:20:49.462" v="5138" actId="478"/>
        <pc:sldMkLst>
          <pc:docMk/>
          <pc:sldMk cId="3105522451" sldId="599"/>
        </pc:sldMkLst>
        <pc:spChg chg="add del mod">
          <ac:chgData name="Deepika Vatsa" userId="f7100972-27fe-4ee6-8fb4-ec9b7931b409" providerId="ADAL" clId="{43FC3250-EE2F-489E-970D-AD8C57589867}" dt="2025-07-24T10:16:50.783" v="2596" actId="478"/>
          <ac:spMkLst>
            <pc:docMk/>
            <pc:sldMk cId="3105522451" sldId="599"/>
            <ac:spMk id="4" creationId="{5C722B7B-45D8-F737-2062-6EFF58819A4B}"/>
          </ac:spMkLst>
        </pc:spChg>
        <pc:spChg chg="mod">
          <ac:chgData name="Deepika Vatsa" userId="f7100972-27fe-4ee6-8fb4-ec9b7931b409" providerId="ADAL" clId="{43FC3250-EE2F-489E-970D-AD8C57589867}" dt="2025-07-24T10:16:48.325" v="2595" actId="6549"/>
          <ac:spMkLst>
            <pc:docMk/>
            <pc:sldMk cId="3105522451" sldId="599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0T11:20:37.040" v="5029"/>
          <ac:grpSpMkLst>
            <pc:docMk/>
            <pc:sldMk cId="3105522451" sldId="599"/>
            <ac:grpSpMk id="20" creationId="{284B770F-47B1-681C-B0D9-FB4909D358B4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6" creationId="{3B465D9F-F600-5251-1BB9-14A183D2ABF7}"/>
          </ac:grpSpMkLst>
        </pc:grpChg>
        <pc:grpChg chg="del mod">
          <ac:chgData name="Deepika Vatsa" userId="f7100972-27fe-4ee6-8fb4-ec9b7931b409" providerId="ADAL" clId="{43FC3250-EE2F-489E-970D-AD8C57589867}" dt="2025-07-30T11:19:50.513" v="5015"/>
          <ac:grpSpMkLst>
            <pc:docMk/>
            <pc:sldMk cId="3105522451" sldId="599"/>
            <ac:grpSpMk id="37" creationId="{020F0B03-19BF-1152-0769-067D8C327187}"/>
          </ac:grpSpMkLst>
        </pc:grpChg>
        <pc:grpChg chg="del mod">
          <ac:chgData name="Deepika Vatsa" userId="f7100972-27fe-4ee6-8fb4-ec9b7931b409" providerId="ADAL" clId="{43FC3250-EE2F-489E-970D-AD8C57589867}" dt="2025-07-30T11:19:58.527" v="5017"/>
          <ac:grpSpMkLst>
            <pc:docMk/>
            <pc:sldMk cId="3105522451" sldId="599"/>
            <ac:grpSpMk id="38" creationId="{AFAEB07E-D2DB-17EB-F288-7A6B2A18D45E}"/>
          </ac:grpSpMkLst>
        </pc:grpChg>
        <pc:grpChg chg="del mod">
          <ac:chgData name="Deepika Vatsa" userId="f7100972-27fe-4ee6-8fb4-ec9b7931b409" providerId="ADAL" clId="{43FC3250-EE2F-489E-970D-AD8C57589867}" dt="2025-07-30T11:20:04.241" v="5019"/>
          <ac:grpSpMkLst>
            <pc:docMk/>
            <pc:sldMk cId="3105522451" sldId="599"/>
            <ac:grpSpMk id="40" creationId="{C19E343C-CD15-101D-248D-16C868B15F2A}"/>
          </ac:grpSpMkLst>
        </pc:grpChg>
        <pc:grpChg chg="del mod">
          <ac:chgData name="Deepika Vatsa" userId="f7100972-27fe-4ee6-8fb4-ec9b7931b409" providerId="ADAL" clId="{43FC3250-EE2F-489E-970D-AD8C57589867}" dt="2025-07-30T11:20:11.834" v="5023"/>
          <ac:grpSpMkLst>
            <pc:docMk/>
            <pc:sldMk cId="3105522451" sldId="599"/>
            <ac:grpSpMk id="42" creationId="{CDE169BE-E1AA-50BF-EB38-ABFE78BFBABD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46" creationId="{CB7E83CE-FBF9-F914-92F8-2E67EC587951}"/>
          </ac:grpSpMkLst>
        </pc:grpChg>
        <pc:grpChg chg="del mod">
          <ac:chgData name="Deepika Vatsa" userId="f7100972-27fe-4ee6-8fb4-ec9b7931b409" providerId="ADAL" clId="{43FC3250-EE2F-489E-970D-AD8C57589867}" dt="2025-07-31T03:20:49.462" v="5138" actId="478"/>
          <ac:grpSpMkLst>
            <pc:docMk/>
            <pc:sldMk cId="3105522451" sldId="599"/>
            <ac:grpSpMk id="52" creationId="{AC6AE8C3-F487-23B0-C556-A90964344A1B}"/>
          </ac:grpSpMkLst>
        </pc:grp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" creationId="{F1C285B7-D4F3-C355-86F8-02CB1C66E23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" creationId="{5C9E8FFE-B9FC-03B2-C440-9BC4DDC79A94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6" creationId="{234F7554-F1AC-CF21-C72C-1239393ABA68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7" creationId="{A0A6DD59-251E-420A-D8DF-6826AF831365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8" creationId="{95770007-C3BF-1FCC-88D1-D41429B12E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9" creationId="{CA17CDE4-33EA-5CD8-33EA-A3C5549FA48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0" creationId="{DB90DB2E-B25C-FC49-078C-E1102F9257F0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2" creationId="{2C5F0FB0-46EF-F23C-645F-59E5EFE486C7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3" creationId="{E11157EC-A25E-9304-11CD-B19FC92B8D79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4" creationId="{A928B8AC-042A-3EAE-8B06-4FE4709DE0E2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5" creationId="{9B648765-8054-5FBB-682E-FB5F85CFF2C6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6" creationId="{7EC0A28D-ECAA-27C8-5B88-B0FD4E4E3C3E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7" creationId="{15C226DE-4B7C-4E2F-AF2F-EE1EFA67C6FB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8" creationId="{5D170D60-FD50-71C5-0931-670FE5E46BD1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19" creationId="{73D1F84F-12AA-986C-D649-40C7E692FF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1" creationId="{AB3E0678-4EA1-C410-A008-6C6F68C58A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2" creationId="{E7E0B240-C491-5F6E-F631-00E7C9B109C3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3" creationId="{74C158E0-D26C-9CB9-311D-CA96FA37EAF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4" creationId="{AE5CB2AD-6663-E407-184A-6DB8637E01D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5" creationId="{C459A8BF-C796-0E7B-96EE-16D1CB530C3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6" creationId="{37FC827F-8731-D503-9FD4-B5CB1C34B06F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7" creationId="{2E95D460-A152-9DC2-67FA-999EE1F83D4A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8" creationId="{A7FAC3C3-B558-6638-D49D-673CE940F121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29" creationId="{0EE25888-87D1-5107-0044-83F868C801D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0" creationId="{F8C48800-6796-7EBB-4483-9EA440826E67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1" creationId="{738ED591-29ED-9ED1-1713-1C407B374A6E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2" creationId="{D68C2328-5CC9-7C2A-4412-41200D3FC30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3" creationId="{BFA758BA-2E06-6B7E-5F96-F91150F4ACE0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4" creationId="{40995FC2-5F51-92F8-E8A2-2B638BAFF788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35" creationId="{C5A7F857-F0D9-239B-C587-9EE2E3820F75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39" creationId="{287A6455-BADF-D527-1ADF-F0F6C57B4000}"/>
          </ac:inkMkLst>
        </pc:inkChg>
        <pc:inkChg chg="add del mod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1" creationId="{88EFCC5B-B72D-A027-0C48-F0486B1B73D6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3" creationId="{AAC772A9-2165-0C4E-88BB-C2E77D07D402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4" creationId="{54CABE5B-361A-2B4A-AD1A-9D15E8FF1C89}"/>
          </ac:inkMkLst>
        </pc:inkChg>
        <pc:inkChg chg="add mod">
          <ac:chgData name="Deepika Vatsa" userId="f7100972-27fe-4ee6-8fb4-ec9b7931b409" providerId="ADAL" clId="{43FC3250-EE2F-489E-970D-AD8C57589867}" dt="2025-07-30T11:20:11.834" v="5023"/>
          <ac:inkMkLst>
            <pc:docMk/>
            <pc:sldMk cId="3105522451" sldId="599"/>
            <ac:inkMk id="45" creationId="{A8E29502-0F9F-DBC9-F6C0-E1126867D8DD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7" creationId="{B8A50735-1B9B-889F-FDA6-186515852983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8" creationId="{6127F1CF-B0F6-B361-3ACE-2CD42D71D06F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49" creationId="{EE4A0F2D-BD99-1B14-4765-53247406ED9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0" creationId="{79093C57-6275-9169-0B34-E320614144A5}"/>
          </ac:inkMkLst>
        </pc:inkChg>
        <pc:inkChg chg="add mod">
          <ac:chgData name="Deepika Vatsa" userId="f7100972-27fe-4ee6-8fb4-ec9b7931b409" providerId="ADAL" clId="{43FC3250-EE2F-489E-970D-AD8C57589867}" dt="2025-07-30T11:20:37.040" v="5029"/>
          <ac:inkMkLst>
            <pc:docMk/>
            <pc:sldMk cId="3105522451" sldId="599"/>
            <ac:inkMk id="51" creationId="{FA3C1E58-125C-7E20-8111-5C347C6F6409}"/>
          </ac:inkMkLst>
        </pc:inkChg>
        <pc:inkChg chg="add del">
          <ac:chgData name="Deepika Vatsa" userId="f7100972-27fe-4ee6-8fb4-ec9b7931b409" providerId="ADAL" clId="{43FC3250-EE2F-489E-970D-AD8C57589867}" dt="2025-07-31T03:20:49.462" v="5138" actId="478"/>
          <ac:inkMkLst>
            <pc:docMk/>
            <pc:sldMk cId="3105522451" sldId="599"/>
            <ac:inkMk id="53" creationId="{9906CB26-66E7-149B-AEE5-C5D56D23BF2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0:59.956" v="5142" actId="478"/>
        <pc:sldMkLst>
          <pc:docMk/>
          <pc:sldMk cId="1298333677" sldId="600"/>
        </pc:sldMkLst>
        <pc:spChg chg="mod">
          <ac:chgData name="Deepika Vatsa" userId="f7100972-27fe-4ee6-8fb4-ec9b7931b409" providerId="ADAL" clId="{43FC3250-EE2F-489E-970D-AD8C57589867}" dt="2025-07-24T10:38:34.676" v="2879"/>
          <ac:spMkLst>
            <pc:docMk/>
            <pc:sldMk cId="1298333677" sldId="600"/>
            <ac:spMk id="4" creationId="{5C722B7B-45D8-F737-2062-6EFF58819A4B}"/>
          </ac:spMkLst>
        </pc:spChg>
        <pc:spChg chg="add mod">
          <ac:chgData name="Deepika Vatsa" userId="f7100972-27fe-4ee6-8fb4-ec9b7931b409" providerId="ADAL" clId="{43FC3250-EE2F-489E-970D-AD8C57589867}" dt="2025-07-24T10:16:31.563" v="2592" actId="1076"/>
          <ac:spMkLst>
            <pc:docMk/>
            <pc:sldMk cId="1298333677" sldId="600"/>
            <ac:spMk id="5" creationId="{076FCB26-F3DF-4A0C-4391-0D8C0697F42E}"/>
          </ac:spMkLst>
        </pc:spChg>
        <pc:spChg chg="add del mod">
          <ac:chgData name="Deepika Vatsa" userId="f7100972-27fe-4ee6-8fb4-ec9b7931b409" providerId="ADAL" clId="{43FC3250-EE2F-489E-970D-AD8C57589867}" dt="2025-07-24T10:18:04.909" v="2630" actId="21"/>
          <ac:spMkLst>
            <pc:docMk/>
            <pc:sldMk cId="1298333677" sldId="600"/>
            <ac:spMk id="7" creationId="{C829D528-F908-BA66-0E41-6FD3B9A67A16}"/>
          </ac:spMkLst>
        </pc:spChg>
        <pc:spChg chg="mod">
          <ac:chgData name="Deepika Vatsa" userId="f7100972-27fe-4ee6-8fb4-ec9b7931b409" providerId="ADAL" clId="{43FC3250-EE2F-489E-970D-AD8C57589867}" dt="2025-07-24T10:13:49.702" v="2436" actId="6549"/>
          <ac:spMkLst>
            <pc:docMk/>
            <pc:sldMk cId="1298333677" sldId="600"/>
            <ac:spMk id="11" creationId="{06381CCD-359B-D8A2-1997-A5B56A02FD41}"/>
          </ac:spMkLst>
        </pc:s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12" creationId="{B7159BD2-EEAB-D706-7082-87CF8B4F6777}"/>
          </ac:grpSpMkLst>
        </pc:grpChg>
        <pc:grpChg chg="del mod">
          <ac:chgData name="Deepika Vatsa" userId="f7100972-27fe-4ee6-8fb4-ec9b7931b409" providerId="ADAL" clId="{43FC3250-EE2F-489E-970D-AD8C57589867}" dt="2025-07-31T03:20:53.510" v="5139" actId="478"/>
          <ac:grpSpMkLst>
            <pc:docMk/>
            <pc:sldMk cId="1298333677" sldId="600"/>
            <ac:grpSpMk id="21" creationId="{BC2900EE-11DA-43BF-042E-1CC056121D20}"/>
          </ac:grpSpMkLst>
        </pc:grpChg>
        <pc:inkChg chg="add del">
          <ac:chgData name="Deepika Vatsa" userId="f7100972-27fe-4ee6-8fb4-ec9b7931b409" providerId="ADAL" clId="{43FC3250-EE2F-489E-970D-AD8C57589867}" dt="2025-07-31T03:20:58.077" v="5141" actId="478"/>
          <ac:inkMkLst>
            <pc:docMk/>
            <pc:sldMk cId="1298333677" sldId="600"/>
            <ac:inkMk id="6" creationId="{C11BE904-865B-F6CC-CDDA-496CBE97A1D7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7" creationId="{8D85C4E3-7A1A-8069-C03A-85191545A3A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8" creationId="{C0C06274-B730-4BD9-D0AC-E3568D8D1350}"/>
          </ac:inkMkLst>
        </pc:inkChg>
        <pc:inkChg chg="add mod">
          <ac:chgData name="Deepika Vatsa" userId="f7100972-27fe-4ee6-8fb4-ec9b7931b409" providerId="ADAL" clId="{43FC3250-EE2F-489E-970D-AD8C57589867}" dt="2025-07-30T11:21:26.448" v="5036"/>
          <ac:inkMkLst>
            <pc:docMk/>
            <pc:sldMk cId="1298333677" sldId="600"/>
            <ac:inkMk id="9" creationId="{0C21C965-798A-7368-4E80-5103B44E9F6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0" creationId="{44E40ECE-1677-98AA-F5A3-0B9ED4EC0BDE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3" creationId="{C2BA873B-7D3F-64A4-D78B-7F25D1645616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4" creationId="{E4AA5845-3244-7746-EAE6-2A26846550EC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5" creationId="{A079FDBD-769B-1DF9-A5A6-C86173E28638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6" creationId="{C2E41533-8E23-6D8C-4917-9F587902B45B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7" creationId="{A52CD522-41AE-318D-91E8-17C7B47407FF}"/>
          </ac:inkMkLst>
        </pc:inkChg>
        <pc:inkChg chg="add del">
          <ac:chgData name="Deepika Vatsa" userId="f7100972-27fe-4ee6-8fb4-ec9b7931b409" providerId="ADAL" clId="{43FC3250-EE2F-489E-970D-AD8C57589867}" dt="2025-07-31T03:20:53.510" v="5139" actId="478"/>
          <ac:inkMkLst>
            <pc:docMk/>
            <pc:sldMk cId="1298333677" sldId="600"/>
            <ac:inkMk id="18" creationId="{242A4BFB-AF5B-EF22-9DB2-314E873A8EF7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19" creationId="{AACDE439-A57A-DFD2-7942-9E5162C57831}"/>
          </ac:inkMkLst>
        </pc:inkChg>
        <pc:inkChg chg="add mod">
          <ac:chgData name="Deepika Vatsa" userId="f7100972-27fe-4ee6-8fb4-ec9b7931b409" providerId="ADAL" clId="{43FC3250-EE2F-489E-970D-AD8C57589867}" dt="2025-07-30T11:21:41.909" v="5045"/>
          <ac:inkMkLst>
            <pc:docMk/>
            <pc:sldMk cId="1298333677" sldId="600"/>
            <ac:inkMk id="20" creationId="{B0851B7A-D5E9-417C-807F-E9D8D3B21C05}"/>
          </ac:inkMkLst>
        </pc:inkChg>
        <pc:inkChg chg="add">
          <ac:chgData name="Deepika Vatsa" userId="f7100972-27fe-4ee6-8fb4-ec9b7931b409" providerId="ADAL" clId="{43FC3250-EE2F-489E-970D-AD8C57589867}" dt="2025-07-30T11:22:00.812" v="5046" actId="9405"/>
          <ac:inkMkLst>
            <pc:docMk/>
            <pc:sldMk cId="1298333677" sldId="600"/>
            <ac:inkMk id="22" creationId="{F830007A-45E3-94D1-1107-EF9ADCB6EFE7}"/>
          </ac:inkMkLst>
        </pc:inkChg>
        <pc:inkChg chg="add">
          <ac:chgData name="Deepika Vatsa" userId="f7100972-27fe-4ee6-8fb4-ec9b7931b409" providerId="ADAL" clId="{43FC3250-EE2F-489E-970D-AD8C57589867}" dt="2025-07-30T11:22:01.216" v="5047" actId="9405"/>
          <ac:inkMkLst>
            <pc:docMk/>
            <pc:sldMk cId="1298333677" sldId="600"/>
            <ac:inkMk id="23" creationId="{051FD77A-1470-B5F5-BBEE-8BA362EF6342}"/>
          </ac:inkMkLst>
        </pc:inkChg>
        <pc:inkChg chg="add del">
          <ac:chgData name="Deepika Vatsa" userId="f7100972-27fe-4ee6-8fb4-ec9b7931b409" providerId="ADAL" clId="{43FC3250-EE2F-489E-970D-AD8C57589867}" dt="2025-07-31T03:20:59.956" v="5142" actId="478"/>
          <ac:inkMkLst>
            <pc:docMk/>
            <pc:sldMk cId="1298333677" sldId="600"/>
            <ac:inkMk id="24" creationId="{E9BDE784-9631-D040-27D7-085C4989FEE1}"/>
          </ac:inkMkLst>
        </pc:inkChg>
        <pc:inkChg chg="add del">
          <ac:chgData name="Deepika Vatsa" userId="f7100972-27fe-4ee6-8fb4-ec9b7931b409" providerId="ADAL" clId="{43FC3250-EE2F-489E-970D-AD8C57589867}" dt="2025-07-31T03:20:56.417" v="5140" actId="478"/>
          <ac:inkMkLst>
            <pc:docMk/>
            <pc:sldMk cId="1298333677" sldId="600"/>
            <ac:inkMk id="25" creationId="{61655763-B18B-429E-A152-62D1108A61E1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07172059" sldId="600"/>
        </pc:sldMkLst>
      </pc:sldChg>
      <pc:sldChg chg="addSp delSp modSp add mod delAnim modAnim">
        <pc:chgData name="Deepika Vatsa" userId="f7100972-27fe-4ee6-8fb4-ec9b7931b409" providerId="ADAL" clId="{43FC3250-EE2F-489E-970D-AD8C57589867}" dt="2025-07-31T03:21:47.687" v="5144" actId="478"/>
        <pc:sldMkLst>
          <pc:docMk/>
          <pc:sldMk cId="2345028146" sldId="601"/>
        </pc:sldMkLst>
        <pc:spChg chg="del">
          <ac:chgData name="Deepika Vatsa" userId="f7100972-27fe-4ee6-8fb4-ec9b7931b409" providerId="ADAL" clId="{43FC3250-EE2F-489E-970D-AD8C57589867}" dt="2025-07-24T10:18:10.560" v="2632" actId="478"/>
          <ac:spMkLst>
            <pc:docMk/>
            <pc:sldMk cId="2345028146" sldId="601"/>
            <ac:spMk id="4" creationId="{5C722B7B-45D8-F737-2062-6EFF58819A4B}"/>
          </ac:spMkLst>
        </pc:spChg>
        <pc:spChg chg="del">
          <ac:chgData name="Deepika Vatsa" userId="f7100972-27fe-4ee6-8fb4-ec9b7931b409" providerId="ADAL" clId="{43FC3250-EE2F-489E-970D-AD8C57589867}" dt="2025-07-24T10:18:15.750" v="2634" actId="478"/>
          <ac:spMkLst>
            <pc:docMk/>
            <pc:sldMk cId="2345028146" sldId="601"/>
            <ac:spMk id="5" creationId="{076FCB26-F3DF-4A0C-4391-0D8C0697F42E}"/>
          </ac:spMkLst>
        </pc:spChg>
        <pc:spChg chg="add mod">
          <ac:chgData name="Deepika Vatsa" userId="f7100972-27fe-4ee6-8fb4-ec9b7931b409" providerId="ADAL" clId="{43FC3250-EE2F-489E-970D-AD8C57589867}" dt="2025-07-24T10:27:35.459" v="2829" actId="404"/>
          <ac:spMkLst>
            <pc:docMk/>
            <pc:sldMk cId="2345028146" sldId="601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24T11:21:54.065" v="3292" actId="1076"/>
          <ac:spMkLst>
            <pc:docMk/>
            <pc:sldMk cId="2345028146" sldId="601"/>
            <ac:spMk id="7" creationId="{39BE2E7A-CD69-318B-C09C-711CA44B4A0B}"/>
          </ac:spMkLst>
        </pc:spChg>
        <pc:spChg chg="add mod">
          <ac:chgData name="Deepika Vatsa" userId="f7100972-27fe-4ee6-8fb4-ec9b7931b409" providerId="ADAL" clId="{43FC3250-EE2F-489E-970D-AD8C57589867}" dt="2025-07-24T11:21:35.313" v="3289" actId="20577"/>
          <ac:spMkLst>
            <pc:docMk/>
            <pc:sldMk cId="2345028146" sldId="601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18:19.726" v="2635" actId="478"/>
          <ac:spMkLst>
            <pc:docMk/>
            <pc:sldMk cId="2345028146" sldId="601"/>
            <ac:spMk id="11" creationId="{06381CCD-359B-D8A2-1997-A5B56A02FD41}"/>
          </ac:spMkLst>
        </pc:spChg>
        <pc:spChg chg="add mod">
          <ac:chgData name="Deepika Vatsa" userId="f7100972-27fe-4ee6-8fb4-ec9b7931b409" providerId="ADAL" clId="{43FC3250-EE2F-489E-970D-AD8C57589867}" dt="2025-07-24T11:21:44.591" v="3290" actId="1076"/>
          <ac:spMkLst>
            <pc:docMk/>
            <pc:sldMk cId="2345028146" sldId="601"/>
            <ac:spMk id="12" creationId="{306ACACD-7D5F-A652-89BC-479AE734681A}"/>
          </ac:spMkLst>
        </pc:spChg>
        <pc:spChg chg="add del mod">
          <ac:chgData name="Deepika Vatsa" userId="f7100972-27fe-4ee6-8fb4-ec9b7931b409" providerId="ADAL" clId="{43FC3250-EE2F-489E-970D-AD8C57589867}" dt="2025-07-24T10:45:28.493" v="2993" actId="478"/>
          <ac:spMkLst>
            <pc:docMk/>
            <pc:sldMk cId="2345028146" sldId="601"/>
            <ac:spMk id="14" creationId="{079250D1-8AC1-6400-4452-23FDE7B1E140}"/>
          </ac:spMkLst>
        </pc:s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19" creationId="{2868F3B0-82BB-5ABF-F02D-7AD10B060A26}"/>
          </ac:grpSpMkLst>
        </pc:grpChg>
        <pc:grpChg chg="del mod">
          <ac:chgData name="Deepika Vatsa" userId="f7100972-27fe-4ee6-8fb4-ec9b7931b409" providerId="ADAL" clId="{43FC3250-EE2F-489E-970D-AD8C57589867}" dt="2025-07-30T11:23:37.026" v="5067"/>
          <ac:grpSpMkLst>
            <pc:docMk/>
            <pc:sldMk cId="2345028146" sldId="601"/>
            <ac:grpSpMk id="23" creationId="{9F930B31-BE19-CE06-683C-E4BD0F149D73}"/>
          </ac:grpSpMkLst>
        </pc:grpChg>
        <pc:grpChg chg="del mod">
          <ac:chgData name="Deepika Vatsa" userId="f7100972-27fe-4ee6-8fb4-ec9b7931b409" providerId="ADAL" clId="{43FC3250-EE2F-489E-970D-AD8C57589867}" dt="2025-07-31T03:21:36.567" v="5143" actId="478"/>
          <ac:grpSpMkLst>
            <pc:docMk/>
            <pc:sldMk cId="2345028146" sldId="601"/>
            <ac:grpSpMk id="25" creationId="{92DBC0BC-3859-FB0C-EF3F-9D0F91C25FD3}"/>
          </ac:grpSpMkLst>
        </pc:grpChg>
        <pc:graphicFrameChg chg="add del mod">
          <ac:chgData name="Deepika Vatsa" userId="f7100972-27fe-4ee6-8fb4-ec9b7931b409" providerId="ADAL" clId="{43FC3250-EE2F-489E-970D-AD8C57589867}" dt="2025-07-24T10:45:31.107" v="2994" actId="478"/>
          <ac:graphicFrameMkLst>
            <pc:docMk/>
            <pc:sldMk cId="2345028146" sldId="601"/>
            <ac:graphicFrameMk id="10" creationId="{B37B5B77-07F8-EE65-399A-DBD323BE9ACE}"/>
          </ac:graphicFrameMkLst>
        </pc:graphicFrame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4" creationId="{17E0AA1B-A00E-9939-FE0C-B4F97381E5B6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5" creationId="{050DC591-9626-1CBE-6BFD-3B2D6762F39A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8" creationId="{6777923C-A292-6DE5-9A9B-EAEFE10590F1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0" creationId="{EF195895-F360-0DA9-5255-151E46B2A359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1" creationId="{50288B3F-EEAE-2FA1-BB2B-C7C7D73A858B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3" creationId="{AF155DAD-AFEF-4DDF-C5AA-9176B5EE58FE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4" creationId="{FED45222-BDCB-53A1-7929-4EA5D0F61817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5" creationId="{A604115D-AC37-071B-3591-CB1024F26CBD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6" creationId="{D4061A2B-B78E-81C4-6E9B-DDC0AFC31A64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7" creationId="{5640C931-07BC-26E5-D427-959985B3393C}"/>
          </ac:inkMkLst>
        </pc:inkChg>
        <pc:inkChg chg="add mod">
          <ac:chgData name="Deepika Vatsa" userId="f7100972-27fe-4ee6-8fb4-ec9b7931b409" providerId="ADAL" clId="{43FC3250-EE2F-489E-970D-AD8C57589867}" dt="2025-07-30T11:23:28.122" v="5061"/>
          <ac:inkMkLst>
            <pc:docMk/>
            <pc:sldMk cId="2345028146" sldId="601"/>
            <ac:inkMk id="18" creationId="{BD47D964-5B9E-D281-9860-341536BD1BB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0" creationId="{D1F4202E-EA34-0E02-952E-525D2454E5C9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1" creationId="{58453868-6D91-9F6F-F14E-3226E62987EE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2" creationId="{FCD14E34-F08C-93B7-CC28-817AB4EE9AC1}"/>
          </ac:inkMkLst>
        </pc:inkChg>
        <pc:inkChg chg="add mod">
          <ac:chgData name="Deepika Vatsa" userId="f7100972-27fe-4ee6-8fb4-ec9b7931b409" providerId="ADAL" clId="{43FC3250-EE2F-489E-970D-AD8C57589867}" dt="2025-07-30T11:23:37.026" v="5067"/>
          <ac:inkMkLst>
            <pc:docMk/>
            <pc:sldMk cId="2345028146" sldId="601"/>
            <ac:inkMk id="24" creationId="{ECAE878F-E40C-3A24-7BCE-2801FF76363F}"/>
          </ac:inkMkLst>
        </pc:inkChg>
        <pc:inkChg chg="add del">
          <ac:chgData name="Deepika Vatsa" userId="f7100972-27fe-4ee6-8fb4-ec9b7931b409" providerId="ADAL" clId="{43FC3250-EE2F-489E-970D-AD8C57589867}" dt="2025-07-31T03:21:36.567" v="5143" actId="478"/>
          <ac:inkMkLst>
            <pc:docMk/>
            <pc:sldMk cId="2345028146" sldId="601"/>
            <ac:inkMk id="26" creationId="{4D35CE20-BB6B-B42F-1755-67FB31D6461B}"/>
          </ac:inkMkLst>
        </pc:inkChg>
        <pc:inkChg chg="add del">
          <ac:chgData name="Deepika Vatsa" userId="f7100972-27fe-4ee6-8fb4-ec9b7931b409" providerId="ADAL" clId="{43FC3250-EE2F-489E-970D-AD8C57589867}" dt="2025-07-31T03:21:47.687" v="5144" actId="478"/>
          <ac:inkMkLst>
            <pc:docMk/>
            <pc:sldMk cId="2345028146" sldId="601"/>
            <ac:inkMk id="27" creationId="{314EF62E-D385-111A-5B5B-07EE0CCA285F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54070128" sldId="601"/>
        </pc:sldMkLst>
      </pc:sldChg>
      <pc:sldChg chg="addSp delSp modSp add mod">
        <pc:chgData name="Deepika Vatsa" userId="f7100972-27fe-4ee6-8fb4-ec9b7931b409" providerId="ADAL" clId="{43FC3250-EE2F-489E-970D-AD8C57589867}" dt="2025-07-31T03:22:01.683" v="5147" actId="478"/>
        <pc:sldMkLst>
          <pc:docMk/>
          <pc:sldMk cId="886010047" sldId="602"/>
        </pc:sldMkLst>
        <pc:spChg chg="mod">
          <ac:chgData name="Deepika Vatsa" userId="f7100972-27fe-4ee6-8fb4-ec9b7931b409" providerId="ADAL" clId="{43FC3250-EE2F-489E-970D-AD8C57589867}" dt="2025-07-24T10:51:10.545" v="3021" actId="20577"/>
          <ac:spMkLst>
            <pc:docMk/>
            <pc:sldMk cId="886010047" sldId="602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5T06:46:25.396" v="4283" actId="20577"/>
          <ac:spMkLst>
            <pc:docMk/>
            <pc:sldMk cId="886010047" sldId="602"/>
            <ac:spMk id="5" creationId="{CC1083D5-B7AF-045F-7EAB-FD1411E3B290}"/>
          </ac:spMkLst>
        </pc:spChg>
        <pc:spChg chg="del">
          <ac:chgData name="Deepika Vatsa" userId="f7100972-27fe-4ee6-8fb4-ec9b7931b409" providerId="ADAL" clId="{43FC3250-EE2F-489E-970D-AD8C57589867}" dt="2025-07-24T10:50:47.777" v="3001" actId="478"/>
          <ac:spMkLst>
            <pc:docMk/>
            <pc:sldMk cId="886010047" sldId="602"/>
            <ac:spMk id="6" creationId="{1CEA8935-B2D0-3E5F-8357-3E29E96704C1}"/>
          </ac:spMkLst>
        </pc:spChg>
        <pc:spChg chg="add mod">
          <ac:chgData name="Deepika Vatsa" userId="f7100972-27fe-4ee6-8fb4-ec9b7931b409" providerId="ADAL" clId="{43FC3250-EE2F-489E-970D-AD8C57589867}" dt="2025-07-30T11:02:20.632" v="4852" actId="14100"/>
          <ac:spMkLst>
            <pc:docMk/>
            <pc:sldMk cId="886010047" sldId="602"/>
            <ac:spMk id="6" creationId="{6DB03E6E-EA1C-451F-4077-B842B37F02F6}"/>
          </ac:spMkLst>
        </pc:spChg>
        <pc:spChg chg="del">
          <ac:chgData name="Deepika Vatsa" userId="f7100972-27fe-4ee6-8fb4-ec9b7931b409" providerId="ADAL" clId="{43FC3250-EE2F-489E-970D-AD8C57589867}" dt="2025-07-24T10:50:45.305" v="3000" actId="478"/>
          <ac:spMkLst>
            <pc:docMk/>
            <pc:sldMk cId="886010047" sldId="602"/>
            <ac:spMk id="7" creationId="{39BE2E7A-CD69-318B-C09C-711CA44B4A0B}"/>
          </ac:spMkLst>
        </pc:spChg>
        <pc:spChg chg="del">
          <ac:chgData name="Deepika Vatsa" userId="f7100972-27fe-4ee6-8fb4-ec9b7931b409" providerId="ADAL" clId="{43FC3250-EE2F-489E-970D-AD8C57589867}" dt="2025-07-24T10:50:43.730" v="2999" actId="478"/>
          <ac:spMkLst>
            <pc:docMk/>
            <pc:sldMk cId="886010047" sldId="602"/>
            <ac:spMk id="9" creationId="{0845D9B1-899B-55E5-A6D1-4AEEC958CFBC}"/>
          </ac:spMkLst>
        </pc:spChg>
        <pc:spChg chg="del">
          <ac:chgData name="Deepika Vatsa" userId="f7100972-27fe-4ee6-8fb4-ec9b7931b409" providerId="ADAL" clId="{43FC3250-EE2F-489E-970D-AD8C57589867}" dt="2025-07-24T10:50:41.212" v="2998" actId="478"/>
          <ac:spMkLst>
            <pc:docMk/>
            <pc:sldMk cId="886010047" sldId="602"/>
            <ac:spMk id="12" creationId="{306ACACD-7D5F-A652-89BC-479AE734681A}"/>
          </ac:spMkLst>
        </pc:spChg>
        <pc:grpChg chg="del mod">
          <ac:chgData name="Deepika Vatsa" userId="f7100972-27fe-4ee6-8fb4-ec9b7931b409" providerId="ADAL" clId="{43FC3250-EE2F-489E-970D-AD8C57589867}" dt="2025-07-30T11:24:28.365" v="5080"/>
          <ac:grpSpMkLst>
            <pc:docMk/>
            <pc:sldMk cId="886010047" sldId="602"/>
            <ac:grpSpMk id="11" creationId="{737102C5-EF64-DDFE-3ACA-FB9F8874D89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19" creationId="{57AD2E92-1B0B-C4C8-AF8E-2E9783CE6731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23" creationId="{C7135A48-2D13-6EDE-C944-C3CCD8EBF6A4}"/>
          </ac:grpSpMkLst>
        </pc:grpChg>
        <pc:grpChg chg="del mod">
          <ac:chgData name="Deepika Vatsa" userId="f7100972-27fe-4ee6-8fb4-ec9b7931b409" providerId="ADAL" clId="{43FC3250-EE2F-489E-970D-AD8C57589867}" dt="2025-07-30T11:24:43.654" v="5109"/>
          <ac:grpSpMkLst>
            <pc:docMk/>
            <pc:sldMk cId="886010047" sldId="602"/>
            <ac:grpSpMk id="48" creationId="{2AABFA85-755A-345B-520C-8883410498BF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49" creationId="{40F91D93-8F93-9FE6-A525-7C8DB7505EB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0" creationId="{D2B7336C-F815-6E74-9FBD-CAAF5312B7A5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1" creationId="{08FCAA17-28B6-7E71-2ACC-54C4F42A50EC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2" creationId="{A54B38DB-BFDC-8083-126A-8F4B528C7286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3" creationId="{ED4BCEFD-121D-6D01-D014-9B1C08EF0B69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58" creationId="{98A069EE-A0D7-A5F3-0AF7-6CCBBCCD9F1B}"/>
          </ac:grpSpMkLst>
        </pc:grpChg>
        <pc:grpChg chg="del mod">
          <ac:chgData name="Deepika Vatsa" userId="f7100972-27fe-4ee6-8fb4-ec9b7931b409" providerId="ADAL" clId="{43FC3250-EE2F-489E-970D-AD8C57589867}" dt="2025-07-31T03:21:58.456" v="5146" actId="478"/>
          <ac:grpSpMkLst>
            <pc:docMk/>
            <pc:sldMk cId="886010047" sldId="602"/>
            <ac:grpSpMk id="65" creationId="{14A6B570-75DE-29DC-2893-3E7318ECD850}"/>
          </ac:grpSpMkLst>
        </pc:grpChg>
        <pc:picChg chg="add mod">
          <ac:chgData name="Deepika Vatsa" userId="f7100972-27fe-4ee6-8fb4-ec9b7931b409" providerId="ADAL" clId="{43FC3250-EE2F-489E-970D-AD8C57589867}" dt="2025-07-24T10:53:22.664" v="3084" actId="14100"/>
          <ac:picMkLst>
            <pc:docMk/>
            <pc:sldMk cId="886010047" sldId="602"/>
            <ac:picMk id="10" creationId="{2C8F8A8C-4CBE-F873-6787-5EB3002F5B68}"/>
          </ac:picMkLst>
        </pc:pic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7" creationId="{77D1D47C-CE25-0C95-1A4A-F0090A00AC2F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8" creationId="{FE679162-5C59-6FC5-C595-C65BAD04A524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9" creationId="{A070C18D-DF9A-184E-C6AC-3C7FFCA14C65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2" creationId="{80AF8BC1-F5A1-7375-9F2A-52845D4F159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3" creationId="{8BAFE205-9EC6-EFAC-4EAD-DA68895B64F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4" creationId="{53BE260A-26B5-5C57-AC1D-2E88D7B5008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15" creationId="{7F9D9B28-DB20-AE45-A6B0-8A79D27E96B2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6" creationId="{CD3359BC-70E7-82A9-13AA-F66B7C0E93B7}"/>
          </ac:inkMkLst>
        </pc:inkChg>
        <pc:inkChg chg="add mod">
          <ac:chgData name="Deepika Vatsa" userId="f7100972-27fe-4ee6-8fb4-ec9b7931b409" providerId="ADAL" clId="{43FC3250-EE2F-489E-970D-AD8C57589867}" dt="2025-07-30T11:24:28.365" v="5080"/>
          <ac:inkMkLst>
            <pc:docMk/>
            <pc:sldMk cId="886010047" sldId="602"/>
            <ac:inkMk id="17" creationId="{D57FC0D9-24AA-F250-99F0-29CF581CAAED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18" creationId="{C40CF86F-E017-AD7A-3C4A-E8FA1FD694A6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0" creationId="{8DC9ACA1-897A-97C6-34C5-C756D90D8BEC}"/>
          </ac:inkMkLst>
        </pc:inkChg>
        <pc:inkChg chg="add del">
          <ac:chgData name="Deepika Vatsa" userId="f7100972-27fe-4ee6-8fb4-ec9b7931b409" providerId="ADAL" clId="{43FC3250-EE2F-489E-970D-AD8C57589867}" dt="2025-07-31T03:21:58.456" v="5146" actId="478"/>
          <ac:inkMkLst>
            <pc:docMk/>
            <pc:sldMk cId="886010047" sldId="602"/>
            <ac:inkMk id="21" creationId="{A209531D-BB15-BE98-81ED-903ADCAB5918}"/>
          </ac:inkMkLst>
        </pc:inkChg>
        <pc:inkChg chg="add mod">
          <ac:chgData name="Deepika Vatsa" userId="f7100972-27fe-4ee6-8fb4-ec9b7931b409" providerId="ADAL" clId="{43FC3250-EE2F-489E-970D-AD8C57589867}" dt="2025-07-30T11:24:30.348" v="5084"/>
          <ac:inkMkLst>
            <pc:docMk/>
            <pc:sldMk cId="886010047" sldId="602"/>
            <ac:inkMk id="22" creationId="{E22ED568-A691-7EB8-9165-7CFAAB4678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4" creationId="{DD5BCBFF-B6E2-0AB1-0A8F-342E8E2A2A9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5" creationId="{ED65A6BC-72BE-DADB-4D48-A0D10FEC65A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6" creationId="{ADAE34F3-22F1-8A1B-312B-505E61953B2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7" creationId="{B9BA2E96-0F59-D4AA-739F-5229C4B751F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8" creationId="{6365523F-C913-A39C-729D-38766D50FA07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29" creationId="{B9AFED4D-6D8A-E1D3-C7A8-0C0957D40200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0" creationId="{38DA219B-49AA-FB1A-FC60-F23D29D85DA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1" creationId="{F4B46658-4F39-55F3-22EC-B58047D316BF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2" creationId="{29ADBD88-7BF5-3963-EB39-80D3596BCCBE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3" creationId="{4E4252B8-1F19-6D56-621B-4C4AC04C63D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4" creationId="{5CA1F1A7-3610-7C4B-50D6-70D8D1841E61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5" creationId="{B60F7734-7A1F-733E-B7EB-11092EC27D64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6" creationId="{53AB7C3E-B660-5610-C7AC-0538CBEEEE6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7" creationId="{8173337F-8EB2-3F94-0D23-8AF9F43A374B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8" creationId="{8ACE3C35-3E82-FEC5-4B2F-2878A7944C9C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39" creationId="{08EB2709-F3E8-996D-580E-21BA0545FDA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0" creationId="{2CA79349-A185-63E0-CE35-7975D0330F9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1" creationId="{733809BB-8EC1-C2DF-197A-E23243DFA498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2" creationId="{60699C46-1D91-0053-A00E-BF8BDCD90B03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3" creationId="{6782598E-FD65-876A-3824-404BF77DE9C5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4" creationId="{BF7257EE-EE49-ED62-4634-F0AD201CA77A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5" creationId="{93946685-08B6-CB78-B9B2-740B5BB02A86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6" creationId="{A145CD41-4BAC-C341-F925-B3251ECE9D79}"/>
          </ac:inkMkLst>
        </pc:inkChg>
        <pc:inkChg chg="add mod">
          <ac:chgData name="Deepika Vatsa" userId="f7100972-27fe-4ee6-8fb4-ec9b7931b409" providerId="ADAL" clId="{43FC3250-EE2F-489E-970D-AD8C57589867}" dt="2025-07-30T11:24:43.654" v="5109"/>
          <ac:inkMkLst>
            <pc:docMk/>
            <pc:sldMk cId="886010047" sldId="602"/>
            <ac:inkMk id="47" creationId="{13EBBA59-AC09-37C9-F0AB-51DAA103732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4" creationId="{A594385C-1DC0-FE5D-7A25-548AA5D88FFB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5" creationId="{E0639422-4B7E-6A64-6F67-92733F77D231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6" creationId="{D3FAD631-5FCF-7F4D-9CEA-D0A3DB2F9AC5}"/>
          </ac:inkMkLst>
        </pc:inkChg>
        <pc:inkChg chg="add mod">
          <ac:chgData name="Deepika Vatsa" userId="f7100972-27fe-4ee6-8fb4-ec9b7931b409" providerId="ADAL" clId="{43FC3250-EE2F-489E-970D-AD8C57589867}" dt="2025-07-30T11:24:45.793" v="5114"/>
          <ac:inkMkLst>
            <pc:docMk/>
            <pc:sldMk cId="886010047" sldId="602"/>
            <ac:inkMk id="57" creationId="{EE3A3A6A-2B8F-4ABE-778F-82E977D0C61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59" creationId="{073A5B15-6E25-301E-9F5C-DC6461BF6FC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0" creationId="{2AA6E4AD-39FE-9896-BFA1-391A730AB93E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1" creationId="{EA7B69A7-F83E-5981-BFCB-C39A3413198B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2" creationId="{19A1C645-2016-482C-303C-E640143464D0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3" creationId="{538E2AE8-3A25-B752-D408-5E529DDA7B76}"/>
          </ac:inkMkLst>
        </pc:inkChg>
        <pc:inkChg chg="add mod">
          <ac:chgData name="Deepika Vatsa" userId="f7100972-27fe-4ee6-8fb4-ec9b7931b409" providerId="ADAL" clId="{43FC3250-EE2F-489E-970D-AD8C57589867}" dt="2025-07-30T11:25:07.675" v="5121"/>
          <ac:inkMkLst>
            <pc:docMk/>
            <pc:sldMk cId="886010047" sldId="602"/>
            <ac:inkMk id="64" creationId="{756F2833-E6E1-287C-80D6-B02A90F45EE1}"/>
          </ac:inkMkLst>
        </pc:inkChg>
        <pc:inkChg chg="add del">
          <ac:chgData name="Deepika Vatsa" userId="f7100972-27fe-4ee6-8fb4-ec9b7931b409" providerId="ADAL" clId="{43FC3250-EE2F-489E-970D-AD8C57589867}" dt="2025-07-31T03:21:54.415" v="5145" actId="478"/>
          <ac:inkMkLst>
            <pc:docMk/>
            <pc:sldMk cId="886010047" sldId="602"/>
            <ac:inkMk id="66" creationId="{6E958762-7A95-9562-3E5C-CC1F2380AA41}"/>
          </ac:inkMkLst>
        </pc:inkChg>
        <pc:inkChg chg="add del">
          <ac:chgData name="Deepika Vatsa" userId="f7100972-27fe-4ee6-8fb4-ec9b7931b409" providerId="ADAL" clId="{43FC3250-EE2F-489E-970D-AD8C57589867}" dt="2025-07-31T03:22:01.683" v="5147" actId="478"/>
          <ac:inkMkLst>
            <pc:docMk/>
            <pc:sldMk cId="886010047" sldId="602"/>
            <ac:inkMk id="67" creationId="{DD7A5BBF-E577-3B0F-0EB2-45B5BED67247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816700751" sldId="602"/>
        </pc:sldMkLst>
      </pc:sldChg>
      <pc:sldChg chg="addSp delSp modSp add mod">
        <pc:chgData name="Deepika Vatsa" userId="f7100972-27fe-4ee6-8fb4-ec9b7931b409" providerId="ADAL" clId="{43FC3250-EE2F-489E-970D-AD8C57589867}" dt="2025-07-31T03:22:07.067" v="5148" actId="478"/>
        <pc:sldMkLst>
          <pc:docMk/>
          <pc:sldMk cId="1900874624" sldId="603"/>
        </pc:sldMkLst>
        <pc:spChg chg="mod">
          <ac:chgData name="Deepika Vatsa" userId="f7100972-27fe-4ee6-8fb4-ec9b7931b409" providerId="ADAL" clId="{43FC3250-EE2F-489E-970D-AD8C57589867}" dt="2025-07-24T10:55:48.527" v="3140" actId="2711"/>
          <ac:spMkLst>
            <pc:docMk/>
            <pc:sldMk cId="1900874624" sldId="603"/>
            <ac:spMk id="5" creationId="{CC1083D5-B7AF-045F-7EAB-FD1411E3B290}"/>
          </ac:spMkLst>
        </pc:spChg>
        <pc:spChg chg="add mod">
          <ac:chgData name="Deepika Vatsa" userId="f7100972-27fe-4ee6-8fb4-ec9b7931b409" providerId="ADAL" clId="{43FC3250-EE2F-489E-970D-AD8C57589867}" dt="2025-07-24T11:52:37.966" v="3628" actId="1076"/>
          <ac:spMkLst>
            <pc:docMk/>
            <pc:sldMk cId="1900874624" sldId="603"/>
            <ac:spMk id="9" creationId="{CCAC1D88-4F5A-C1DF-D1C4-11D9B4B06BA5}"/>
          </ac:spMkLst>
        </pc:spChg>
        <pc:picChg chg="add mod">
          <ac:chgData name="Deepika Vatsa" userId="f7100972-27fe-4ee6-8fb4-ec9b7931b409" providerId="ADAL" clId="{43FC3250-EE2F-489E-970D-AD8C57589867}" dt="2025-07-24T11:51:59.171" v="3599" actId="1076"/>
          <ac:picMkLst>
            <pc:docMk/>
            <pc:sldMk cId="1900874624" sldId="603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1:52:07.262" v="3602" actId="14100"/>
          <ac:picMkLst>
            <pc:docMk/>
            <pc:sldMk cId="1900874624" sldId="603"/>
            <ac:picMk id="8" creationId="{A25986A4-FC58-2B08-DF6B-EC64FFFDFCA5}"/>
          </ac:picMkLst>
        </pc:picChg>
        <pc:picChg chg="del">
          <ac:chgData name="Deepika Vatsa" userId="f7100972-27fe-4ee6-8fb4-ec9b7931b409" providerId="ADAL" clId="{43FC3250-EE2F-489E-970D-AD8C57589867}" dt="2025-07-24T10:55:16.265" v="3133" actId="478"/>
          <ac:picMkLst>
            <pc:docMk/>
            <pc:sldMk cId="1900874624" sldId="603"/>
            <ac:picMk id="10" creationId="{2C8F8A8C-4CBE-F873-6787-5EB3002F5B68}"/>
          </ac:picMkLst>
        </pc:picChg>
        <pc:inkChg chg="add del">
          <ac:chgData name="Deepika Vatsa" userId="f7100972-27fe-4ee6-8fb4-ec9b7931b409" providerId="ADAL" clId="{43FC3250-EE2F-489E-970D-AD8C57589867}" dt="2025-07-31T03:22:07.067" v="5148" actId="478"/>
          <ac:inkMkLst>
            <pc:docMk/>
            <pc:sldMk cId="1900874624" sldId="603"/>
            <ac:inkMk id="4" creationId="{F3BB0138-CCD1-0C0C-A067-F41D030F9149}"/>
          </ac:inkMkLst>
        </pc:inkChg>
        <pc:cxnChg chg="add mod">
          <ac:chgData name="Deepika Vatsa" userId="f7100972-27fe-4ee6-8fb4-ec9b7931b409" providerId="ADAL" clId="{43FC3250-EE2F-489E-970D-AD8C57589867}" dt="2025-07-24T11:53:00.665" v="3631" actId="1582"/>
          <ac:cxnSpMkLst>
            <pc:docMk/>
            <pc:sldMk cId="1900874624" sldId="603"/>
            <ac:cxnSpMk id="12" creationId="{57242450-156C-9942-E006-2331D09B8452}"/>
          </ac:cxnSpMkLst>
        </pc:cxn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109653638" sldId="603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649285932" sldId="604"/>
        </pc:sldMkLst>
      </pc:sldChg>
      <pc:sldChg chg="addSp delSp modSp add mod">
        <pc:chgData name="Deepika Vatsa" userId="f7100972-27fe-4ee6-8fb4-ec9b7931b409" providerId="ADAL" clId="{43FC3250-EE2F-489E-970D-AD8C57589867}" dt="2025-07-31T03:22:13.276" v="5149" actId="478"/>
        <pc:sldMkLst>
          <pc:docMk/>
          <pc:sldMk cId="1874286721" sldId="604"/>
        </pc:sldMkLst>
        <pc:spChg chg="mod">
          <ac:chgData name="Deepika Vatsa" userId="f7100972-27fe-4ee6-8fb4-ec9b7931b409" providerId="ADAL" clId="{43FC3250-EE2F-489E-970D-AD8C57589867}" dt="2025-07-25T06:26:21.166" v="3770" actId="1076"/>
          <ac:spMkLst>
            <pc:docMk/>
            <pc:sldMk cId="1874286721" sldId="604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0:56:32.938" v="3141" actId="478"/>
          <ac:picMkLst>
            <pc:docMk/>
            <pc:sldMk cId="1874286721" sldId="604"/>
            <ac:picMk id="6" creationId="{5E347412-CBFA-DA73-915B-E742041667EB}"/>
          </ac:picMkLst>
        </pc:picChg>
        <pc:picChg chg="add mod">
          <ac:chgData name="Deepika Vatsa" userId="f7100972-27fe-4ee6-8fb4-ec9b7931b409" providerId="ADAL" clId="{43FC3250-EE2F-489E-970D-AD8C57589867}" dt="2025-07-24T10:56:44.883" v="3149" actId="1037"/>
          <ac:picMkLst>
            <pc:docMk/>
            <pc:sldMk cId="1874286721" sldId="604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3.276" v="5149" actId="478"/>
          <ac:inkMkLst>
            <pc:docMk/>
            <pc:sldMk cId="1874286721" sldId="604"/>
            <ac:inkMk id="4" creationId="{5E73F207-02B2-3CFF-A74D-A904062BDB9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16.699" v="5150" actId="478"/>
        <pc:sldMkLst>
          <pc:docMk/>
          <pc:sldMk cId="2436058904" sldId="605"/>
        </pc:sldMkLst>
        <pc:spChg chg="mod">
          <ac:chgData name="Deepika Vatsa" userId="f7100972-27fe-4ee6-8fb4-ec9b7931b409" providerId="ADAL" clId="{43FC3250-EE2F-489E-970D-AD8C57589867}" dt="2025-07-24T11:22:06.459" v="3293" actId="58"/>
          <ac:spMkLst>
            <pc:docMk/>
            <pc:sldMk cId="2436058904" sldId="605"/>
            <ac:spMk id="5" creationId="{CC1083D5-B7AF-045F-7EAB-FD1411E3B290}"/>
          </ac:spMkLst>
        </pc:spChg>
        <pc:picChg chg="add mod">
          <ac:chgData name="Deepika Vatsa" userId="f7100972-27fe-4ee6-8fb4-ec9b7931b409" providerId="ADAL" clId="{43FC3250-EE2F-489E-970D-AD8C57589867}" dt="2025-07-24T11:00:25.218" v="3196" actId="1037"/>
          <ac:picMkLst>
            <pc:docMk/>
            <pc:sldMk cId="2436058904" sldId="605"/>
            <ac:picMk id="6" creationId="{9542A4B5-39E6-D2FB-47CE-3134BB4938FC}"/>
          </ac:picMkLst>
        </pc:picChg>
        <pc:picChg chg="del">
          <ac:chgData name="Deepika Vatsa" userId="f7100972-27fe-4ee6-8fb4-ec9b7931b409" providerId="ADAL" clId="{43FC3250-EE2F-489E-970D-AD8C57589867}" dt="2025-07-24T11:00:13.287" v="3188" actId="478"/>
          <ac:picMkLst>
            <pc:docMk/>
            <pc:sldMk cId="2436058904" sldId="605"/>
            <ac:picMk id="7" creationId="{97F75AB9-1D31-DE6E-BC70-6217AEB8A431}"/>
          </ac:picMkLst>
        </pc:picChg>
        <pc:inkChg chg="add del">
          <ac:chgData name="Deepika Vatsa" userId="f7100972-27fe-4ee6-8fb4-ec9b7931b409" providerId="ADAL" clId="{43FC3250-EE2F-489E-970D-AD8C57589867}" dt="2025-07-31T03:22:16.699" v="5150" actId="478"/>
          <ac:inkMkLst>
            <pc:docMk/>
            <pc:sldMk cId="2436058904" sldId="605"/>
            <ac:inkMk id="4" creationId="{40C20B08-60C7-D9BE-41DF-56B84582B374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666969699" sldId="605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055965943" sldId="606"/>
        </pc:sldMkLst>
      </pc:sldChg>
      <pc:sldChg chg="addSp delSp modSp add mod ord">
        <pc:chgData name="Deepika Vatsa" userId="f7100972-27fe-4ee6-8fb4-ec9b7931b409" providerId="ADAL" clId="{43FC3250-EE2F-489E-970D-AD8C57589867}" dt="2025-07-31T03:22:28.263" v="5152" actId="478"/>
        <pc:sldMkLst>
          <pc:docMk/>
          <pc:sldMk cId="2038364896" sldId="606"/>
        </pc:sldMkLst>
        <pc:spChg chg="mod">
          <ac:chgData name="Deepika Vatsa" userId="f7100972-27fe-4ee6-8fb4-ec9b7931b409" providerId="ADAL" clId="{43FC3250-EE2F-489E-970D-AD8C57589867}" dt="2025-07-24T11:37:55.586" v="3337" actId="20577"/>
          <ac:spMkLst>
            <pc:docMk/>
            <pc:sldMk cId="2038364896" sldId="606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5T06:42:50.194" v="4069" actId="20577"/>
          <ac:spMkLst>
            <pc:docMk/>
            <pc:sldMk cId="2038364896" sldId="606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22:43.873" v="3313" actId="478"/>
          <ac:picMkLst>
            <pc:docMk/>
            <pc:sldMk cId="2038364896" sldId="606"/>
            <ac:picMk id="6" creationId="{9542A4B5-39E6-D2FB-47CE-3134BB4938FC}"/>
          </ac:picMkLst>
        </pc:picChg>
        <pc:picChg chg="add mod">
          <ac:chgData name="Deepika Vatsa" userId="f7100972-27fe-4ee6-8fb4-ec9b7931b409" providerId="ADAL" clId="{43FC3250-EE2F-489E-970D-AD8C57589867}" dt="2025-07-25T06:42:58.032" v="4071" actId="14100"/>
          <ac:picMkLst>
            <pc:docMk/>
            <pc:sldMk cId="2038364896" sldId="606"/>
            <ac:picMk id="7" creationId="{BB5D4909-C339-2D76-23A3-98B71B053D48}"/>
          </ac:picMkLst>
        </pc:picChg>
        <pc:inkChg chg="add del">
          <ac:chgData name="Deepika Vatsa" userId="f7100972-27fe-4ee6-8fb4-ec9b7931b409" providerId="ADAL" clId="{43FC3250-EE2F-489E-970D-AD8C57589867}" dt="2025-07-31T03:22:28.263" v="5152" actId="478"/>
          <ac:inkMkLst>
            <pc:docMk/>
            <pc:sldMk cId="2038364896" sldId="606"/>
            <ac:inkMk id="4" creationId="{D5FEF06F-B2C7-E97B-EF06-31BC0097C5D3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3:22:20.269" v="5151" actId="478"/>
        <pc:sldMkLst>
          <pc:docMk/>
          <pc:sldMk cId="1748403446" sldId="607"/>
        </pc:sldMkLst>
        <pc:spChg chg="mod">
          <ac:chgData name="Deepika Vatsa" userId="f7100972-27fe-4ee6-8fb4-ec9b7931b409" providerId="ADAL" clId="{43FC3250-EE2F-489E-970D-AD8C57589867}" dt="2025-07-25T06:42:05.894" v="4034" actId="20577"/>
          <ac:spMkLst>
            <pc:docMk/>
            <pc:sldMk cId="1748403446" sldId="607"/>
            <ac:spMk id="5" creationId="{CC1083D5-B7AF-045F-7EAB-FD1411E3B290}"/>
          </ac:spMkLst>
        </pc:spChg>
        <pc:spChg chg="add del mod">
          <ac:chgData name="Deepika Vatsa" userId="f7100972-27fe-4ee6-8fb4-ec9b7931b409" providerId="ADAL" clId="{43FC3250-EE2F-489E-970D-AD8C57589867}" dt="2025-07-25T06:34:02.491" v="3909" actId="478"/>
          <ac:spMkLst>
            <pc:docMk/>
            <pc:sldMk cId="1748403446" sldId="607"/>
            <ac:spMk id="10" creationId="{3FAE005D-3CFC-EEAA-ED2D-EF813024F8F8}"/>
          </ac:spMkLst>
        </pc:spChg>
        <pc:spChg chg="add del">
          <ac:chgData name="Deepika Vatsa" userId="f7100972-27fe-4ee6-8fb4-ec9b7931b409" providerId="ADAL" clId="{43FC3250-EE2F-489E-970D-AD8C57589867}" dt="2025-07-25T06:33:30.051" v="3874"/>
          <ac:spMkLst>
            <pc:docMk/>
            <pc:sldMk cId="1748403446" sldId="607"/>
            <ac:spMk id="11" creationId="{654270B0-BB9E-6673-8A23-2D85A649ACB1}"/>
          </ac:spMkLst>
        </pc:spChg>
        <pc:spChg chg="add del mod">
          <ac:chgData name="Deepika Vatsa" userId="f7100972-27fe-4ee6-8fb4-ec9b7931b409" providerId="ADAL" clId="{43FC3250-EE2F-489E-970D-AD8C57589867}" dt="2025-07-25T06:33:27.820" v="3872"/>
          <ac:spMkLst>
            <pc:docMk/>
            <pc:sldMk cId="1748403446" sldId="607"/>
            <ac:spMk id="12" creationId="{CE854B7F-AD17-A879-172B-CDFB83F08EF0}"/>
          </ac:spMkLst>
        </pc:spChg>
        <pc:spChg chg="add mod">
          <ac:chgData name="Deepika Vatsa" userId="f7100972-27fe-4ee6-8fb4-ec9b7931b409" providerId="ADAL" clId="{43FC3250-EE2F-489E-970D-AD8C57589867}" dt="2025-07-25T06:42:18.768" v="4035" actId="1076"/>
          <ac:spMkLst>
            <pc:docMk/>
            <pc:sldMk cId="1748403446" sldId="607"/>
            <ac:spMk id="13" creationId="{70986103-B215-563E-7363-18E61472D0F6}"/>
          </ac:spMkLst>
        </pc:spChg>
        <pc:picChg chg="add del mod">
          <ac:chgData name="Deepika Vatsa" userId="f7100972-27fe-4ee6-8fb4-ec9b7931b409" providerId="ADAL" clId="{43FC3250-EE2F-489E-970D-AD8C57589867}" dt="2025-07-24T11:47:07.172" v="3598" actId="478"/>
          <ac:picMkLst>
            <pc:docMk/>
            <pc:sldMk cId="1748403446" sldId="607"/>
            <ac:picMk id="6" creationId="{A13E8D7B-4A52-0721-BC59-29B338739EB1}"/>
          </ac:picMkLst>
        </pc:picChg>
        <pc:picChg chg="del">
          <ac:chgData name="Deepika Vatsa" userId="f7100972-27fe-4ee6-8fb4-ec9b7931b409" providerId="ADAL" clId="{43FC3250-EE2F-489E-970D-AD8C57589867}" dt="2025-07-24T11:42:49.039" v="3485" actId="478"/>
          <ac:picMkLst>
            <pc:docMk/>
            <pc:sldMk cId="1748403446" sldId="607"/>
            <ac:picMk id="7" creationId="{BB5D4909-C339-2D76-23A3-98B71B053D48}"/>
          </ac:picMkLst>
        </pc:picChg>
        <pc:picChg chg="add mod">
          <ac:chgData name="Deepika Vatsa" userId="f7100972-27fe-4ee6-8fb4-ec9b7931b409" providerId="ADAL" clId="{43FC3250-EE2F-489E-970D-AD8C57589867}" dt="2025-07-25T06:43:04.276" v="4072" actId="14100"/>
          <ac:picMkLst>
            <pc:docMk/>
            <pc:sldMk cId="1748403446" sldId="607"/>
            <ac:picMk id="9" creationId="{32F6E1FF-15F1-A1E0-E331-2C1F8A441D0A}"/>
          </ac:picMkLst>
        </pc:picChg>
        <pc:inkChg chg="add del">
          <ac:chgData name="Deepika Vatsa" userId="f7100972-27fe-4ee6-8fb4-ec9b7931b409" providerId="ADAL" clId="{43FC3250-EE2F-489E-970D-AD8C57589867}" dt="2025-07-31T03:22:20.269" v="5151" actId="478"/>
          <ac:inkMkLst>
            <pc:docMk/>
            <pc:sldMk cId="1748403446" sldId="607"/>
            <ac:inkMk id="4" creationId="{6D2DAF5D-2AD8-9F3A-AD48-2DA240DA9DB6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928892522" sldId="607"/>
        </pc:sldMkLst>
      </pc:sldChg>
      <pc:sldChg chg="addSp delSp modSp add mod">
        <pc:chgData name="Deepika Vatsa" userId="f7100972-27fe-4ee6-8fb4-ec9b7931b409" providerId="ADAL" clId="{43FC3250-EE2F-489E-970D-AD8C57589867}" dt="2025-07-31T04:12:32.264" v="5154" actId="478"/>
        <pc:sldMkLst>
          <pc:docMk/>
          <pc:sldMk cId="875425397" sldId="608"/>
        </pc:sldMkLst>
        <pc:spChg chg="mod">
          <ac:chgData name="Deepika Vatsa" userId="f7100972-27fe-4ee6-8fb4-ec9b7931b409" providerId="ADAL" clId="{43FC3250-EE2F-489E-970D-AD8C57589867}" dt="2025-07-24T11:46:24.653" v="3538" actId="20577"/>
          <ac:spMkLst>
            <pc:docMk/>
            <pc:sldMk cId="875425397" sldId="608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4T11:46:33.897" v="3541" actId="1076"/>
          <ac:spMkLst>
            <pc:docMk/>
            <pc:sldMk cId="875425397" sldId="608"/>
            <ac:spMk id="5" creationId="{CC1083D5-B7AF-045F-7EAB-FD1411E3B290}"/>
          </ac:spMkLst>
        </pc:spChg>
        <pc:picChg chg="del">
          <ac:chgData name="Deepika Vatsa" userId="f7100972-27fe-4ee6-8fb4-ec9b7931b409" providerId="ADAL" clId="{43FC3250-EE2F-489E-970D-AD8C57589867}" dt="2025-07-24T11:46:28.740" v="3540" actId="478"/>
          <ac:picMkLst>
            <pc:docMk/>
            <pc:sldMk cId="875425397" sldId="608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4:12:32.264" v="5154" actId="478"/>
          <ac:inkMkLst>
            <pc:docMk/>
            <pc:sldMk cId="875425397" sldId="608"/>
            <ac:inkMk id="4" creationId="{A403426F-F021-3620-E64C-72BB553D3F80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2914318388" sldId="608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726719763" sldId="609"/>
        </pc:sldMkLst>
      </pc:sldChg>
      <pc:sldChg chg="addSp delSp modSp add mod">
        <pc:chgData name="Deepika Vatsa" userId="f7100972-27fe-4ee6-8fb4-ec9b7931b409" providerId="ADAL" clId="{43FC3250-EE2F-489E-970D-AD8C57589867}" dt="2025-07-31T03:22:31.345" v="5153" actId="478"/>
        <pc:sldMkLst>
          <pc:docMk/>
          <pc:sldMk cId="2661033047" sldId="609"/>
        </pc:sldMkLst>
        <pc:spChg chg="mod">
          <ac:chgData name="Deepika Vatsa" userId="f7100972-27fe-4ee6-8fb4-ec9b7931b409" providerId="ADAL" clId="{43FC3250-EE2F-489E-970D-AD8C57589867}" dt="2025-07-25T06:43:18.452" v="4073" actId="20577"/>
          <ac:spMkLst>
            <pc:docMk/>
            <pc:sldMk cId="2661033047" sldId="609"/>
            <ac:spMk id="5" creationId="{CC1083D5-B7AF-045F-7EAB-FD1411E3B290}"/>
          </ac:spMkLst>
        </pc:spChg>
        <pc:picChg chg="mod">
          <ac:chgData name="Deepika Vatsa" userId="f7100972-27fe-4ee6-8fb4-ec9b7931b409" providerId="ADAL" clId="{43FC3250-EE2F-489E-970D-AD8C57589867}" dt="2025-07-25T06:43:23.529" v="4075" actId="14100"/>
          <ac:picMkLst>
            <pc:docMk/>
            <pc:sldMk cId="2661033047" sldId="609"/>
            <ac:picMk id="6" creationId="{A13E8D7B-4A52-0721-BC59-29B338739EB1}"/>
          </ac:picMkLst>
        </pc:picChg>
        <pc:inkChg chg="add del">
          <ac:chgData name="Deepika Vatsa" userId="f7100972-27fe-4ee6-8fb4-ec9b7931b409" providerId="ADAL" clId="{43FC3250-EE2F-489E-970D-AD8C57589867}" dt="2025-07-31T03:22:31.345" v="5153" actId="478"/>
          <ac:inkMkLst>
            <pc:docMk/>
            <pc:sldMk cId="2661033047" sldId="609"/>
            <ac:inkMk id="4" creationId="{62AE56D4-FC9A-0AEB-43A7-FAE9356B9CDA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2.796" v="5158" actId="478"/>
        <pc:sldMkLst>
          <pc:docMk/>
          <pc:sldMk cId="1244221787" sldId="610"/>
        </pc:sldMkLst>
        <pc:spChg chg="mod">
          <ac:chgData name="Deepika Vatsa" userId="f7100972-27fe-4ee6-8fb4-ec9b7931b409" providerId="ADAL" clId="{43FC3250-EE2F-489E-970D-AD8C57589867}" dt="2025-07-29T09:26:29.034" v="4318" actId="20577"/>
          <ac:spMkLst>
            <pc:docMk/>
            <pc:sldMk cId="1244221787" sldId="610"/>
            <ac:spMk id="2" creationId="{00000000-0000-0000-0000-000000000000}"/>
          </ac:spMkLst>
        </pc:spChg>
        <pc:spChg chg="add mod">
          <ac:chgData name="Deepika Vatsa" userId="f7100972-27fe-4ee6-8fb4-ec9b7931b409" providerId="ADAL" clId="{43FC3250-EE2F-489E-970D-AD8C57589867}" dt="2025-07-29T09:36:07.618" v="4601" actId="403"/>
          <ac:spMkLst>
            <pc:docMk/>
            <pc:sldMk cId="1244221787" sldId="610"/>
            <ac:spMk id="5" creationId="{1310D0E2-75BF-6154-37D8-B2D38B76B72D}"/>
          </ac:spMkLst>
        </pc:spChg>
        <pc:spChg chg="add mod">
          <ac:chgData name="Deepika Vatsa" userId="f7100972-27fe-4ee6-8fb4-ec9b7931b409" providerId="ADAL" clId="{43FC3250-EE2F-489E-970D-AD8C57589867}" dt="2025-07-29T09:36:25.546" v="4604" actId="1076"/>
          <ac:spMkLst>
            <pc:docMk/>
            <pc:sldMk cId="1244221787" sldId="610"/>
            <ac:spMk id="10" creationId="{9B627254-09D3-20DB-9C07-F8310D90C8F0}"/>
          </ac:spMkLst>
        </pc:spChg>
        <pc:spChg chg="del mod">
          <ac:chgData name="Deepika Vatsa" userId="f7100972-27fe-4ee6-8fb4-ec9b7931b409" providerId="ADAL" clId="{43FC3250-EE2F-489E-970D-AD8C57589867}" dt="2025-07-29T09:27:42.845" v="4340"/>
          <ac:spMkLst>
            <pc:docMk/>
            <pc:sldMk cId="1244221787" sldId="610"/>
            <ac:spMk id="11" creationId="{06381CCD-359B-D8A2-1997-A5B56A02FD41}"/>
          </ac:spMkLst>
        </pc:spChg>
        <pc:graphicFrameChg chg="add mod modGraphic">
          <ac:chgData name="Deepika Vatsa" userId="f7100972-27fe-4ee6-8fb4-ec9b7931b409" providerId="ADAL" clId="{43FC3250-EE2F-489E-970D-AD8C57589867}" dt="2025-07-29T09:36:02.277" v="4600" actId="403"/>
          <ac:graphicFrameMkLst>
            <pc:docMk/>
            <pc:sldMk cId="1244221787" sldId="610"/>
            <ac:graphicFrameMk id="4" creationId="{9A61CFB2-8DA7-5321-4636-0B27883190EC}"/>
          </ac:graphicFrameMkLst>
        </pc:graphicFrameChg>
        <pc:picChg chg="add mod">
          <ac:chgData name="Deepika Vatsa" userId="f7100972-27fe-4ee6-8fb4-ec9b7931b409" providerId="ADAL" clId="{43FC3250-EE2F-489E-970D-AD8C57589867}" dt="2025-07-29T09:36:17.650" v="4602" actId="1076"/>
          <ac:picMkLst>
            <pc:docMk/>
            <pc:sldMk cId="1244221787" sldId="610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1:32.976" v="4489" actId="1076"/>
          <ac:picMkLst>
            <pc:docMk/>
            <pc:sldMk cId="1244221787" sldId="610"/>
            <ac:picMk id="9" creationId="{2225503A-7575-0D3B-5B98-909C48A2EA7C}"/>
          </ac:picMkLst>
        </pc:picChg>
        <pc:inkChg chg="add del">
          <ac:chgData name="Deepika Vatsa" userId="f7100972-27fe-4ee6-8fb4-ec9b7931b409" providerId="ADAL" clId="{43FC3250-EE2F-489E-970D-AD8C57589867}" dt="2025-07-31T04:12:42.796" v="5158" actId="478"/>
          <ac:inkMkLst>
            <pc:docMk/>
            <pc:sldMk cId="1244221787" sldId="610"/>
            <ac:inkMk id="6" creationId="{17296517-C49C-BE35-E114-9B88F69E82AE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3648386067" sldId="610"/>
        </pc:sldMkLst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440736019" sldId="611"/>
        </pc:sldMkLst>
      </pc:sldChg>
      <pc:sldChg chg="addSp delSp modSp add mod">
        <pc:chgData name="Deepika Vatsa" userId="f7100972-27fe-4ee6-8fb4-ec9b7931b409" providerId="ADAL" clId="{43FC3250-EE2F-489E-970D-AD8C57589867}" dt="2025-07-31T04:12:45.263" v="5159" actId="478"/>
        <pc:sldMkLst>
          <pc:docMk/>
          <pc:sldMk cId="2742127447" sldId="611"/>
        </pc:sldMkLst>
        <pc:spChg chg="del">
          <ac:chgData name="Deepika Vatsa" userId="f7100972-27fe-4ee6-8fb4-ec9b7931b409" providerId="ADAL" clId="{43FC3250-EE2F-489E-970D-AD8C57589867}" dt="2025-07-29T09:32:25.211" v="4503" actId="478"/>
          <ac:spMkLst>
            <pc:docMk/>
            <pc:sldMk cId="2742127447" sldId="611"/>
            <ac:spMk id="5" creationId="{1310D0E2-75BF-6154-37D8-B2D38B76B72D}"/>
          </ac:spMkLst>
        </pc:spChg>
        <pc:spChg chg="del">
          <ac:chgData name="Deepika Vatsa" userId="f7100972-27fe-4ee6-8fb4-ec9b7931b409" providerId="ADAL" clId="{43FC3250-EE2F-489E-970D-AD8C57589867}" dt="2025-07-29T09:34:11.259" v="4534" actId="478"/>
          <ac:spMkLst>
            <pc:docMk/>
            <pc:sldMk cId="2742127447" sldId="611"/>
            <ac:spMk id="10" creationId="{9B627254-09D3-20DB-9C07-F8310D90C8F0}"/>
          </ac:spMkLst>
        </pc:spChg>
        <pc:spChg chg="add mod">
          <ac:chgData name="Deepika Vatsa" userId="f7100972-27fe-4ee6-8fb4-ec9b7931b409" providerId="ADAL" clId="{43FC3250-EE2F-489E-970D-AD8C57589867}" dt="2025-07-29T09:35:34.289" v="4592" actId="1076"/>
          <ac:spMkLst>
            <pc:docMk/>
            <pc:sldMk cId="2742127447" sldId="611"/>
            <ac:spMk id="13" creationId="{23851624-7BA7-D9E9-9B51-6B881D7FA9DF}"/>
          </ac:spMkLst>
        </pc:spChg>
        <pc:spChg chg="add mod">
          <ac:chgData name="Deepika Vatsa" userId="f7100972-27fe-4ee6-8fb4-ec9b7931b409" providerId="ADAL" clId="{43FC3250-EE2F-489E-970D-AD8C57589867}" dt="2025-07-29T09:37:49.194" v="4654" actId="207"/>
          <ac:spMkLst>
            <pc:docMk/>
            <pc:sldMk cId="2742127447" sldId="611"/>
            <ac:spMk id="14" creationId="{43B25EF5-3577-32AA-6B1A-D68FD42FC287}"/>
          </ac:spMkLst>
        </pc:spChg>
        <pc:spChg chg="add ord">
          <ac:chgData name="Deepika Vatsa" userId="f7100972-27fe-4ee6-8fb4-ec9b7931b409" providerId="ADAL" clId="{43FC3250-EE2F-489E-970D-AD8C57589867}" dt="2025-07-29T09:37:36.859" v="4653" actId="167"/>
          <ac:spMkLst>
            <pc:docMk/>
            <pc:sldMk cId="2742127447" sldId="611"/>
            <ac:spMk id="15" creationId="{2CE8AD81-DD82-EE2A-E8D7-0BB3644121DD}"/>
          </ac:spMkLst>
        </pc:spChg>
        <pc:spChg chg="add mod">
          <ac:chgData name="Deepika Vatsa" userId="f7100972-27fe-4ee6-8fb4-ec9b7931b409" providerId="ADAL" clId="{43FC3250-EE2F-489E-970D-AD8C57589867}" dt="2025-07-29T09:41:36.752" v="4730" actId="1035"/>
          <ac:spMkLst>
            <pc:docMk/>
            <pc:sldMk cId="2742127447" sldId="611"/>
            <ac:spMk id="17" creationId="{6655A525-0B6E-1B3B-7EA3-03ED36A9FA6E}"/>
          </ac:spMkLst>
        </pc:spChg>
        <pc:graphicFrameChg chg="mod modGraphic">
          <ac:chgData name="Deepika Vatsa" userId="f7100972-27fe-4ee6-8fb4-ec9b7931b409" providerId="ADAL" clId="{43FC3250-EE2F-489E-970D-AD8C57589867}" dt="2025-07-29T09:41:45.078" v="4734" actId="20577"/>
          <ac:graphicFrameMkLst>
            <pc:docMk/>
            <pc:sldMk cId="2742127447" sldId="611"/>
            <ac:graphicFrameMk id="4" creationId="{9A61CFB2-8DA7-5321-4636-0B27883190EC}"/>
          </ac:graphicFrameMkLst>
        </pc:graphicFrameChg>
        <pc:picChg chg="del mod">
          <ac:chgData name="Deepika Vatsa" userId="f7100972-27fe-4ee6-8fb4-ec9b7931b409" providerId="ADAL" clId="{43FC3250-EE2F-489E-970D-AD8C57589867}" dt="2025-07-29T09:34:31.428" v="4536" actId="478"/>
          <ac:picMkLst>
            <pc:docMk/>
            <pc:sldMk cId="2742127447" sldId="611"/>
            <ac:picMk id="7" creationId="{EB1BC7D7-2A8B-FDFE-19D5-5060E82A5057}"/>
          </ac:picMkLst>
        </pc:picChg>
        <pc:picChg chg="add mod">
          <ac:chgData name="Deepika Vatsa" userId="f7100972-27fe-4ee6-8fb4-ec9b7931b409" providerId="ADAL" clId="{43FC3250-EE2F-489E-970D-AD8C57589867}" dt="2025-07-29T09:36:40.742" v="4605" actId="1076"/>
          <ac:picMkLst>
            <pc:docMk/>
            <pc:sldMk cId="2742127447" sldId="611"/>
            <ac:picMk id="8" creationId="{FA071716-76D5-8A2B-8EE9-A42CAE268218}"/>
          </ac:picMkLst>
        </pc:picChg>
        <pc:picChg chg="del">
          <ac:chgData name="Deepika Vatsa" userId="f7100972-27fe-4ee6-8fb4-ec9b7931b409" providerId="ADAL" clId="{43FC3250-EE2F-489E-970D-AD8C57589867}" dt="2025-07-29T09:34:50.527" v="4541" actId="478"/>
          <ac:picMkLst>
            <pc:docMk/>
            <pc:sldMk cId="2742127447" sldId="611"/>
            <ac:picMk id="9" creationId="{2225503A-7575-0D3B-5B98-909C48A2EA7C}"/>
          </ac:picMkLst>
        </pc:picChg>
        <pc:picChg chg="add mod">
          <ac:chgData name="Deepika Vatsa" userId="f7100972-27fe-4ee6-8fb4-ec9b7931b409" providerId="ADAL" clId="{43FC3250-EE2F-489E-970D-AD8C57589867}" dt="2025-07-29T09:36:44.087" v="4606" actId="1076"/>
          <ac:picMkLst>
            <pc:docMk/>
            <pc:sldMk cId="2742127447" sldId="611"/>
            <ac:picMk id="12" creationId="{9671BB86-45FA-B811-5C54-C67DFC998E03}"/>
          </ac:picMkLst>
        </pc:picChg>
        <pc:inkChg chg="add del">
          <ac:chgData name="Deepika Vatsa" userId="f7100972-27fe-4ee6-8fb4-ec9b7931b409" providerId="ADAL" clId="{43FC3250-EE2F-489E-970D-AD8C57589867}" dt="2025-07-31T04:12:45.263" v="5159" actId="478"/>
          <ac:inkMkLst>
            <pc:docMk/>
            <pc:sldMk cId="2742127447" sldId="611"/>
            <ac:inkMk id="5" creationId="{E08C7AAA-E092-49E6-4948-4A81A952906A}"/>
          </ac:inkMkLst>
        </pc:inkChg>
      </pc:sldChg>
      <pc:sldChg chg="del">
        <pc:chgData name="Deepika Vatsa" userId="f7100972-27fe-4ee6-8fb4-ec9b7931b409" providerId="ADAL" clId="{43FC3250-EE2F-489E-970D-AD8C57589867}" dt="2025-07-23T11:05:11.946" v="73" actId="47"/>
        <pc:sldMkLst>
          <pc:docMk/>
          <pc:sldMk cId="1106724558" sldId="612"/>
        </pc:sldMkLst>
      </pc:sldChg>
      <pc:sldChg chg="addSp delSp modSp add mod ord">
        <pc:chgData name="Deepika Vatsa" userId="f7100972-27fe-4ee6-8fb4-ec9b7931b409" providerId="ADAL" clId="{43FC3250-EE2F-489E-970D-AD8C57589867}" dt="2025-07-31T04:12:47.743" v="5160" actId="478"/>
        <pc:sldMkLst>
          <pc:docMk/>
          <pc:sldMk cId="4043674681" sldId="612"/>
        </pc:sldMkLst>
        <pc:spChg chg="mod">
          <ac:chgData name="Deepika Vatsa" userId="f7100972-27fe-4ee6-8fb4-ec9b7931b409" providerId="ADAL" clId="{43FC3250-EE2F-489E-970D-AD8C57589867}" dt="2025-07-29T09:38:28.921" v="4685" actId="20577"/>
          <ac:spMkLst>
            <pc:docMk/>
            <pc:sldMk cId="4043674681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43FC3250-EE2F-489E-970D-AD8C57589867}" dt="2025-07-29T09:39:44.773" v="4710" actId="33524"/>
          <ac:spMkLst>
            <pc:docMk/>
            <pc:sldMk cId="4043674681" sldId="612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09:39:19.646" v="4703" actId="14100"/>
          <ac:picMkLst>
            <pc:docMk/>
            <pc:sldMk cId="4043674681" sldId="612"/>
            <ac:picMk id="5" creationId="{AD39B31F-221A-4EE5-E9C0-CA98D418592E}"/>
          </ac:picMkLst>
        </pc:picChg>
        <pc:inkChg chg="add del">
          <ac:chgData name="Deepika Vatsa" userId="f7100972-27fe-4ee6-8fb4-ec9b7931b409" providerId="ADAL" clId="{43FC3250-EE2F-489E-970D-AD8C57589867}" dt="2025-07-31T04:12:47.743" v="5160" actId="478"/>
          <ac:inkMkLst>
            <pc:docMk/>
            <pc:sldMk cId="4043674681" sldId="612"/>
            <ac:inkMk id="4" creationId="{A8043A15-5AAE-0CE7-99FB-3682E96C3B02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37.373" v="5156" actId="478"/>
        <pc:sldMkLst>
          <pc:docMk/>
          <pc:sldMk cId="1338937673" sldId="613"/>
        </pc:sldMkLst>
        <pc:spChg chg="mod">
          <ac:chgData name="Deepika Vatsa" userId="f7100972-27fe-4ee6-8fb4-ec9b7931b409" providerId="ADAL" clId="{43FC3250-EE2F-489E-970D-AD8C57589867}" dt="2025-07-29T10:27:18.134" v="4759" actId="20577"/>
          <ac:spMkLst>
            <pc:docMk/>
            <pc:sldMk cId="1338937673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43FC3250-EE2F-489E-970D-AD8C57589867}" dt="2025-07-29T10:27:04.458" v="4736" actId="478"/>
          <ac:spMkLst>
            <pc:docMk/>
            <pc:sldMk cId="1338937673" sldId="613"/>
            <ac:spMk id="11" creationId="{06381CCD-359B-D8A2-1997-A5B56A02FD41}"/>
          </ac:spMkLst>
        </pc:spChg>
        <pc:picChg chg="add mod">
          <ac:chgData name="Deepika Vatsa" userId="f7100972-27fe-4ee6-8fb4-ec9b7931b409" providerId="ADAL" clId="{43FC3250-EE2F-489E-970D-AD8C57589867}" dt="2025-07-29T10:27:12.530" v="4740" actId="1076"/>
          <ac:picMkLst>
            <pc:docMk/>
            <pc:sldMk cId="1338937673" sldId="613"/>
            <ac:picMk id="5" creationId="{509DEF52-9B59-357F-07A6-14702C7BE81D}"/>
          </ac:picMkLst>
        </pc:picChg>
        <pc:inkChg chg="add del">
          <ac:chgData name="Deepika Vatsa" userId="f7100972-27fe-4ee6-8fb4-ec9b7931b409" providerId="ADAL" clId="{43FC3250-EE2F-489E-970D-AD8C57589867}" dt="2025-07-31T04:12:37.373" v="5156" actId="478"/>
          <ac:inkMkLst>
            <pc:docMk/>
            <pc:sldMk cId="1338937673" sldId="613"/>
            <ac:inkMk id="4" creationId="{1066EE53-2164-F1CA-3C63-294ED66450CC}"/>
          </ac:inkMkLst>
        </pc:inkChg>
      </pc:sldChg>
      <pc:sldChg chg="addSp delSp modSp add mod">
        <pc:chgData name="Deepika Vatsa" userId="f7100972-27fe-4ee6-8fb4-ec9b7931b409" providerId="ADAL" clId="{43FC3250-EE2F-489E-970D-AD8C57589867}" dt="2025-07-31T04:12:40.251" v="5157" actId="478"/>
        <pc:sldMkLst>
          <pc:docMk/>
          <pc:sldMk cId="1180035275" sldId="614"/>
        </pc:sldMkLst>
        <pc:picChg chg="del">
          <ac:chgData name="Deepika Vatsa" userId="f7100972-27fe-4ee6-8fb4-ec9b7931b409" providerId="ADAL" clId="{43FC3250-EE2F-489E-970D-AD8C57589867}" dt="2025-07-29T10:27:41.297" v="4761" actId="478"/>
          <ac:picMkLst>
            <pc:docMk/>
            <pc:sldMk cId="1180035275" sldId="614"/>
            <ac:picMk id="5" creationId="{509DEF52-9B59-357F-07A6-14702C7BE81D}"/>
          </ac:picMkLst>
        </pc:picChg>
        <pc:picChg chg="add mod">
          <ac:chgData name="Deepika Vatsa" userId="f7100972-27fe-4ee6-8fb4-ec9b7931b409" providerId="ADAL" clId="{43FC3250-EE2F-489E-970D-AD8C57589867}" dt="2025-07-29T10:27:46.511" v="4764" actId="1076"/>
          <ac:picMkLst>
            <pc:docMk/>
            <pc:sldMk cId="1180035275" sldId="614"/>
            <ac:picMk id="6" creationId="{7241F030-7566-2C7C-08F8-43ECA3E40FF6}"/>
          </ac:picMkLst>
        </pc:picChg>
        <pc:inkChg chg="add del">
          <ac:chgData name="Deepika Vatsa" userId="f7100972-27fe-4ee6-8fb4-ec9b7931b409" providerId="ADAL" clId="{43FC3250-EE2F-489E-970D-AD8C57589867}" dt="2025-07-31T04:12:40.251" v="5157" actId="478"/>
          <ac:inkMkLst>
            <pc:docMk/>
            <pc:sldMk cId="1180035275" sldId="614"/>
            <ac:inkMk id="4" creationId="{BD21F7C1-37DA-B6FC-4346-1E7E5ABBB1B3}"/>
          </ac:inkMkLst>
        </pc:inkChg>
      </pc:sldChg>
    </pc:docChg>
  </pc:docChgLst>
  <pc:docChgLst>
    <pc:chgData name="Deepika Vatsa" userId="f7100972-27fe-4ee6-8fb4-ec9b7931b409" providerId="ADAL" clId="{FECAADD6-485A-4B66-AEA2-DF6E35DB16E2}"/>
    <pc:docChg chg="custSel addSld delSld modSld sldOrd">
      <pc:chgData name="Deepika Vatsa" userId="f7100972-27fe-4ee6-8fb4-ec9b7931b409" providerId="ADAL" clId="{FECAADD6-485A-4B66-AEA2-DF6E35DB16E2}" dt="2025-08-18T12:27:52.721" v="556" actId="20577"/>
      <pc:docMkLst>
        <pc:docMk/>
      </pc:docMkLst>
      <pc:sldChg chg="modSp mod">
        <pc:chgData name="Deepika Vatsa" userId="f7100972-27fe-4ee6-8fb4-ec9b7931b409" providerId="ADAL" clId="{FECAADD6-485A-4B66-AEA2-DF6E35DB16E2}" dt="2025-08-18T12:07:10.708" v="25" actId="20577"/>
        <pc:sldMkLst>
          <pc:docMk/>
          <pc:sldMk cId="0" sldId="395"/>
        </pc:sldMkLst>
        <pc:spChg chg="mod">
          <ac:chgData name="Deepika Vatsa" userId="f7100972-27fe-4ee6-8fb4-ec9b7931b409" providerId="ADAL" clId="{FECAADD6-485A-4B66-AEA2-DF6E35DB16E2}" dt="2025-08-18T12:07:10.708" v="25" actId="20577"/>
          <ac:spMkLst>
            <pc:docMk/>
            <pc:sldMk cId="0" sldId="395"/>
            <ac:spMk id="2" creationId="{00000000-0000-0000-0000-000000000000}"/>
          </ac:spMkLst>
        </pc:spChg>
      </pc:sldChg>
      <pc:sldChg chg="modSp mod">
        <pc:chgData name="Deepika Vatsa" userId="f7100972-27fe-4ee6-8fb4-ec9b7931b409" providerId="ADAL" clId="{FECAADD6-485A-4B66-AEA2-DF6E35DB16E2}" dt="2025-08-18T12:27:52.721" v="556" actId="20577"/>
        <pc:sldMkLst>
          <pc:docMk/>
          <pc:sldMk cId="3439049211" sldId="591"/>
        </pc:sldMkLst>
        <pc:spChg chg="mod">
          <ac:chgData name="Deepika Vatsa" userId="f7100972-27fe-4ee6-8fb4-ec9b7931b409" providerId="ADAL" clId="{FECAADD6-485A-4B66-AEA2-DF6E35DB16E2}" dt="2025-08-18T12:07:52.149" v="101" actId="20577"/>
          <ac:spMkLst>
            <pc:docMk/>
            <pc:sldMk cId="3439049211" sldId="591"/>
            <ac:spMk id="2" creationId="{00000000-0000-0000-0000-000000000000}"/>
          </ac:spMkLst>
        </pc:spChg>
        <pc:spChg chg="mod">
          <ac:chgData name="Deepika Vatsa" userId="f7100972-27fe-4ee6-8fb4-ec9b7931b409" providerId="ADAL" clId="{FECAADD6-485A-4B66-AEA2-DF6E35DB16E2}" dt="2025-08-18T12:27:52.721" v="556" actId="20577"/>
          <ac:spMkLst>
            <pc:docMk/>
            <pc:sldMk cId="3439049211" sldId="591"/>
            <ac:spMk id="11" creationId="{06381CCD-359B-D8A2-1997-A5B56A02FD41}"/>
          </ac:spMkLst>
        </pc:sp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2536662" sldId="592"/>
        </pc:sldMkLst>
      </pc:sldChg>
      <pc:sldChg chg="addSp delSp modSp mod">
        <pc:chgData name="Deepika Vatsa" userId="f7100972-27fe-4ee6-8fb4-ec9b7931b409" providerId="ADAL" clId="{FECAADD6-485A-4B66-AEA2-DF6E35DB16E2}" dt="2025-08-18T12:21:57.865" v="418" actId="14100"/>
        <pc:sldMkLst>
          <pc:docMk/>
          <pc:sldMk cId="3198423911" sldId="593"/>
        </pc:sldMkLst>
        <pc:spChg chg="mod">
          <ac:chgData name="Deepika Vatsa" userId="f7100972-27fe-4ee6-8fb4-ec9b7931b409" providerId="ADAL" clId="{FECAADD6-485A-4B66-AEA2-DF6E35DB16E2}" dt="2025-08-18T12:21:40.079" v="415" actId="20577"/>
          <ac:spMkLst>
            <pc:docMk/>
            <pc:sldMk cId="319842391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08:46.420" v="140" actId="478"/>
          <ac:spMkLst>
            <pc:docMk/>
            <pc:sldMk cId="3198423911" sldId="593"/>
            <ac:spMk id="11" creationId="{06381CCD-359B-D8A2-1997-A5B56A02FD41}"/>
          </ac:spMkLst>
        </pc:spChg>
        <pc:picChg chg="add del mod">
          <ac:chgData name="Deepika Vatsa" userId="f7100972-27fe-4ee6-8fb4-ec9b7931b409" providerId="ADAL" clId="{FECAADD6-485A-4B66-AEA2-DF6E35DB16E2}" dt="2025-08-18T12:09:17.408" v="144" actId="478"/>
          <ac:picMkLst>
            <pc:docMk/>
            <pc:sldMk cId="3198423911" sldId="593"/>
            <ac:picMk id="5" creationId="{0A24C55F-7A92-6287-5865-B01B27F658BA}"/>
          </ac:picMkLst>
        </pc:picChg>
        <pc:picChg chg="add del mod">
          <ac:chgData name="Deepika Vatsa" userId="f7100972-27fe-4ee6-8fb4-ec9b7931b409" providerId="ADAL" clId="{FECAADD6-485A-4B66-AEA2-DF6E35DB16E2}" dt="2025-08-18T12:20:44.843" v="380" actId="478"/>
          <ac:picMkLst>
            <pc:docMk/>
            <pc:sldMk cId="3198423911" sldId="593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21:57.865" v="418" actId="14100"/>
          <ac:picMkLst>
            <pc:docMk/>
            <pc:sldMk cId="3198423911" sldId="593"/>
            <ac:picMk id="9" creationId="{D35FFCD6-253F-CEEB-E0FE-880344B9FA65}"/>
          </ac:picMkLst>
        </pc:picChg>
      </pc:sldChg>
      <pc:sldChg chg="addSp delSp modSp mod">
        <pc:chgData name="Deepika Vatsa" userId="f7100972-27fe-4ee6-8fb4-ec9b7931b409" providerId="ADAL" clId="{FECAADD6-485A-4B66-AEA2-DF6E35DB16E2}" dt="2025-08-18T12:18:33.216" v="347" actId="1076"/>
        <pc:sldMkLst>
          <pc:docMk/>
          <pc:sldMk cId="815781673" sldId="595"/>
        </pc:sldMkLst>
        <pc:spChg chg="mod">
          <ac:chgData name="Deepika Vatsa" userId="f7100972-27fe-4ee6-8fb4-ec9b7931b409" providerId="ADAL" clId="{FECAADD6-485A-4B66-AEA2-DF6E35DB16E2}" dt="2025-08-18T12:18:18.990" v="340" actId="20577"/>
          <ac:spMkLst>
            <pc:docMk/>
            <pc:sldMk cId="815781673" sldId="595"/>
            <ac:spMk id="2" creationId="{00000000-0000-0000-0000-000000000000}"/>
          </ac:spMkLst>
        </pc:spChg>
        <pc:spChg chg="del">
          <ac:chgData name="Deepika Vatsa" userId="f7100972-27fe-4ee6-8fb4-ec9b7931b409" providerId="ADAL" clId="{FECAADD6-485A-4B66-AEA2-DF6E35DB16E2}" dt="2025-08-18T12:18:27.905" v="344" actId="478"/>
          <ac:spMkLst>
            <pc:docMk/>
            <pc:sldMk cId="815781673" sldId="595"/>
            <ac:spMk id="7" creationId="{BCBAFA03-3862-AA92-2365-76BF8A47DE8D}"/>
          </ac:spMkLst>
        </pc:spChg>
        <pc:spChg chg="del">
          <ac:chgData name="Deepika Vatsa" userId="f7100972-27fe-4ee6-8fb4-ec9b7931b409" providerId="ADAL" clId="{FECAADD6-485A-4B66-AEA2-DF6E35DB16E2}" dt="2025-08-18T12:18:23.748" v="342" actId="478"/>
          <ac:spMkLst>
            <pc:docMk/>
            <pc:sldMk cId="815781673" sldId="595"/>
            <ac:spMk id="11" creationId="{06381CCD-359B-D8A2-1997-A5B56A02FD41}"/>
          </ac:spMkLst>
        </pc:spChg>
        <pc:picChg chg="add mod">
          <ac:chgData name="Deepika Vatsa" userId="f7100972-27fe-4ee6-8fb4-ec9b7931b409" providerId="ADAL" clId="{FECAADD6-485A-4B66-AEA2-DF6E35DB16E2}" dt="2025-08-18T12:18:33.216" v="347" actId="1076"/>
          <ac:picMkLst>
            <pc:docMk/>
            <pc:sldMk cId="815781673" sldId="595"/>
            <ac:picMk id="5" creationId="{CBB23C75-79E3-DF1C-D40A-D199F6F0FF07}"/>
          </ac:picMkLst>
        </pc:picChg>
        <pc:picChg chg="del">
          <ac:chgData name="Deepika Vatsa" userId="f7100972-27fe-4ee6-8fb4-ec9b7931b409" providerId="ADAL" clId="{FECAADD6-485A-4B66-AEA2-DF6E35DB16E2}" dt="2025-08-18T12:18:21.201" v="341" actId="478"/>
          <ac:picMkLst>
            <pc:docMk/>
            <pc:sldMk cId="815781673" sldId="595"/>
            <ac:picMk id="2050" creationId="{0B7501EB-9B8B-1F43-B280-F1F29C89922A}"/>
          </ac:picMkLst>
        </pc:pic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8" creationId="{EEACF910-633C-AE8B-0642-C71E5B84C041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9" creationId="{C39F76D6-5DCC-CD24-131E-897F8204AFE4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0" creationId="{2BFED832-E34E-9A8D-7B76-1D5566960974}"/>
          </ac:inkMkLst>
        </pc:inkChg>
        <pc:inkChg chg="del">
          <ac:chgData name="Deepika Vatsa" userId="f7100972-27fe-4ee6-8fb4-ec9b7931b409" providerId="ADAL" clId="{FECAADD6-485A-4B66-AEA2-DF6E35DB16E2}" dt="2025-08-18T12:18:25.586" v="343" actId="478"/>
          <ac:inkMkLst>
            <pc:docMk/>
            <pc:sldMk cId="815781673" sldId="595"/>
            <ac:inkMk id="12" creationId="{CD91F783-8135-9CCE-7DBA-385AF0289E46}"/>
          </ac:inkMkLst>
        </pc:inkChg>
        <pc:inkChg chg="del">
          <ac:chgData name="Deepika Vatsa" userId="f7100972-27fe-4ee6-8fb4-ec9b7931b409" providerId="ADAL" clId="{FECAADD6-485A-4B66-AEA2-DF6E35DB16E2}" dt="2025-08-18T12:18:27.905" v="344" actId="478"/>
          <ac:inkMkLst>
            <pc:docMk/>
            <pc:sldMk cId="815781673" sldId="595"/>
            <ac:inkMk id="13" creationId="{20D17564-0F72-D4C2-BF4A-7D9EDF592976}"/>
          </ac:inkMkLst>
        </pc:inkChg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532030908" sldId="59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825282558" sldId="59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27776172" sldId="59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3105522451" sldId="59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98333677" sldId="60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345028146" sldId="60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86010047" sldId="60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900874624" sldId="60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874286721" sldId="604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436058904" sldId="605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038364896" sldId="606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748403446" sldId="607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875425397" sldId="608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661033047" sldId="609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244221787" sldId="610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2742127447" sldId="611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4043674681" sldId="612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338937673" sldId="613"/>
        </pc:sldMkLst>
      </pc:sldChg>
      <pc:sldChg chg="del">
        <pc:chgData name="Deepika Vatsa" userId="f7100972-27fe-4ee6-8fb4-ec9b7931b409" providerId="ADAL" clId="{FECAADD6-485A-4B66-AEA2-DF6E35DB16E2}" dt="2025-08-18T12:25:16.312" v="483" actId="47"/>
        <pc:sldMkLst>
          <pc:docMk/>
          <pc:sldMk cId="1180035275" sldId="614"/>
        </pc:sldMkLst>
      </pc:sldChg>
      <pc:sldChg chg="addSp delSp modSp add mod">
        <pc:chgData name="Deepika Vatsa" userId="f7100972-27fe-4ee6-8fb4-ec9b7931b409" providerId="ADAL" clId="{FECAADD6-485A-4B66-AEA2-DF6E35DB16E2}" dt="2025-08-18T12:15:37.578" v="278" actId="1076"/>
        <pc:sldMkLst>
          <pc:docMk/>
          <pc:sldMk cId="3468002330" sldId="615"/>
        </pc:sldMkLst>
        <pc:spChg chg="mod">
          <ac:chgData name="Deepika Vatsa" userId="f7100972-27fe-4ee6-8fb4-ec9b7931b409" providerId="ADAL" clId="{FECAADD6-485A-4B66-AEA2-DF6E35DB16E2}" dt="2025-08-18T12:10:28.116" v="217" actId="20577"/>
          <ac:spMkLst>
            <pc:docMk/>
            <pc:sldMk cId="3468002330" sldId="615"/>
            <ac:spMk id="2" creationId="{00000000-0000-0000-0000-000000000000}"/>
          </ac:spMkLst>
        </pc:spChg>
        <pc:picChg chg="add mod modCrop">
          <ac:chgData name="Deepika Vatsa" userId="f7100972-27fe-4ee6-8fb4-ec9b7931b409" providerId="ADAL" clId="{FECAADD6-485A-4B66-AEA2-DF6E35DB16E2}" dt="2025-08-18T12:12:44.301" v="244" actId="1076"/>
          <ac:picMkLst>
            <pc:docMk/>
            <pc:sldMk cId="3468002330" sldId="615"/>
            <ac:picMk id="5" creationId="{2CC44FAA-E59D-50D6-3358-2471E4514BBB}"/>
          </ac:picMkLst>
        </pc:picChg>
        <pc:picChg chg="del">
          <ac:chgData name="Deepika Vatsa" userId="f7100972-27fe-4ee6-8fb4-ec9b7931b409" providerId="ADAL" clId="{FECAADD6-485A-4B66-AEA2-DF6E35DB16E2}" dt="2025-08-18T12:10:04.152" v="165" actId="478"/>
          <ac:picMkLst>
            <pc:docMk/>
            <pc:sldMk cId="3468002330" sldId="615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2:52.958" v="246" actId="1076"/>
          <ac:picMkLst>
            <pc:docMk/>
            <pc:sldMk cId="3468002330" sldId="615"/>
            <ac:picMk id="8" creationId="{AC26D618-238D-B539-BF07-568502E06F15}"/>
          </ac:picMkLst>
        </pc:picChg>
        <pc:picChg chg="add mod">
          <ac:chgData name="Deepika Vatsa" userId="f7100972-27fe-4ee6-8fb4-ec9b7931b409" providerId="ADAL" clId="{FECAADD6-485A-4B66-AEA2-DF6E35DB16E2}" dt="2025-08-18T12:12:56.495" v="247" actId="1076"/>
          <ac:picMkLst>
            <pc:docMk/>
            <pc:sldMk cId="3468002330" sldId="615"/>
            <ac:picMk id="10" creationId="{51273CA3-0887-342D-F8FA-5EDE2B21A557}"/>
          </ac:picMkLst>
        </pc:picChg>
        <pc:picChg chg="add mod">
          <ac:chgData name="Deepika Vatsa" userId="f7100972-27fe-4ee6-8fb4-ec9b7931b409" providerId="ADAL" clId="{FECAADD6-485A-4B66-AEA2-DF6E35DB16E2}" dt="2025-08-18T12:13:13.361" v="251" actId="14100"/>
          <ac:picMkLst>
            <pc:docMk/>
            <pc:sldMk cId="3468002330" sldId="615"/>
            <ac:picMk id="12" creationId="{AEA0B93D-A73B-22B4-5A61-8B5DBA7A0C9E}"/>
          </ac:picMkLst>
        </pc:picChg>
        <pc:picChg chg="add mod">
          <ac:chgData name="Deepika Vatsa" userId="f7100972-27fe-4ee6-8fb4-ec9b7931b409" providerId="ADAL" clId="{FECAADD6-485A-4B66-AEA2-DF6E35DB16E2}" dt="2025-08-18T12:13:20.601" v="252" actId="14100"/>
          <ac:picMkLst>
            <pc:docMk/>
            <pc:sldMk cId="3468002330" sldId="615"/>
            <ac:picMk id="14" creationId="{19067CCF-8C03-819F-576B-A43A43E1791D}"/>
          </ac:picMkLst>
        </pc:picChg>
        <pc:picChg chg="add mod">
          <ac:chgData name="Deepika Vatsa" userId="f7100972-27fe-4ee6-8fb4-ec9b7931b409" providerId="ADAL" clId="{FECAADD6-485A-4B66-AEA2-DF6E35DB16E2}" dt="2025-08-18T12:13:28.539" v="259" actId="1037"/>
          <ac:picMkLst>
            <pc:docMk/>
            <pc:sldMk cId="3468002330" sldId="615"/>
            <ac:picMk id="16" creationId="{CC9484A8-7883-649E-C20B-8A897E7B6116}"/>
          </ac:picMkLst>
        </pc:picChg>
        <pc:cxnChg chg="add mod">
          <ac:chgData name="Deepika Vatsa" userId="f7100972-27fe-4ee6-8fb4-ec9b7931b409" providerId="ADAL" clId="{FECAADD6-485A-4B66-AEA2-DF6E35DB16E2}" dt="2025-08-18T12:14:58.033" v="264" actId="14100"/>
          <ac:cxnSpMkLst>
            <pc:docMk/>
            <pc:sldMk cId="3468002330" sldId="615"/>
            <ac:cxnSpMk id="18" creationId="{C7CA4674-FCF8-F505-2833-DDDACC470EEC}"/>
          </ac:cxnSpMkLst>
        </pc:cxnChg>
        <pc:cxnChg chg="add mod">
          <ac:chgData name="Deepika Vatsa" userId="f7100972-27fe-4ee6-8fb4-ec9b7931b409" providerId="ADAL" clId="{FECAADD6-485A-4B66-AEA2-DF6E35DB16E2}" dt="2025-08-18T12:15:05.495" v="266" actId="1076"/>
          <ac:cxnSpMkLst>
            <pc:docMk/>
            <pc:sldMk cId="3468002330" sldId="615"/>
            <ac:cxnSpMk id="20" creationId="{FBCE1A6C-EA7A-A3BB-E665-CC14CC750C1D}"/>
          </ac:cxnSpMkLst>
        </pc:cxnChg>
        <pc:cxnChg chg="add mod">
          <ac:chgData name="Deepika Vatsa" userId="f7100972-27fe-4ee6-8fb4-ec9b7931b409" providerId="ADAL" clId="{FECAADD6-485A-4B66-AEA2-DF6E35DB16E2}" dt="2025-08-18T12:15:17.877" v="270" actId="1076"/>
          <ac:cxnSpMkLst>
            <pc:docMk/>
            <pc:sldMk cId="3468002330" sldId="615"/>
            <ac:cxnSpMk id="21" creationId="{DF8FE725-8023-6324-8D77-E557C4114EF8}"/>
          </ac:cxnSpMkLst>
        </pc:cxnChg>
        <pc:cxnChg chg="add mod">
          <ac:chgData name="Deepika Vatsa" userId="f7100972-27fe-4ee6-8fb4-ec9b7931b409" providerId="ADAL" clId="{FECAADD6-485A-4B66-AEA2-DF6E35DB16E2}" dt="2025-08-18T12:15:30.511" v="276" actId="1076"/>
          <ac:cxnSpMkLst>
            <pc:docMk/>
            <pc:sldMk cId="3468002330" sldId="615"/>
            <ac:cxnSpMk id="23" creationId="{06F46995-D9EE-AB0E-2F95-9B01A574D060}"/>
          </ac:cxnSpMkLst>
        </pc:cxnChg>
        <pc:cxnChg chg="add mod">
          <ac:chgData name="Deepika Vatsa" userId="f7100972-27fe-4ee6-8fb4-ec9b7931b409" providerId="ADAL" clId="{FECAADD6-485A-4B66-AEA2-DF6E35DB16E2}" dt="2025-08-18T12:15:37.578" v="278" actId="1076"/>
          <ac:cxnSpMkLst>
            <pc:docMk/>
            <pc:sldMk cId="3468002330" sldId="615"/>
            <ac:cxnSpMk id="26" creationId="{5D1B6595-BDA8-94AC-023D-22A548C4E7B3}"/>
          </ac:cxnSpMkLst>
        </pc:cxnChg>
      </pc:sldChg>
      <pc:sldChg chg="addSp delSp modSp add mod ord">
        <pc:chgData name="Deepika Vatsa" userId="f7100972-27fe-4ee6-8fb4-ec9b7931b409" providerId="ADAL" clId="{FECAADD6-485A-4B66-AEA2-DF6E35DB16E2}" dt="2025-08-18T12:16:40.109" v="303" actId="1076"/>
        <pc:sldMkLst>
          <pc:docMk/>
          <pc:sldMk cId="2334307004" sldId="616"/>
        </pc:sldMkLst>
        <pc:spChg chg="mod">
          <ac:chgData name="Deepika Vatsa" userId="f7100972-27fe-4ee6-8fb4-ec9b7931b409" providerId="ADAL" clId="{FECAADD6-485A-4B66-AEA2-DF6E35DB16E2}" dt="2025-08-18T12:16:02.793" v="290" actId="20577"/>
          <ac:spMkLst>
            <pc:docMk/>
            <pc:sldMk cId="2334307004" sldId="616"/>
            <ac:spMk id="2" creationId="{00000000-0000-0000-0000-000000000000}"/>
          </ac:spMkLst>
        </pc:spChg>
        <pc:picChg chg="add del mod">
          <ac:chgData name="Deepika Vatsa" userId="f7100972-27fe-4ee6-8fb4-ec9b7931b409" providerId="ADAL" clId="{FECAADD6-485A-4B66-AEA2-DF6E35DB16E2}" dt="2025-08-18T12:16:34.659" v="300" actId="478"/>
          <ac:picMkLst>
            <pc:docMk/>
            <pc:sldMk cId="2334307004" sldId="616"/>
            <ac:picMk id="5" creationId="{FCF334FB-A364-8AF1-7656-34923DFBE8FE}"/>
          </ac:picMkLst>
        </pc:picChg>
        <pc:picChg chg="del">
          <ac:chgData name="Deepika Vatsa" userId="f7100972-27fe-4ee6-8fb4-ec9b7931b409" providerId="ADAL" clId="{FECAADD6-485A-4B66-AEA2-DF6E35DB16E2}" dt="2025-08-18T12:16:04.377" v="291" actId="478"/>
          <ac:picMkLst>
            <pc:docMk/>
            <pc:sldMk cId="2334307004" sldId="616"/>
            <ac:picMk id="7" creationId="{31B87EC0-4ADE-A96C-B968-87A230E18EEA}"/>
          </ac:picMkLst>
        </pc:picChg>
        <pc:picChg chg="add mod">
          <ac:chgData name="Deepika Vatsa" userId="f7100972-27fe-4ee6-8fb4-ec9b7931b409" providerId="ADAL" clId="{FECAADD6-485A-4B66-AEA2-DF6E35DB16E2}" dt="2025-08-18T12:16:40.109" v="303" actId="1076"/>
          <ac:picMkLst>
            <pc:docMk/>
            <pc:sldMk cId="2334307004" sldId="616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2:31.378" v="419" actId="478"/>
        <pc:sldMkLst>
          <pc:docMk/>
          <pc:sldMk cId="3542099841" sldId="617"/>
        </pc:sldMkLst>
        <pc:spChg chg="del">
          <ac:chgData name="Deepika Vatsa" userId="f7100972-27fe-4ee6-8fb4-ec9b7931b409" providerId="ADAL" clId="{FECAADD6-485A-4B66-AEA2-DF6E35DB16E2}" dt="2025-08-18T12:17:24.988" v="309" actId="478"/>
          <ac:spMkLst>
            <pc:docMk/>
            <pc:sldMk cId="3542099841" sldId="617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FECAADD6-485A-4B66-AEA2-DF6E35DB16E2}" dt="2025-08-18T12:22:31.378" v="419" actId="478"/>
          <ac:spMkLst>
            <pc:docMk/>
            <pc:sldMk cId="3542099841" sldId="617"/>
            <ac:spMk id="7" creationId="{91DEEBB9-3AC3-4A9E-CF86-989F90816E47}"/>
          </ac:spMkLst>
        </pc:spChg>
        <pc:spChg chg="add mod">
          <ac:chgData name="Deepika Vatsa" userId="f7100972-27fe-4ee6-8fb4-ec9b7931b409" providerId="ADAL" clId="{FECAADD6-485A-4B66-AEA2-DF6E35DB16E2}" dt="2025-08-18T12:17:30.462" v="319" actId="20577"/>
          <ac:spMkLst>
            <pc:docMk/>
            <pc:sldMk cId="3542099841" sldId="617"/>
            <ac:spMk id="9" creationId="{C253D9F7-5718-29E9-229A-BBDE1A6BAEC3}"/>
          </ac:spMkLst>
        </pc:spChg>
        <pc:picChg chg="add mod">
          <ac:chgData name="Deepika Vatsa" userId="f7100972-27fe-4ee6-8fb4-ec9b7931b409" providerId="ADAL" clId="{FECAADD6-485A-4B66-AEA2-DF6E35DB16E2}" dt="2025-08-18T12:17:17.761" v="308" actId="1076"/>
          <ac:picMkLst>
            <pc:docMk/>
            <pc:sldMk cId="3542099841" sldId="617"/>
            <ac:picMk id="5" creationId="{2112331D-2B54-394C-1B8B-69BDD8D2D700}"/>
          </ac:picMkLst>
        </pc:picChg>
        <pc:picChg chg="del">
          <ac:chgData name="Deepika Vatsa" userId="f7100972-27fe-4ee6-8fb4-ec9b7931b409" providerId="ADAL" clId="{FECAADD6-485A-4B66-AEA2-DF6E35DB16E2}" dt="2025-08-18T12:17:12.224" v="305" actId="478"/>
          <ac:picMkLst>
            <pc:docMk/>
            <pc:sldMk cId="3542099841" sldId="617"/>
            <ac:picMk id="8" creationId="{6D806ACB-E7DB-68C3-CB5F-56E2EA8890DA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19:35.605" v="371" actId="1076"/>
        <pc:sldMkLst>
          <pc:docMk/>
          <pc:sldMk cId="3991955979" sldId="618"/>
        </pc:sldMkLst>
        <pc:spChg chg="mod">
          <ac:chgData name="Deepika Vatsa" userId="f7100972-27fe-4ee6-8fb4-ec9b7931b409" providerId="ADAL" clId="{FECAADD6-485A-4B66-AEA2-DF6E35DB16E2}" dt="2025-08-18T12:19:10.680" v="364" actId="20577"/>
          <ac:spMkLst>
            <pc:docMk/>
            <pc:sldMk cId="3991955979" sldId="618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19:12.145" v="365" actId="478"/>
          <ac:picMkLst>
            <pc:docMk/>
            <pc:sldMk cId="3991955979" sldId="618"/>
            <ac:picMk id="5" creationId="{CBB23C75-79E3-DF1C-D40A-D199F6F0FF07}"/>
          </ac:picMkLst>
        </pc:picChg>
        <pc:picChg chg="add mod">
          <ac:chgData name="Deepika Vatsa" userId="f7100972-27fe-4ee6-8fb4-ec9b7931b409" providerId="ADAL" clId="{FECAADD6-485A-4B66-AEA2-DF6E35DB16E2}" dt="2025-08-18T12:19:18.708" v="369" actId="14100"/>
          <ac:picMkLst>
            <pc:docMk/>
            <pc:sldMk cId="3991955979" sldId="618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19:35.605" v="371" actId="1076"/>
          <ac:picMkLst>
            <pc:docMk/>
            <pc:sldMk cId="3991955979" sldId="618"/>
            <ac:picMk id="8" creationId="{B9A0C6AF-A876-1DCD-2348-A7B28B92152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0:13.153" v="378" actId="1076"/>
        <pc:sldMkLst>
          <pc:docMk/>
          <pc:sldMk cId="3912900456" sldId="619"/>
        </pc:sldMkLst>
        <pc:picChg chg="add mod">
          <ac:chgData name="Deepika Vatsa" userId="f7100972-27fe-4ee6-8fb4-ec9b7931b409" providerId="ADAL" clId="{FECAADD6-485A-4B66-AEA2-DF6E35DB16E2}" dt="2025-08-18T12:20:03.557" v="376" actId="14100"/>
          <ac:picMkLst>
            <pc:docMk/>
            <pc:sldMk cId="3912900456" sldId="619"/>
            <ac:picMk id="5" creationId="{B9D85BF9-2634-8C6B-1C54-FA92545D2984}"/>
          </ac:picMkLst>
        </pc:picChg>
        <pc:picChg chg="del">
          <ac:chgData name="Deepika Vatsa" userId="f7100972-27fe-4ee6-8fb4-ec9b7931b409" providerId="ADAL" clId="{FECAADD6-485A-4B66-AEA2-DF6E35DB16E2}" dt="2025-08-18T12:19:57.897" v="373" actId="478"/>
          <ac:picMkLst>
            <pc:docMk/>
            <pc:sldMk cId="3912900456" sldId="619"/>
            <ac:picMk id="6" creationId="{7F5BB2CF-D3D0-72A8-63E3-727EEFD25493}"/>
          </ac:picMkLst>
        </pc:picChg>
        <pc:picChg chg="add mod">
          <ac:chgData name="Deepika Vatsa" userId="f7100972-27fe-4ee6-8fb4-ec9b7931b409" providerId="ADAL" clId="{FECAADD6-485A-4B66-AEA2-DF6E35DB16E2}" dt="2025-08-18T12:20:13.153" v="378" actId="1076"/>
          <ac:picMkLst>
            <pc:docMk/>
            <pc:sldMk cId="3912900456" sldId="619"/>
            <ac:picMk id="9" creationId="{6C68254F-11DA-AC9D-812C-5397EBBEA39E}"/>
          </ac:picMkLst>
        </pc:picChg>
      </pc:sldChg>
      <pc:sldChg chg="add">
        <pc:chgData name="Deepika Vatsa" userId="f7100972-27fe-4ee6-8fb4-ec9b7931b409" providerId="ADAL" clId="{FECAADD6-485A-4B66-AEA2-DF6E35DB16E2}" dt="2025-08-18T12:20:43.270" v="379" actId="2890"/>
        <pc:sldMkLst>
          <pc:docMk/>
          <pc:sldMk cId="4060805478" sldId="620"/>
        </pc:sldMkLst>
      </pc:sldChg>
      <pc:sldChg chg="addSp delSp modSp add mod">
        <pc:chgData name="Deepika Vatsa" userId="f7100972-27fe-4ee6-8fb4-ec9b7931b409" providerId="ADAL" clId="{FECAADD6-485A-4B66-AEA2-DF6E35DB16E2}" dt="2025-08-18T12:23:33.340" v="453" actId="14100"/>
        <pc:sldMkLst>
          <pc:docMk/>
          <pc:sldMk cId="3334835650" sldId="621"/>
        </pc:sldMkLst>
        <pc:spChg chg="mod">
          <ac:chgData name="Deepika Vatsa" userId="f7100972-27fe-4ee6-8fb4-ec9b7931b409" providerId="ADAL" clId="{FECAADD6-485A-4B66-AEA2-DF6E35DB16E2}" dt="2025-08-18T12:23:26.085" v="449" actId="5793"/>
          <ac:spMkLst>
            <pc:docMk/>
            <pc:sldMk cId="3334835650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3:27.827" v="450" actId="478"/>
          <ac:picMkLst>
            <pc:docMk/>
            <pc:sldMk cId="3334835650" sldId="621"/>
            <ac:picMk id="5" creationId="{B9D85BF9-2634-8C6B-1C54-FA92545D2984}"/>
          </ac:picMkLst>
        </pc:picChg>
        <pc:picChg chg="add mod">
          <ac:chgData name="Deepika Vatsa" userId="f7100972-27fe-4ee6-8fb4-ec9b7931b409" providerId="ADAL" clId="{FECAADD6-485A-4B66-AEA2-DF6E35DB16E2}" dt="2025-08-18T12:23:33.340" v="453" actId="14100"/>
          <ac:picMkLst>
            <pc:docMk/>
            <pc:sldMk cId="3334835650" sldId="621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3:58.850" v="458" actId="14100"/>
        <pc:sldMkLst>
          <pc:docMk/>
          <pc:sldMk cId="3976936197" sldId="622"/>
        </pc:sldMkLst>
        <pc:picChg chg="add mod">
          <ac:chgData name="Deepika Vatsa" userId="f7100972-27fe-4ee6-8fb4-ec9b7931b409" providerId="ADAL" clId="{FECAADD6-485A-4B66-AEA2-DF6E35DB16E2}" dt="2025-08-18T12:23:58.850" v="458" actId="14100"/>
          <ac:picMkLst>
            <pc:docMk/>
            <pc:sldMk cId="3976936197" sldId="622"/>
            <ac:picMk id="5" creationId="{FC06E42A-5E65-5F01-9A82-45CA807E2DDE}"/>
          </ac:picMkLst>
        </pc:picChg>
        <pc:picChg chg="del">
          <ac:chgData name="Deepika Vatsa" userId="f7100972-27fe-4ee6-8fb4-ec9b7931b409" providerId="ADAL" clId="{FECAADD6-485A-4B66-AEA2-DF6E35DB16E2}" dt="2025-08-18T12:23:51.057" v="455" actId="478"/>
          <ac:picMkLst>
            <pc:docMk/>
            <pc:sldMk cId="3976936197" sldId="622"/>
            <ac:picMk id="6" creationId="{45AC247E-DBE5-6911-F887-A62BC46F4370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36.423" v="551" actId="14100"/>
        <pc:sldMkLst>
          <pc:docMk/>
          <pc:sldMk cId="1533333801" sldId="623"/>
        </pc:sldMkLst>
        <pc:spChg chg="mod">
          <ac:chgData name="Deepika Vatsa" userId="f7100972-27fe-4ee6-8fb4-ec9b7931b409" providerId="ADAL" clId="{FECAADD6-485A-4B66-AEA2-DF6E35DB16E2}" dt="2025-08-18T12:24:18.547" v="476" actId="20577"/>
          <ac:spMkLst>
            <pc:docMk/>
            <pc:sldMk cId="1533333801" sldId="623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4:20.167" v="477" actId="478"/>
          <ac:picMkLst>
            <pc:docMk/>
            <pc:sldMk cId="1533333801" sldId="623"/>
            <ac:picMk id="5" creationId="{FC06E42A-5E65-5F01-9A82-45CA807E2DDE}"/>
          </ac:picMkLst>
        </pc:picChg>
        <pc:picChg chg="add mod">
          <ac:chgData name="Deepika Vatsa" userId="f7100972-27fe-4ee6-8fb4-ec9b7931b409" providerId="ADAL" clId="{FECAADD6-485A-4B66-AEA2-DF6E35DB16E2}" dt="2025-08-18T12:27:36.423" v="551" actId="14100"/>
          <ac:picMkLst>
            <pc:docMk/>
            <pc:sldMk cId="1533333801" sldId="623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2367265284" sldId="624"/>
        </pc:sldMkLst>
        <pc:picChg chg="del">
          <ac:chgData name="Deepika Vatsa" userId="f7100972-27fe-4ee6-8fb4-ec9b7931b409" providerId="ADAL" clId="{FECAADD6-485A-4B66-AEA2-DF6E35DB16E2}" dt="2025-08-18T12:25:27.883" v="487" actId="478"/>
          <ac:picMkLst>
            <pc:docMk/>
            <pc:sldMk cId="2367265284" sldId="624"/>
            <ac:picMk id="6" creationId="{7F10BE66-5BD9-07F6-1AA0-14F9ADA14CAD}"/>
          </ac:picMkLst>
        </pc:picChg>
      </pc:sldChg>
      <pc:sldChg chg="delSp add del mod">
        <pc:chgData name="Deepika Vatsa" userId="f7100972-27fe-4ee6-8fb4-ec9b7931b409" providerId="ADAL" clId="{FECAADD6-485A-4B66-AEA2-DF6E35DB16E2}" dt="2025-08-18T12:26:38.626" v="522" actId="2696"/>
        <pc:sldMkLst>
          <pc:docMk/>
          <pc:sldMk cId="1967559052" sldId="625"/>
        </pc:sldMkLst>
        <pc:picChg chg="del">
          <ac:chgData name="Deepika Vatsa" userId="f7100972-27fe-4ee6-8fb4-ec9b7931b409" providerId="ADAL" clId="{FECAADD6-485A-4B66-AEA2-DF6E35DB16E2}" dt="2025-08-18T12:25:30.077" v="488" actId="478"/>
          <ac:picMkLst>
            <pc:docMk/>
            <pc:sldMk cId="1967559052" sldId="625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34.745" v="521" actId="20577"/>
        <pc:sldMkLst>
          <pc:docMk/>
          <pc:sldMk cId="3549948443" sldId="626"/>
        </pc:sldMkLst>
        <pc:spChg chg="mod">
          <ac:chgData name="Deepika Vatsa" userId="f7100972-27fe-4ee6-8fb4-ec9b7931b409" providerId="ADAL" clId="{FECAADD6-485A-4B66-AEA2-DF6E35DB16E2}" dt="2025-08-18T12:26:34.745" v="521" actId="20577"/>
          <ac:spMkLst>
            <pc:docMk/>
            <pc:sldMk cId="3549948443" sldId="626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5:59.255" v="494" actId="1076"/>
          <ac:picMkLst>
            <pc:docMk/>
            <pc:sldMk cId="3549948443" sldId="626"/>
            <ac:picMk id="5" creationId="{9F257CC6-C275-8610-3C49-0F57B9EED705}"/>
          </ac:picMkLst>
        </pc:picChg>
        <pc:picChg chg="del">
          <ac:chgData name="Deepika Vatsa" userId="f7100972-27fe-4ee6-8fb4-ec9b7931b409" providerId="ADAL" clId="{FECAADD6-485A-4B66-AEA2-DF6E35DB16E2}" dt="2025-08-18T12:25:32.117" v="489" actId="478"/>
          <ac:picMkLst>
            <pc:docMk/>
            <pc:sldMk cId="3549948443" sldId="626"/>
            <ac:picMk id="6" creationId="{7F10BE66-5BD9-07F6-1AA0-14F9ADA14CAD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6:29.619" v="508" actId="14100"/>
        <pc:sldMkLst>
          <pc:docMk/>
          <pc:sldMk cId="1492384228" sldId="627"/>
        </pc:sldMkLst>
        <pc:spChg chg="mod">
          <ac:chgData name="Deepika Vatsa" userId="f7100972-27fe-4ee6-8fb4-ec9b7931b409" providerId="ADAL" clId="{FECAADD6-485A-4B66-AEA2-DF6E35DB16E2}" dt="2025-08-18T12:26:23.477" v="504" actId="20577"/>
          <ac:spMkLst>
            <pc:docMk/>
            <pc:sldMk cId="1492384228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FECAADD6-485A-4B66-AEA2-DF6E35DB16E2}" dt="2025-08-18T12:26:24.903" v="505" actId="478"/>
          <ac:picMkLst>
            <pc:docMk/>
            <pc:sldMk cId="1492384228" sldId="627"/>
            <ac:picMk id="5" creationId="{9F257CC6-C275-8610-3C49-0F57B9EED705}"/>
          </ac:picMkLst>
        </pc:picChg>
        <pc:picChg chg="add mod">
          <ac:chgData name="Deepika Vatsa" userId="f7100972-27fe-4ee6-8fb4-ec9b7931b409" providerId="ADAL" clId="{FECAADD6-485A-4B66-AEA2-DF6E35DB16E2}" dt="2025-08-18T12:26:29.619" v="508" actId="14100"/>
          <ac:picMkLst>
            <pc:docMk/>
            <pc:sldMk cId="1492384228" sldId="627"/>
            <ac:picMk id="6" creationId="{83230359-2DED-4BBB-12AD-ED524BA268FF}"/>
          </ac:picMkLst>
        </pc:picChg>
      </pc:sldChg>
      <pc:sldChg chg="addSp delSp modSp add mod">
        <pc:chgData name="Deepika Vatsa" userId="f7100972-27fe-4ee6-8fb4-ec9b7931b409" providerId="ADAL" clId="{FECAADD6-485A-4B66-AEA2-DF6E35DB16E2}" dt="2025-08-18T12:27:28.341" v="550" actId="14100"/>
        <pc:sldMkLst>
          <pc:docMk/>
          <pc:sldMk cId="3339153089" sldId="628"/>
        </pc:sldMkLst>
        <pc:spChg chg="mod">
          <ac:chgData name="Deepika Vatsa" userId="f7100972-27fe-4ee6-8fb4-ec9b7931b409" providerId="ADAL" clId="{FECAADD6-485A-4B66-AEA2-DF6E35DB16E2}" dt="2025-08-18T12:27:21.792" v="546" actId="20577"/>
          <ac:spMkLst>
            <pc:docMk/>
            <pc:sldMk cId="3339153089" sldId="628"/>
            <ac:spMk id="2" creationId="{00000000-0000-0000-0000-000000000000}"/>
          </ac:spMkLst>
        </pc:spChg>
        <pc:picChg chg="add mod">
          <ac:chgData name="Deepika Vatsa" userId="f7100972-27fe-4ee6-8fb4-ec9b7931b409" providerId="ADAL" clId="{FECAADD6-485A-4B66-AEA2-DF6E35DB16E2}" dt="2025-08-18T12:27:28.341" v="550" actId="14100"/>
          <ac:picMkLst>
            <pc:docMk/>
            <pc:sldMk cId="3339153089" sldId="628"/>
            <ac:picMk id="5" creationId="{E774913A-6257-8DCF-186F-01DAC8BBA23F}"/>
          </ac:picMkLst>
        </pc:picChg>
        <pc:picChg chg="del">
          <ac:chgData name="Deepika Vatsa" userId="f7100972-27fe-4ee6-8fb4-ec9b7931b409" providerId="ADAL" clId="{FECAADD6-485A-4B66-AEA2-DF6E35DB16E2}" dt="2025-08-18T12:27:23.518" v="547" actId="478"/>
          <ac:picMkLst>
            <pc:docMk/>
            <pc:sldMk cId="3339153089" sldId="628"/>
            <ac:picMk id="6" creationId="{83230359-2DED-4BBB-12AD-ED524BA268FF}"/>
          </ac:picMkLst>
        </pc:picChg>
      </pc:sldChg>
    </pc:docChg>
  </pc:docChgLst>
  <pc:docChgLst>
    <pc:chgData name="Deepika Vatsa" userId="f7100972-27fe-4ee6-8fb4-ec9b7931b409" providerId="ADAL" clId="{A5423A7C-59D2-441C-A32C-791671939596}"/>
    <pc:docChg chg="undo redo custSel addSld delSld modSld sldOrd">
      <pc:chgData name="Deepika Vatsa" userId="f7100972-27fe-4ee6-8fb4-ec9b7931b409" providerId="ADAL" clId="{A5423A7C-59D2-441C-A32C-791671939596}" dt="2025-10-27T10:08:51.008" v="1814" actId="478"/>
      <pc:docMkLst>
        <pc:docMk/>
      </pc:docMkLst>
      <pc:sldChg chg="modSp mod">
        <pc:chgData name="Deepika Vatsa" userId="f7100972-27fe-4ee6-8fb4-ec9b7931b409" providerId="ADAL" clId="{A5423A7C-59D2-441C-A32C-791671939596}" dt="2025-10-08T08:45:03.639" v="44" actId="20577"/>
        <pc:sldMkLst>
          <pc:docMk/>
          <pc:sldMk cId="0" sldId="395"/>
        </pc:sldMkLst>
        <pc:spChg chg="mod">
          <ac:chgData name="Deepika Vatsa" userId="f7100972-27fe-4ee6-8fb4-ec9b7931b409" providerId="ADAL" clId="{A5423A7C-59D2-441C-A32C-791671939596}" dt="2025-10-08T08:45:03.639" v="44" actId="20577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A5423A7C-59D2-441C-A32C-791671939596}" dt="2025-10-27T09:20:31.588" v="1799"/>
        <pc:sldMkLst>
          <pc:docMk/>
          <pc:sldMk cId="3439049211" sldId="591"/>
        </pc:sldMkLst>
        <pc:spChg chg="mod">
          <ac:chgData name="Deepika Vatsa" userId="f7100972-27fe-4ee6-8fb4-ec9b7931b409" providerId="ADAL" clId="{A5423A7C-59D2-441C-A32C-791671939596}" dt="2025-10-08T08:44:54.688" v="23" actId="20577"/>
          <ac:spMkLst>
            <pc:docMk/>
            <pc:sldMk cId="3439049211" sldId="591"/>
            <ac:spMk id="2" creationId="{00000000-0000-0000-0000-000000000000}"/>
          </ac:spMkLst>
        </pc:spChg>
        <pc:spChg chg="add mod">
          <ac:chgData name="Deepika Vatsa" userId="f7100972-27fe-4ee6-8fb4-ec9b7931b409" providerId="ADAL" clId="{A5423A7C-59D2-441C-A32C-791671939596}" dt="2025-10-08T10:03:33.688" v="1348" actId="20577"/>
          <ac:spMkLst>
            <pc:docMk/>
            <pc:sldMk cId="3439049211" sldId="591"/>
            <ac:spMk id="7" creationId="{32B275E0-60C0-FB99-861A-30651F256A1A}"/>
          </ac:spMkLst>
        </pc:spChg>
        <pc:spChg chg="add mod">
          <ac:chgData name="Deepika Vatsa" userId="f7100972-27fe-4ee6-8fb4-ec9b7931b409" providerId="ADAL" clId="{A5423A7C-59D2-441C-A32C-791671939596}" dt="2025-10-08T08:50:01.899" v="91" actId="1076"/>
          <ac:spMkLst>
            <pc:docMk/>
            <pc:sldMk cId="3439049211" sldId="591"/>
            <ac:spMk id="10" creationId="{239215B4-DB5C-F83E-C3B9-8E9F7CA5D909}"/>
          </ac:spMkLst>
        </pc:spChg>
        <pc:picChg chg="del">
          <ac:chgData name="Deepika Vatsa" userId="f7100972-27fe-4ee6-8fb4-ec9b7931b409" providerId="ADAL" clId="{A5423A7C-59D2-441C-A32C-791671939596}" dt="2025-10-08T08:45:07.237" v="45" actId="478"/>
          <ac:picMkLst>
            <pc:docMk/>
            <pc:sldMk cId="3439049211" sldId="591"/>
            <ac:picMk id="5" creationId="{F98F73F8-C2F2-9586-D160-14BB95EFB7D9}"/>
          </ac:picMkLst>
        </pc:picChg>
        <pc:picChg chg="add mod">
          <ac:chgData name="Deepika Vatsa" userId="f7100972-27fe-4ee6-8fb4-ec9b7931b409" providerId="ADAL" clId="{A5423A7C-59D2-441C-A32C-791671939596}" dt="2025-10-08T08:50:11.508" v="93" actId="1076"/>
          <ac:picMkLst>
            <pc:docMk/>
            <pc:sldMk cId="3439049211" sldId="591"/>
            <ac:picMk id="9" creationId="{C9311B99-97F6-C8CB-5C16-17EDDA16C888}"/>
          </ac:picMkLst>
        </pc:picChg>
        <pc:picChg chg="add mod">
          <ac:chgData name="Deepika Vatsa" userId="f7100972-27fe-4ee6-8fb4-ec9b7931b409" providerId="ADAL" clId="{A5423A7C-59D2-441C-A32C-791671939596}" dt="2025-10-08T08:49:36.047" v="73" actId="1076"/>
          <ac:picMkLst>
            <pc:docMk/>
            <pc:sldMk cId="3439049211" sldId="591"/>
            <ac:picMk id="1026" creationId="{8883D209-90DD-FF78-DC62-63D08C4A3755}"/>
          </ac:picMkLst>
        </pc:pic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3439049211" sldId="591"/>
            <ac:inkMk id="4" creationId="{A7AE9396-7AAC-2001-482B-15063469B052}"/>
          </ac:inkMkLst>
        </pc:inkChg>
        <pc:inkChg chg="del">
          <ac:chgData name="Deepika Vatsa" userId="f7100972-27fe-4ee6-8fb4-ec9b7931b409" providerId="ADAL" clId="{A5423A7C-59D2-441C-A32C-791671939596}" dt="2025-10-08T08:45:09.147" v="46" actId="478"/>
          <ac:inkMkLst>
            <pc:docMk/>
            <pc:sldMk cId="3439049211" sldId="591"/>
            <ac:inkMk id="4" creationId="{C523678A-28E9-7F5B-8EA3-DFE9E3E1126F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39897715" sldId="592"/>
        </pc:sldMkLst>
      </pc:sldChg>
      <pc:sldChg chg="addSp delSp modSp add mod">
        <pc:chgData name="Deepika Vatsa" userId="f7100972-27fe-4ee6-8fb4-ec9b7931b409" providerId="ADAL" clId="{A5423A7C-59D2-441C-A32C-791671939596}" dt="2025-10-27T09:20:31.588" v="1799"/>
        <pc:sldMkLst>
          <pc:docMk/>
          <pc:sldMk cId="1817839256" sldId="592"/>
        </pc:sldMkLst>
        <pc:spChg chg="mod">
          <ac:chgData name="Deepika Vatsa" userId="f7100972-27fe-4ee6-8fb4-ec9b7931b409" providerId="ADAL" clId="{A5423A7C-59D2-441C-A32C-791671939596}" dt="2025-10-08T08:51:13.376" v="125" actId="20577"/>
          <ac:spMkLst>
            <pc:docMk/>
            <pc:sldMk cId="1817839256" sldId="592"/>
            <ac:spMk id="2" creationId="{00000000-0000-0000-0000-000000000000}"/>
          </ac:spMkLst>
        </pc:spChg>
        <pc:spChg chg="add mod">
          <ac:chgData name="Deepika Vatsa" userId="f7100972-27fe-4ee6-8fb4-ec9b7931b409" providerId="ADAL" clId="{A5423A7C-59D2-441C-A32C-791671939596}" dt="2025-10-08T08:54:58.658" v="239" actId="1038"/>
          <ac:spMkLst>
            <pc:docMk/>
            <pc:sldMk cId="1817839256" sldId="592"/>
            <ac:spMk id="6" creationId="{5C5BD351-2981-831A-F105-8C38927ECAA3}"/>
          </ac:spMkLst>
        </pc:spChg>
        <pc:spChg chg="mod">
          <ac:chgData name="Deepika Vatsa" userId="f7100972-27fe-4ee6-8fb4-ec9b7931b409" providerId="ADAL" clId="{A5423A7C-59D2-441C-A32C-791671939596}" dt="2025-10-08T08:55:55.977" v="299" actId="20577"/>
          <ac:spMkLst>
            <pc:docMk/>
            <pc:sldMk cId="1817839256" sldId="592"/>
            <ac:spMk id="7" creationId="{32B275E0-60C0-FB99-861A-30651F256A1A}"/>
          </ac:spMkLst>
        </pc:spChg>
        <pc:spChg chg="add mod">
          <ac:chgData name="Deepika Vatsa" userId="f7100972-27fe-4ee6-8fb4-ec9b7931b409" providerId="ADAL" clId="{A5423A7C-59D2-441C-A32C-791671939596}" dt="2025-10-08T08:52:52.420" v="207" actId="1076"/>
          <ac:spMkLst>
            <pc:docMk/>
            <pc:sldMk cId="1817839256" sldId="592"/>
            <ac:spMk id="8" creationId="{0619A52E-670E-4F67-E6B3-EF125A743A38}"/>
          </ac:spMkLst>
        </pc:spChg>
        <pc:spChg chg="del">
          <ac:chgData name="Deepika Vatsa" userId="f7100972-27fe-4ee6-8fb4-ec9b7931b409" providerId="ADAL" clId="{A5423A7C-59D2-441C-A32C-791671939596}" dt="2025-10-08T08:50:47.380" v="97" actId="478"/>
          <ac:spMkLst>
            <pc:docMk/>
            <pc:sldMk cId="1817839256" sldId="592"/>
            <ac:spMk id="10" creationId="{239215B4-DB5C-F83E-C3B9-8E9F7CA5D909}"/>
          </ac:spMkLst>
        </pc:spChg>
        <pc:spChg chg="add mod">
          <ac:chgData name="Deepika Vatsa" userId="f7100972-27fe-4ee6-8fb4-ec9b7931b409" providerId="ADAL" clId="{A5423A7C-59D2-441C-A32C-791671939596}" dt="2025-10-08T08:56:29.421" v="300" actId="1076"/>
          <ac:spMkLst>
            <pc:docMk/>
            <pc:sldMk cId="1817839256" sldId="592"/>
            <ac:spMk id="11" creationId="{74FE0449-D235-0569-CB1B-C5E6B6B6E283}"/>
          </ac:spMkLst>
        </pc:spChg>
        <pc:picChg chg="add del mod">
          <ac:chgData name="Deepika Vatsa" userId="f7100972-27fe-4ee6-8fb4-ec9b7931b409" providerId="ADAL" clId="{A5423A7C-59D2-441C-A32C-791671939596}" dt="2025-10-08T08:51:09.001" v="116" actId="478"/>
          <ac:picMkLst>
            <pc:docMk/>
            <pc:sldMk cId="1817839256" sldId="592"/>
            <ac:picMk id="5" creationId="{1F324CAA-0008-8094-5814-906C789D79DE}"/>
          </ac:picMkLst>
        </pc:picChg>
        <pc:picChg chg="del">
          <ac:chgData name="Deepika Vatsa" userId="f7100972-27fe-4ee6-8fb4-ec9b7931b409" providerId="ADAL" clId="{A5423A7C-59D2-441C-A32C-791671939596}" dt="2025-10-08T08:50:43.357" v="95" actId="478"/>
          <ac:picMkLst>
            <pc:docMk/>
            <pc:sldMk cId="1817839256" sldId="592"/>
            <ac:picMk id="9" creationId="{C9311B99-97F6-C8CB-5C16-17EDDA16C888}"/>
          </ac:picMkLst>
        </pc:picChg>
        <pc:picChg chg="del">
          <ac:chgData name="Deepika Vatsa" userId="f7100972-27fe-4ee6-8fb4-ec9b7931b409" providerId="ADAL" clId="{A5423A7C-59D2-441C-A32C-791671939596}" dt="2025-10-08T08:50:45.056" v="96" actId="478"/>
          <ac:picMkLst>
            <pc:docMk/>
            <pc:sldMk cId="1817839256" sldId="592"/>
            <ac:picMk id="1026" creationId="{8883D209-90DD-FF78-DC62-63D08C4A3755}"/>
          </ac:picMkLst>
        </pc:pic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1817839256" sldId="592"/>
            <ac:inkMk id="4" creationId="{9AF7BA2B-3531-6CA8-FF61-AD3EE28DBBCD}"/>
          </ac:inkMkLst>
        </pc:inkChg>
        <pc:cxnChg chg="add del mod">
          <ac:chgData name="Deepika Vatsa" userId="f7100972-27fe-4ee6-8fb4-ec9b7931b409" providerId="ADAL" clId="{A5423A7C-59D2-441C-A32C-791671939596}" dt="2025-10-08T08:53:29.665" v="215" actId="478"/>
          <ac:cxnSpMkLst>
            <pc:docMk/>
            <pc:sldMk cId="1817839256" sldId="592"/>
            <ac:cxnSpMk id="12" creationId="{5EB19B1A-6033-08FF-712E-EF6BABB3C182}"/>
          </ac:cxnSpMkLst>
        </pc:cxnChg>
        <pc:cxnChg chg="add del mod">
          <ac:chgData name="Deepika Vatsa" userId="f7100972-27fe-4ee6-8fb4-ec9b7931b409" providerId="ADAL" clId="{A5423A7C-59D2-441C-A32C-791671939596}" dt="2025-10-08T08:53:26.950" v="214" actId="478"/>
          <ac:cxnSpMkLst>
            <pc:docMk/>
            <pc:sldMk cId="1817839256" sldId="592"/>
            <ac:cxnSpMk id="13" creationId="{7B6890A4-5A6D-E0E9-D226-2241E8BE7CE4}"/>
          </ac:cxnSpMkLst>
        </pc:cxnChg>
        <pc:cxnChg chg="add mod">
          <ac:chgData name="Deepika Vatsa" userId="f7100972-27fe-4ee6-8fb4-ec9b7931b409" providerId="ADAL" clId="{A5423A7C-59D2-441C-A32C-791671939596}" dt="2025-10-08T08:54:18.480" v="225" actId="1582"/>
          <ac:cxnSpMkLst>
            <pc:docMk/>
            <pc:sldMk cId="1817839256" sldId="592"/>
            <ac:cxnSpMk id="20" creationId="{42197254-CDFE-796B-1500-98F78AAE6896}"/>
          </ac:cxnSpMkLst>
        </pc:cxnChg>
        <pc:cxnChg chg="add mod">
          <ac:chgData name="Deepika Vatsa" userId="f7100972-27fe-4ee6-8fb4-ec9b7931b409" providerId="ADAL" clId="{A5423A7C-59D2-441C-A32C-791671939596}" dt="2025-10-08T08:54:58.658" v="239" actId="1038"/>
          <ac:cxnSpMkLst>
            <pc:docMk/>
            <pc:sldMk cId="1817839256" sldId="592"/>
            <ac:cxnSpMk id="24" creationId="{C81172A5-BAF2-E79A-4182-829F71C4A9C6}"/>
          </ac:cxnSpMkLst>
        </pc:cxnChg>
      </pc:sldChg>
      <pc:sldChg chg="addSp delSp modSp add mod">
        <pc:chgData name="Deepika Vatsa" userId="f7100972-27fe-4ee6-8fb4-ec9b7931b409" providerId="ADAL" clId="{A5423A7C-59D2-441C-A32C-791671939596}" dt="2025-10-27T09:20:31.588" v="1799"/>
        <pc:sldMkLst>
          <pc:docMk/>
          <pc:sldMk cId="415008481" sldId="593"/>
        </pc:sldMkLst>
        <pc:spChg chg="mod">
          <ac:chgData name="Deepika Vatsa" userId="f7100972-27fe-4ee6-8fb4-ec9b7931b409" providerId="ADAL" clId="{A5423A7C-59D2-441C-A32C-791671939596}" dt="2025-10-08T09:05:15.578" v="354" actId="20577"/>
          <ac:spMkLst>
            <pc:docMk/>
            <pc:sldMk cId="415008481" sldId="593"/>
            <ac:spMk id="2" creationId="{00000000-0000-0000-0000-000000000000}"/>
          </ac:spMkLst>
        </pc:spChg>
        <pc:spChg chg="del">
          <ac:chgData name="Deepika Vatsa" userId="f7100972-27fe-4ee6-8fb4-ec9b7931b409" providerId="ADAL" clId="{A5423A7C-59D2-441C-A32C-791671939596}" dt="2025-10-08T08:57:01.298" v="320" actId="478"/>
          <ac:spMkLst>
            <pc:docMk/>
            <pc:sldMk cId="415008481" sldId="593"/>
            <ac:spMk id="6" creationId="{5C5BD351-2981-831A-F105-8C38927ECAA3}"/>
          </ac:spMkLst>
        </pc:spChg>
        <pc:spChg chg="mod">
          <ac:chgData name="Deepika Vatsa" userId="f7100972-27fe-4ee6-8fb4-ec9b7931b409" providerId="ADAL" clId="{A5423A7C-59D2-441C-A32C-791671939596}" dt="2025-10-08T09:15:01.872" v="414" actId="20577"/>
          <ac:spMkLst>
            <pc:docMk/>
            <pc:sldMk cId="415008481" sldId="593"/>
            <ac:spMk id="7" creationId="{32B275E0-60C0-FB99-861A-30651F256A1A}"/>
          </ac:spMkLst>
        </pc:spChg>
        <pc:spChg chg="del">
          <ac:chgData name="Deepika Vatsa" userId="f7100972-27fe-4ee6-8fb4-ec9b7931b409" providerId="ADAL" clId="{A5423A7C-59D2-441C-A32C-791671939596}" dt="2025-10-08T08:57:01.298" v="320" actId="478"/>
          <ac:spMkLst>
            <pc:docMk/>
            <pc:sldMk cId="415008481" sldId="593"/>
            <ac:spMk id="8" creationId="{0619A52E-670E-4F67-E6B3-EF125A743A38}"/>
          </ac:spMkLst>
        </pc:spChg>
        <pc:spChg chg="del">
          <ac:chgData name="Deepika Vatsa" userId="f7100972-27fe-4ee6-8fb4-ec9b7931b409" providerId="ADAL" clId="{A5423A7C-59D2-441C-A32C-791671939596}" dt="2025-10-08T08:57:01.298" v="320" actId="478"/>
          <ac:spMkLst>
            <pc:docMk/>
            <pc:sldMk cId="415008481" sldId="593"/>
            <ac:spMk id="11" creationId="{74FE0449-D235-0569-CB1B-C5E6B6B6E283}"/>
          </ac:spMkLst>
        </pc:spChg>
        <pc:picChg chg="add del mod">
          <ac:chgData name="Deepika Vatsa" userId="f7100972-27fe-4ee6-8fb4-ec9b7931b409" providerId="ADAL" clId="{A5423A7C-59D2-441C-A32C-791671939596}" dt="2025-10-08T09:08:23.506" v="358" actId="478"/>
          <ac:picMkLst>
            <pc:docMk/>
            <pc:sldMk cId="415008481" sldId="593"/>
            <ac:picMk id="4" creationId="{9BC38E4E-2B4A-9704-6179-A7631E8FFF66}"/>
          </ac:picMkLst>
        </pc:picChg>
        <pc:picChg chg="add mod">
          <ac:chgData name="Deepika Vatsa" userId="f7100972-27fe-4ee6-8fb4-ec9b7931b409" providerId="ADAL" clId="{A5423A7C-59D2-441C-A32C-791671939596}" dt="2025-10-08T09:08:53.418" v="364" actId="1076"/>
          <ac:picMkLst>
            <pc:docMk/>
            <pc:sldMk cId="415008481" sldId="593"/>
            <ac:picMk id="5" creationId="{B6B3E462-82FA-8EA1-E587-B600E0AB302B}"/>
          </ac:picMkLst>
        </pc:pic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415008481" sldId="593"/>
            <ac:inkMk id="4" creationId="{632F25FB-DDE4-09D6-FA5E-116915258EE2}"/>
          </ac:inkMkLst>
        </pc:inkChg>
        <pc:cxnChg chg="del">
          <ac:chgData name="Deepika Vatsa" userId="f7100972-27fe-4ee6-8fb4-ec9b7931b409" providerId="ADAL" clId="{A5423A7C-59D2-441C-A32C-791671939596}" dt="2025-10-08T08:57:01.298" v="320" actId="478"/>
          <ac:cxnSpMkLst>
            <pc:docMk/>
            <pc:sldMk cId="415008481" sldId="593"/>
            <ac:cxnSpMk id="20" creationId="{42197254-CDFE-796B-1500-98F78AAE6896}"/>
          </ac:cxnSpMkLst>
        </pc:cxnChg>
        <pc:cxnChg chg="del mod">
          <ac:chgData name="Deepika Vatsa" userId="f7100972-27fe-4ee6-8fb4-ec9b7931b409" providerId="ADAL" clId="{A5423A7C-59D2-441C-A32C-791671939596}" dt="2025-10-08T08:57:01.298" v="320" actId="478"/>
          <ac:cxnSpMkLst>
            <pc:docMk/>
            <pc:sldMk cId="415008481" sldId="593"/>
            <ac:cxnSpMk id="24" creationId="{C81172A5-BAF2-E79A-4182-829F71C4A9C6}"/>
          </ac:cxnSpMkLst>
        </pc:cxn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562163225" sldId="593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2093314508" sldId="594"/>
        </pc:sldMkLst>
      </pc:sldChg>
      <pc:sldChg chg="addSp delSp add mod">
        <pc:chgData name="Deepika Vatsa" userId="f7100972-27fe-4ee6-8fb4-ec9b7931b409" providerId="ADAL" clId="{A5423A7C-59D2-441C-A32C-791671939596}" dt="2025-10-27T10:08:16.174" v="1801" actId="478"/>
        <pc:sldMkLst>
          <pc:docMk/>
          <pc:sldMk cId="3937325591" sldId="594"/>
        </pc:sldMkLst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3937325591" sldId="594"/>
            <ac:inkMk id="5" creationId="{D50DCB1C-1030-5CCC-B960-3DB5338FB0C1}"/>
          </ac:inkMkLst>
        </pc:inkChg>
        <pc:inkChg chg="add del">
          <ac:chgData name="Deepika Vatsa" userId="f7100972-27fe-4ee6-8fb4-ec9b7931b409" providerId="ADAL" clId="{A5423A7C-59D2-441C-A32C-791671939596}" dt="2025-10-27T10:08:16.174" v="1801" actId="478"/>
          <ac:inkMkLst>
            <pc:docMk/>
            <pc:sldMk cId="3937325591" sldId="594"/>
            <ac:inkMk id="6" creationId="{109E459A-8BD5-FE9A-31A3-D26CA559C737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95908878" sldId="595"/>
        </pc:sldMkLst>
      </pc:sldChg>
      <pc:sldChg chg="addSp delSp modSp add mod">
        <pc:chgData name="Deepika Vatsa" userId="f7100972-27fe-4ee6-8fb4-ec9b7931b409" providerId="ADAL" clId="{A5423A7C-59D2-441C-A32C-791671939596}" dt="2025-10-27T10:08:18.891" v="1802" actId="478"/>
        <pc:sldMkLst>
          <pc:docMk/>
          <pc:sldMk cId="2201787870" sldId="595"/>
        </pc:sldMkLst>
        <pc:spChg chg="mod">
          <ac:chgData name="Deepika Vatsa" userId="f7100972-27fe-4ee6-8fb4-ec9b7931b409" providerId="ADAL" clId="{A5423A7C-59D2-441C-A32C-791671939596}" dt="2025-10-08T09:15:49.711" v="418"/>
          <ac:spMkLst>
            <pc:docMk/>
            <pc:sldMk cId="2201787870" sldId="595"/>
            <ac:spMk id="7" creationId="{32B275E0-60C0-FB99-861A-30651F256A1A}"/>
          </ac:spMkLst>
        </pc:spChg>
        <pc:picChg chg="del">
          <ac:chgData name="Deepika Vatsa" userId="f7100972-27fe-4ee6-8fb4-ec9b7931b409" providerId="ADAL" clId="{A5423A7C-59D2-441C-A32C-791671939596}" dt="2025-10-08T09:15:52.285" v="419" actId="478"/>
          <ac:picMkLst>
            <pc:docMk/>
            <pc:sldMk cId="2201787870" sldId="595"/>
            <ac:picMk id="4" creationId="{9BC38E4E-2B4A-9704-6179-A7631E8FFF66}"/>
          </ac:picMkLst>
        </pc:picChg>
        <pc:picChg chg="add mod">
          <ac:chgData name="Deepika Vatsa" userId="f7100972-27fe-4ee6-8fb4-ec9b7931b409" providerId="ADAL" clId="{A5423A7C-59D2-441C-A32C-791671939596}" dt="2025-10-08T09:16:08.390" v="423" actId="1076"/>
          <ac:picMkLst>
            <pc:docMk/>
            <pc:sldMk cId="2201787870" sldId="595"/>
            <ac:picMk id="5" creationId="{7A28345C-0812-1243-20E7-3DBA586BAD93}"/>
          </ac:picMkLst>
        </pc:picChg>
        <pc:inkChg chg="add del">
          <ac:chgData name="Deepika Vatsa" userId="f7100972-27fe-4ee6-8fb4-ec9b7931b409" providerId="ADAL" clId="{A5423A7C-59D2-441C-A32C-791671939596}" dt="2025-10-27T10:08:18.891" v="1802" actId="478"/>
          <ac:inkMkLst>
            <pc:docMk/>
            <pc:sldMk cId="2201787870" sldId="595"/>
            <ac:inkMk id="4" creationId="{1AD17938-8E86-BCBB-CD06-106FA56F22EF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09:20:31.588" v="1799"/>
        <pc:sldMkLst>
          <pc:docMk/>
          <pc:sldMk cId="1330384818" sldId="596"/>
        </pc:sldMkLst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" creationId="{68F6A173-CB5D-DFDD-AFD9-748B66520EAE}"/>
          </ac:spMkLst>
        </pc:spChg>
        <pc:spChg chg="del">
          <ac:chgData name="Deepika Vatsa" userId="f7100972-27fe-4ee6-8fb4-ec9b7931b409" providerId="ADAL" clId="{A5423A7C-59D2-441C-A32C-791671939596}" dt="2025-10-08T09:16:46.112" v="427" actId="478"/>
          <ac:spMkLst>
            <pc:docMk/>
            <pc:sldMk cId="1330384818" sldId="596"/>
            <ac:spMk id="6" creationId="{5C5BD351-2981-831A-F105-8C38927ECAA3}"/>
          </ac:spMkLst>
        </pc:spChg>
        <pc:spChg chg="add del mod">
          <ac:chgData name="Deepika Vatsa" userId="f7100972-27fe-4ee6-8fb4-ec9b7931b409" providerId="ADAL" clId="{A5423A7C-59D2-441C-A32C-791671939596}" dt="2025-10-08T09:17:17.651" v="462" actId="20577"/>
          <ac:spMkLst>
            <pc:docMk/>
            <pc:sldMk cId="1330384818" sldId="596"/>
            <ac:spMk id="7" creationId="{32B275E0-60C0-FB99-861A-30651F256A1A}"/>
          </ac:spMkLst>
        </pc:spChg>
        <pc:spChg chg="del">
          <ac:chgData name="Deepika Vatsa" userId="f7100972-27fe-4ee6-8fb4-ec9b7931b409" providerId="ADAL" clId="{A5423A7C-59D2-441C-A32C-791671939596}" dt="2025-10-08T09:16:46.112" v="427" actId="478"/>
          <ac:spMkLst>
            <pc:docMk/>
            <pc:sldMk cId="1330384818" sldId="596"/>
            <ac:spMk id="8" creationId="{0619A52E-670E-4F67-E6B3-EF125A743A38}"/>
          </ac:spMkLst>
        </pc:spChg>
        <pc:spChg chg="del">
          <ac:chgData name="Deepika Vatsa" userId="f7100972-27fe-4ee6-8fb4-ec9b7931b409" providerId="ADAL" clId="{A5423A7C-59D2-441C-A32C-791671939596}" dt="2025-10-08T09:16:46.112" v="427" actId="478"/>
          <ac:spMkLst>
            <pc:docMk/>
            <pc:sldMk cId="1330384818" sldId="596"/>
            <ac:spMk id="11" creationId="{74FE0449-D235-0569-CB1B-C5E6B6B6E28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5" creationId="{FB9FAF7E-298E-4A41-80F0-85862251D4CA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6" creationId="{EEABBF41-2BEE-F6A0-7AF9-3FC4A5B952F6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7" creationId="{C198B0EF-0D6F-AC99-F05F-CB43302201A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8" creationId="{BC5AF26D-0C81-2D15-10A5-8962537CEA2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19" creationId="{088E4D5B-3881-B13A-129B-2C29F1EBF6D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1" creationId="{26985F3F-CD5B-FA9E-6AD6-D8579CFB261D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2" creationId="{C1A399B9-943A-D99A-A9E1-2FD8D81B9E6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3" creationId="{EC138878-1372-EA92-988F-00A41014E187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5" creationId="{B559CB07-0D40-DAA5-9229-F04DFCFCDF67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6" creationId="{F5FFFC97-0877-DB45-1CD8-7CDC99525B46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7" creationId="{07953479-00D9-F1DE-D857-8DDA556EC23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8" creationId="{CAAC760A-BD63-CCE3-CF4F-81FA97730DA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29" creationId="{DEF6B01F-B098-7D11-CFB3-2F53D42258B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0" creationId="{A62BB52D-D11C-8CBF-294C-830F403502E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1" creationId="{8067BFED-3934-BF16-9541-C3510983F2A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2" creationId="{8CCA16E8-8E50-BD78-A31D-9A0EBFD4B33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3" creationId="{04E7E4A0-BF01-3231-6DDF-0076089CC02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4" creationId="{7E6D6B86-F74A-A3D8-A12A-F70E663F762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5" creationId="{BE5A17CE-C7A5-1473-BD46-03B7A663587D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6" creationId="{B7273A44-69BC-905D-064E-C34A6AE6565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7" creationId="{E62281F0-B261-9D19-4161-2C9322A53447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8" creationId="{A2DA8F08-E85E-98DF-0394-17C87F9F577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39" creationId="{FCB4D9F5-7430-E66E-E2A3-ABAD90AB0EB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0" creationId="{001C94F5-AF3D-1CFF-B4F6-C05479C7378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1" creationId="{A89C616B-8B2A-76FC-2C00-BF0DD544661A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2" creationId="{A0DA29D4-663E-76F2-A1A7-357E98BF6542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3" creationId="{965CCF90-0477-8401-C5D6-F93E4278012B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4" creationId="{B24003D2-179E-2675-834D-5504E46AFA9E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5" creationId="{39FC0E9B-4170-AA3D-9A88-5BF3061DAB2B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6" creationId="{6B695669-0BDB-CB0D-10B9-D8D7CEBEF975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7" creationId="{050AEE39-DEAB-9C74-3F7B-51D06682609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8" creationId="{6430F771-46E7-698B-B0BD-6DD51839CD18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49" creationId="{AB1B7FDC-DFCE-275B-4EF6-92FE6ED4D02A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0" creationId="{0EE3BD3A-8C4B-D2F3-9662-152D8CD566F2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1" creationId="{52D25D98-4842-3491-2B00-B3AF4173BE4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2" creationId="{683EF07E-1213-155F-E6EA-04F4EEAE3E1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3" creationId="{7DB50B31-D6C1-4BD4-444E-3C988F5B0164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4" creationId="{456F9C0B-595F-4356-F3FC-52F829B3EBD6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5" creationId="{488E865F-2F32-B565-4EAC-397DA7CB099D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6" creationId="{544395BF-E711-312E-2D2B-A1D0AB7B0253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7" creationId="{44ACA932-CBA3-142A-BD77-29A38F84A3B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8" creationId="{85A79813-330C-B360-5A72-8C24DC499B2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59" creationId="{A068FE87-661D-EB94-B89A-371964D7DC65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0" creationId="{5D8E2286-9A9B-A130-4517-E4E48A47D450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1" creationId="{70FDD9A4-9CAE-D780-CA44-83D994EA75F9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2" creationId="{03FAFA09-D971-BCE4-55D2-322B5D0334F1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3" creationId="{74A54A5A-A221-CFE9-2304-705D749AB0B2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4" creationId="{D6B9EEE1-C85A-19C9-58F0-0123F1E2A74C}"/>
          </ac:spMkLst>
        </pc:spChg>
        <pc:spChg chg="mod">
          <ac:chgData name="Deepika Vatsa" userId="f7100972-27fe-4ee6-8fb4-ec9b7931b409" providerId="ADAL" clId="{A5423A7C-59D2-441C-A32C-791671939596}" dt="2025-10-08T09:17:11.884" v="461" actId="1038"/>
          <ac:spMkLst>
            <pc:docMk/>
            <pc:sldMk cId="1330384818" sldId="596"/>
            <ac:spMk id="65" creationId="{24ED5A6B-05B4-25DC-3D15-C13E141340C4}"/>
          </ac:spMkLst>
        </pc:spChg>
        <pc:grpChg chg="add 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4" creationId="{E2B07FA2-E161-3EE9-2FE8-C3E99D1560BC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9" creationId="{EDAD997E-9921-68CD-51C9-0FE5A638AFBF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0" creationId="{34AF56A1-8E1D-1E96-18DD-395AF11A238C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2" creationId="{9ACD3C03-8C81-2E37-64A4-D1B95CC7115E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3" creationId="{2A109A17-F37E-3FF0-DB11-49852CA24B20}"/>
          </ac:grpSpMkLst>
        </pc:grpChg>
        <pc:grpChg chg="mod">
          <ac:chgData name="Deepika Vatsa" userId="f7100972-27fe-4ee6-8fb4-ec9b7931b409" providerId="ADAL" clId="{A5423A7C-59D2-441C-A32C-791671939596}" dt="2025-10-08T09:17:11.884" v="461" actId="1038"/>
          <ac:grpSpMkLst>
            <pc:docMk/>
            <pc:sldMk cId="1330384818" sldId="596"/>
            <ac:grpSpMk id="14" creationId="{0D361B68-E418-D8FC-CBE4-743E720A4E8F}"/>
          </ac:grpSpMkLst>
        </pc:grpChg>
        <pc:inkChg chg="add del">
          <ac:chgData name="Deepika Vatsa" userId="f7100972-27fe-4ee6-8fb4-ec9b7931b409" providerId="ADAL" clId="{A5423A7C-59D2-441C-A32C-791671939596}" dt="2025-10-27T09:20:31.588" v="1799"/>
          <ac:inkMkLst>
            <pc:docMk/>
            <pc:sldMk cId="1330384818" sldId="596"/>
            <ac:inkMk id="6" creationId="{DD54A224-163B-EDC5-73A6-C045B639B5F4}"/>
          </ac:inkMkLst>
        </pc:inkChg>
        <pc:cxnChg chg="del">
          <ac:chgData name="Deepika Vatsa" userId="f7100972-27fe-4ee6-8fb4-ec9b7931b409" providerId="ADAL" clId="{A5423A7C-59D2-441C-A32C-791671939596}" dt="2025-10-08T09:16:46.112" v="427" actId="478"/>
          <ac:cxnSpMkLst>
            <pc:docMk/>
            <pc:sldMk cId="1330384818" sldId="596"/>
            <ac:cxnSpMk id="20" creationId="{42197254-CDFE-796B-1500-98F78AAE6896}"/>
          </ac:cxnSpMkLst>
        </pc:cxnChg>
        <pc:cxnChg chg="del mod">
          <ac:chgData name="Deepika Vatsa" userId="f7100972-27fe-4ee6-8fb4-ec9b7931b409" providerId="ADAL" clId="{A5423A7C-59D2-441C-A32C-791671939596}" dt="2025-10-08T09:16:46.112" v="427" actId="478"/>
          <ac:cxnSpMkLst>
            <pc:docMk/>
            <pc:sldMk cId="1330384818" sldId="596"/>
            <ac:cxnSpMk id="24" creationId="{C81172A5-BAF2-E79A-4182-829F71C4A9C6}"/>
          </ac:cxnSpMkLst>
        </pc:cxn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673669300" sldId="596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645432103" sldId="597"/>
        </pc:sldMkLst>
      </pc:sldChg>
      <pc:sldChg chg="addSp delSp modSp add mod">
        <pc:chgData name="Deepika Vatsa" userId="f7100972-27fe-4ee6-8fb4-ec9b7931b409" providerId="ADAL" clId="{A5423A7C-59D2-441C-A32C-791671939596}" dt="2025-10-27T10:08:22.592" v="1803" actId="478"/>
        <pc:sldMkLst>
          <pc:docMk/>
          <pc:sldMk cId="3982561542" sldId="597"/>
        </pc:sldMkLst>
        <pc:spChg chg="mod">
          <ac:chgData name="Deepika Vatsa" userId="f7100972-27fe-4ee6-8fb4-ec9b7931b409" providerId="ADAL" clId="{A5423A7C-59D2-441C-A32C-791671939596}" dt="2025-10-08T10:04:37.568" v="1387" actId="20577"/>
          <ac:spMkLst>
            <pc:docMk/>
            <pc:sldMk cId="3982561542" sldId="597"/>
            <ac:spMk id="2" creationId="{00000000-0000-0000-0000-000000000000}"/>
          </ac:spMkLst>
        </pc:spChg>
        <pc:spChg chg="mod">
          <ac:chgData name="Deepika Vatsa" userId="f7100972-27fe-4ee6-8fb4-ec9b7931b409" providerId="ADAL" clId="{A5423A7C-59D2-441C-A32C-791671939596}" dt="2025-10-08T10:07:23.416" v="1795" actId="113"/>
          <ac:spMkLst>
            <pc:docMk/>
            <pc:sldMk cId="3982561542" sldId="597"/>
            <ac:spMk id="7" creationId="{32B275E0-60C0-FB99-861A-30651F256A1A}"/>
          </ac:spMkLst>
        </pc:spChg>
        <pc:picChg chg="del">
          <ac:chgData name="Deepika Vatsa" userId="f7100972-27fe-4ee6-8fb4-ec9b7931b409" providerId="ADAL" clId="{A5423A7C-59D2-441C-A32C-791671939596}" dt="2025-10-08T09:22:36.197" v="570" actId="478"/>
          <ac:picMkLst>
            <pc:docMk/>
            <pc:sldMk cId="3982561542" sldId="597"/>
            <ac:picMk id="5" creationId="{7A28345C-0812-1243-20E7-3DBA586BAD93}"/>
          </ac:picMkLst>
        </pc:picChg>
        <pc:inkChg chg="add del">
          <ac:chgData name="Deepika Vatsa" userId="f7100972-27fe-4ee6-8fb4-ec9b7931b409" providerId="ADAL" clId="{A5423A7C-59D2-441C-A32C-791671939596}" dt="2025-10-27T10:08:22.592" v="1803" actId="478"/>
          <ac:inkMkLst>
            <pc:docMk/>
            <pc:sldMk cId="3982561542" sldId="597"/>
            <ac:inkMk id="4" creationId="{C80D5D06-E5BF-52BE-BC89-52A323266B9E}"/>
          </ac:inkMkLst>
        </pc:inkChg>
      </pc:sldChg>
      <pc:sldChg chg="addSp delSp modSp add mod ord">
        <pc:chgData name="Deepika Vatsa" userId="f7100972-27fe-4ee6-8fb4-ec9b7931b409" providerId="ADAL" clId="{A5423A7C-59D2-441C-A32C-791671939596}" dt="2025-10-27T10:08:27.362" v="1805" actId="478"/>
        <pc:sldMkLst>
          <pc:docMk/>
          <pc:sldMk cId="146657049" sldId="598"/>
        </pc:sldMkLst>
        <pc:spChg chg="mod">
          <ac:chgData name="Deepika Vatsa" userId="f7100972-27fe-4ee6-8fb4-ec9b7931b409" providerId="ADAL" clId="{A5423A7C-59D2-441C-A32C-791671939596}" dt="2025-10-08T09:23:39.024" v="629" actId="20577"/>
          <ac:spMkLst>
            <pc:docMk/>
            <pc:sldMk cId="146657049" sldId="598"/>
            <ac:spMk id="2" creationId="{00000000-0000-0000-0000-000000000000}"/>
          </ac:spMkLst>
        </pc:spChg>
        <pc:spChg chg="add del mod">
          <ac:chgData name="Deepika Vatsa" userId="f7100972-27fe-4ee6-8fb4-ec9b7931b409" providerId="ADAL" clId="{A5423A7C-59D2-441C-A32C-791671939596}" dt="2025-10-08T09:56:03.576" v="1132" actId="478"/>
          <ac:spMkLst>
            <pc:docMk/>
            <pc:sldMk cId="146657049" sldId="598"/>
            <ac:spMk id="6" creationId="{BCCC9D68-203D-EB56-2CE0-7744E3E92498}"/>
          </ac:spMkLst>
        </pc:spChg>
        <pc:spChg chg="mod">
          <ac:chgData name="Deepika Vatsa" userId="f7100972-27fe-4ee6-8fb4-ec9b7931b409" providerId="ADAL" clId="{A5423A7C-59D2-441C-A32C-791671939596}" dt="2025-10-08T09:56:26.906" v="1146" actId="20577"/>
          <ac:spMkLst>
            <pc:docMk/>
            <pc:sldMk cId="146657049" sldId="598"/>
            <ac:spMk id="7" creationId="{32B275E0-60C0-FB99-861A-30651F256A1A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9" creationId="{D1088032-BA16-AD7F-0640-79AFF9B5561B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0" creationId="{F8826566-A5DD-97E1-198D-EE160423D315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1" creationId="{AEADA85A-57EC-EF0A-1397-8693DA693F2F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2" creationId="{40B76218-05C1-5C92-C124-00A55B22E07D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3" creationId="{E4B2D657-0F26-E2F5-A8F0-A24460BD320C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4" creationId="{F0333D41-EB79-E2D7-6AB4-08D4AE0F33E1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5" creationId="{1A361680-6A7E-728C-C400-544478006FAD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6" creationId="{8DEF5E54-26C7-695D-39CF-9BD288CC5C0E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7" creationId="{1F77CD26-C83C-1190-D88C-07CCCC05880D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8" creationId="{CB7A9973-EB61-87F5-C046-EA7CA8ACE9DE}"/>
          </ac:spMkLst>
        </pc:spChg>
        <pc:spChg chg="mod">
          <ac:chgData name="Deepika Vatsa" userId="f7100972-27fe-4ee6-8fb4-ec9b7931b409" providerId="ADAL" clId="{A5423A7C-59D2-441C-A32C-791671939596}" dt="2025-10-08T09:29:08.528" v="730"/>
          <ac:spMkLst>
            <pc:docMk/>
            <pc:sldMk cId="146657049" sldId="598"/>
            <ac:spMk id="19" creationId="{FB5B569E-EFDE-B2CC-5E7B-B82113D45EF5}"/>
          </ac:spMkLst>
        </pc:spChg>
        <pc:spChg chg="add del mod">
          <ac:chgData name="Deepika Vatsa" userId="f7100972-27fe-4ee6-8fb4-ec9b7931b409" providerId="ADAL" clId="{A5423A7C-59D2-441C-A32C-791671939596}" dt="2025-10-08T09:56:03.576" v="1132" actId="478"/>
          <ac:spMkLst>
            <pc:docMk/>
            <pc:sldMk cId="146657049" sldId="598"/>
            <ac:spMk id="20" creationId="{3986DDB4-B50B-B9F4-1030-E45BCBE4078A}"/>
          </ac:spMkLst>
        </pc:spChg>
        <pc:grpChg chg="add del mod">
          <ac:chgData name="Deepika Vatsa" userId="f7100972-27fe-4ee6-8fb4-ec9b7931b409" providerId="ADAL" clId="{A5423A7C-59D2-441C-A32C-791671939596}" dt="2025-10-08T09:56:03.576" v="1132" actId="478"/>
          <ac:grpSpMkLst>
            <pc:docMk/>
            <pc:sldMk cId="146657049" sldId="598"/>
            <ac:grpSpMk id="8" creationId="{2A82078B-04EB-1000-D1BC-2EF213385000}"/>
          </ac:grpSpMkLst>
        </pc:grpChg>
        <pc:picChg chg="add mod">
          <ac:chgData name="Deepika Vatsa" userId="f7100972-27fe-4ee6-8fb4-ec9b7931b409" providerId="ADAL" clId="{A5423A7C-59D2-441C-A32C-791671939596}" dt="2025-10-08T09:31:02.780" v="963" actId="1076"/>
          <ac:picMkLst>
            <pc:docMk/>
            <pc:sldMk cId="146657049" sldId="598"/>
            <ac:picMk id="5" creationId="{A36A8062-42D0-51B0-06A1-715FB9950AB2}"/>
          </ac:picMkLst>
        </pc:picChg>
        <pc:picChg chg="add mod">
          <ac:chgData name="Deepika Vatsa" userId="f7100972-27fe-4ee6-8fb4-ec9b7931b409" providerId="ADAL" clId="{A5423A7C-59D2-441C-A32C-791671939596}" dt="2025-10-08T09:56:17.178" v="1138" actId="1035"/>
          <ac:picMkLst>
            <pc:docMk/>
            <pc:sldMk cId="146657049" sldId="598"/>
            <ac:picMk id="22" creationId="{0F46827A-E5CD-B838-872A-609415D8D066}"/>
          </ac:picMkLst>
        </pc:picChg>
        <pc:inkChg chg="add del">
          <ac:chgData name="Deepika Vatsa" userId="f7100972-27fe-4ee6-8fb4-ec9b7931b409" providerId="ADAL" clId="{A5423A7C-59D2-441C-A32C-791671939596}" dt="2025-10-27T10:08:27.362" v="1805" actId="478"/>
          <ac:inkMkLst>
            <pc:docMk/>
            <pc:sldMk cId="146657049" sldId="598"/>
            <ac:inkMk id="4" creationId="{B2AD490C-F0BF-9A2F-7A7C-E38BC9E0C8E8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267582242" sldId="598"/>
        </pc:sldMkLst>
      </pc:sldChg>
      <pc:sldChg chg="add del">
        <pc:chgData name="Deepika Vatsa" userId="f7100972-27fe-4ee6-8fb4-ec9b7931b409" providerId="ADAL" clId="{A5423A7C-59D2-441C-A32C-791671939596}" dt="2025-10-27T09:04:30.214" v="1796" actId="2696"/>
        <pc:sldMkLst>
          <pc:docMk/>
          <pc:sldMk cId="98338686" sldId="599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662555880" sldId="599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977754488" sldId="600"/>
        </pc:sldMkLst>
      </pc:sldChg>
      <pc:sldChg chg="addSp delSp modSp add mod replId">
        <pc:chgData name="Deepika Vatsa" userId="f7100972-27fe-4ee6-8fb4-ec9b7931b409" providerId="ADAL" clId="{A5423A7C-59D2-441C-A32C-791671939596}" dt="2025-10-27T10:08:24.987" v="1804" actId="478"/>
        <pc:sldMkLst>
          <pc:docMk/>
          <pc:sldMk cId="1808073059" sldId="600"/>
        </pc:sldMkLst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4" creationId="{6B9D8379-5F30-0889-62D2-E060FAEB3C29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5" creationId="{EB92E064-6B5B-8ECD-2A80-C5E4045CEB2B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6" creationId="{36A7CB1C-24B4-263F-5ABD-8B8258AE721B}"/>
          </ac:spMkLst>
        </pc:spChg>
        <pc:spChg chg="mod">
          <ac:chgData name="Deepika Vatsa" userId="f7100972-27fe-4ee6-8fb4-ec9b7931b409" providerId="ADAL" clId="{A5423A7C-59D2-441C-A32C-791671939596}" dt="2025-10-08T09:32:13.904" v="1081" actId="20577"/>
          <ac:spMkLst>
            <pc:docMk/>
            <pc:sldMk cId="1808073059" sldId="600"/>
            <ac:spMk id="7" creationId="{32B275E0-60C0-FB99-861A-30651F256A1A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9" creationId="{1D12D32C-6C21-ED70-ABA3-E13CD85575CC}"/>
          </ac:spMkLst>
        </pc:spChg>
        <pc:spChg chg="add mod">
          <ac:chgData name="Deepika Vatsa" userId="f7100972-27fe-4ee6-8fb4-ec9b7931b409" providerId="ADAL" clId="{A5423A7C-59D2-441C-A32C-791671939596}" dt="2025-10-08T09:32:08.110" v="1075" actId="1036"/>
          <ac:spMkLst>
            <pc:docMk/>
            <pc:sldMk cId="1808073059" sldId="600"/>
            <ac:spMk id="10" creationId="{90E72800-8429-7C35-B87B-0447E19EA8B5}"/>
          </ac:spMkLst>
        </pc:spChg>
        <pc:inkChg chg="add del">
          <ac:chgData name="Deepika Vatsa" userId="f7100972-27fe-4ee6-8fb4-ec9b7931b409" providerId="ADAL" clId="{A5423A7C-59D2-441C-A32C-791671939596}" dt="2025-10-27T10:08:24.987" v="1804" actId="478"/>
          <ac:inkMkLst>
            <pc:docMk/>
            <pc:sldMk cId="1808073059" sldId="600"/>
            <ac:inkMk id="14" creationId="{FC11E61E-619E-263E-999F-53BF60ADC77F}"/>
          </ac:inkMkLst>
        </pc:inkChg>
        <pc:cxnChg chg="add mod">
          <ac:chgData name="Deepika Vatsa" userId="f7100972-27fe-4ee6-8fb4-ec9b7931b409" providerId="ADAL" clId="{A5423A7C-59D2-441C-A32C-791671939596}" dt="2025-10-08T09:32:08.110" v="1075" actId="1036"/>
          <ac:cxnSpMkLst>
            <pc:docMk/>
            <pc:sldMk cId="1808073059" sldId="600"/>
            <ac:cxnSpMk id="8" creationId="{4418F5DF-3805-8674-5C76-AA7038839466}"/>
          </ac:cxnSpMkLst>
        </pc:cxnChg>
        <pc:cxnChg chg="add mod">
          <ac:chgData name="Deepika Vatsa" userId="f7100972-27fe-4ee6-8fb4-ec9b7931b409" providerId="ADAL" clId="{A5423A7C-59D2-441C-A32C-791671939596}" dt="2025-10-08T09:32:08.110" v="1075" actId="1036"/>
          <ac:cxnSpMkLst>
            <pc:docMk/>
            <pc:sldMk cId="1808073059" sldId="600"/>
            <ac:cxnSpMk id="11" creationId="{385BBC9C-14EF-ACAD-67B7-554045B976F5}"/>
          </ac:cxnSpMkLst>
        </pc:cxnChg>
        <pc:cxnChg chg="add mod">
          <ac:chgData name="Deepika Vatsa" userId="f7100972-27fe-4ee6-8fb4-ec9b7931b409" providerId="ADAL" clId="{A5423A7C-59D2-441C-A32C-791671939596}" dt="2025-10-08T09:32:08.110" v="1075" actId="1036"/>
          <ac:cxnSpMkLst>
            <pc:docMk/>
            <pc:sldMk cId="1808073059" sldId="600"/>
            <ac:cxnSpMk id="12" creationId="{BAF60464-348B-CB50-D7CC-078F3CAB0A45}"/>
          </ac:cxnSpMkLst>
        </pc:cxnChg>
        <pc:cxnChg chg="add mod">
          <ac:chgData name="Deepika Vatsa" userId="f7100972-27fe-4ee6-8fb4-ec9b7931b409" providerId="ADAL" clId="{A5423A7C-59D2-441C-A32C-791671939596}" dt="2025-10-08T09:32:32.660" v="1117" actId="1036"/>
          <ac:cxnSpMkLst>
            <pc:docMk/>
            <pc:sldMk cId="1808073059" sldId="600"/>
            <ac:cxnSpMk id="13" creationId="{1D97D7F2-64D3-4C4F-C789-0174F622FBB5}"/>
          </ac:cxnSpMkLst>
        </pc:cxnChg>
      </pc:sldChg>
      <pc:sldChg chg="addSp delSp modSp add mod replId">
        <pc:chgData name="Deepika Vatsa" userId="f7100972-27fe-4ee6-8fb4-ec9b7931b409" providerId="ADAL" clId="{A5423A7C-59D2-441C-A32C-791671939596}" dt="2025-10-27T10:08:29.549" v="1806" actId="478"/>
        <pc:sldMkLst>
          <pc:docMk/>
          <pc:sldMk cId="428638964" sldId="601"/>
        </pc:sldMkLst>
        <pc:spChg chg="mod">
          <ac:chgData name="Deepika Vatsa" userId="f7100972-27fe-4ee6-8fb4-ec9b7931b409" providerId="ADAL" clId="{A5423A7C-59D2-441C-A32C-791671939596}" dt="2025-10-08T09:24:46.890" v="647" actId="20577"/>
          <ac:spMkLst>
            <pc:docMk/>
            <pc:sldMk cId="428638964" sldId="601"/>
            <ac:spMk id="2" creationId="{00000000-0000-0000-0000-000000000000}"/>
          </ac:spMkLst>
        </pc:spChg>
        <pc:spChg chg="mod">
          <ac:chgData name="Deepika Vatsa" userId="f7100972-27fe-4ee6-8fb4-ec9b7931b409" providerId="ADAL" clId="{A5423A7C-59D2-441C-A32C-791671939596}" dt="2025-10-08T09:30:43.622" v="896" actId="20577"/>
          <ac:spMkLst>
            <pc:docMk/>
            <pc:sldMk cId="428638964" sldId="601"/>
            <ac:spMk id="7" creationId="{32B275E0-60C0-FB99-861A-30651F256A1A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9" creationId="{523272AC-F15D-C48E-6428-2E7833176E2C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0" creationId="{894F7CA7-9257-9B3B-73DE-CD289DC86E07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1" creationId="{FFCE7B26-14BB-A54C-D843-6316EAF7743D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2" creationId="{D9D01381-FBAD-105B-C61F-1F74C3E9DBDF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3" creationId="{FD6EBD16-BCC3-028A-6D96-16C7C89CEDBD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4" creationId="{DAA71DF2-CF96-FF2C-D1AF-AC1A864A775D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5" creationId="{DDE85253-BAC3-E184-A64D-F481362378F1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6" creationId="{501B9832-A82F-6F92-58D1-926DFFA7E239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7" creationId="{5AFC29E6-CF6A-BBF3-7F80-6A3CF66152A9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8" creationId="{47548FB9-2663-1B5C-9C99-793E46246C00}"/>
          </ac:spMkLst>
        </pc:spChg>
        <pc:spChg chg="mod">
          <ac:chgData name="Deepika Vatsa" userId="f7100972-27fe-4ee6-8fb4-ec9b7931b409" providerId="ADAL" clId="{A5423A7C-59D2-441C-A32C-791671939596}" dt="2025-10-08T09:29:53.621" v="772"/>
          <ac:spMkLst>
            <pc:docMk/>
            <pc:sldMk cId="428638964" sldId="601"/>
            <ac:spMk id="19" creationId="{4A67626D-6C79-1930-E2EB-4873CFFAFE6A}"/>
          </ac:spMkLst>
        </pc:spChg>
        <pc:spChg chg="add del mod">
          <ac:chgData name="Deepika Vatsa" userId="f7100972-27fe-4ee6-8fb4-ec9b7931b409" providerId="ADAL" clId="{A5423A7C-59D2-441C-A32C-791671939596}" dt="2025-10-08T09:56:42.367" v="1147" actId="478"/>
          <ac:spMkLst>
            <pc:docMk/>
            <pc:sldMk cId="428638964" sldId="601"/>
            <ac:spMk id="20" creationId="{DB7C3EC1-DEEE-3AF9-629B-A652C4B0AFF7}"/>
          </ac:spMkLst>
        </pc:spChg>
        <pc:spChg chg="add del mod">
          <ac:chgData name="Deepika Vatsa" userId="f7100972-27fe-4ee6-8fb4-ec9b7931b409" providerId="ADAL" clId="{A5423A7C-59D2-441C-A32C-791671939596}" dt="2025-10-08T09:56:42.367" v="1147" actId="478"/>
          <ac:spMkLst>
            <pc:docMk/>
            <pc:sldMk cId="428638964" sldId="601"/>
            <ac:spMk id="21" creationId="{37AFD76F-471E-51EF-FDC2-1F108670CDB6}"/>
          </ac:spMkLst>
        </pc:spChg>
        <pc:grpChg chg="add del mod">
          <ac:chgData name="Deepika Vatsa" userId="f7100972-27fe-4ee6-8fb4-ec9b7931b409" providerId="ADAL" clId="{A5423A7C-59D2-441C-A32C-791671939596}" dt="2025-10-08T09:56:42.367" v="1147" actId="478"/>
          <ac:grpSpMkLst>
            <pc:docMk/>
            <pc:sldMk cId="428638964" sldId="601"/>
            <ac:grpSpMk id="8" creationId="{8F09F734-3711-CD9C-6571-D56D93E8A7BB}"/>
          </ac:grpSpMkLst>
        </pc:grpChg>
        <pc:picChg chg="del">
          <ac:chgData name="Deepika Vatsa" userId="f7100972-27fe-4ee6-8fb4-ec9b7931b409" providerId="ADAL" clId="{A5423A7C-59D2-441C-A32C-791671939596}" dt="2025-10-08T09:25:17.760" v="652" actId="478"/>
          <ac:picMkLst>
            <pc:docMk/>
            <pc:sldMk cId="428638964" sldId="601"/>
            <ac:picMk id="5" creationId="{A36A8062-42D0-51B0-06A1-715FB9950AB2}"/>
          </ac:picMkLst>
        </pc:picChg>
        <pc:picChg chg="add mod">
          <ac:chgData name="Deepika Vatsa" userId="f7100972-27fe-4ee6-8fb4-ec9b7931b409" providerId="ADAL" clId="{A5423A7C-59D2-441C-A32C-791671939596}" dt="2025-10-08T09:30:40.909" v="894" actId="1076"/>
          <ac:picMkLst>
            <pc:docMk/>
            <pc:sldMk cId="428638964" sldId="601"/>
            <ac:picMk id="6" creationId="{FDDF6ACE-F4BD-9FD5-764D-35062A43DA86}"/>
          </ac:picMkLst>
        </pc:picChg>
        <pc:picChg chg="add mod">
          <ac:chgData name="Deepika Vatsa" userId="f7100972-27fe-4ee6-8fb4-ec9b7931b409" providerId="ADAL" clId="{A5423A7C-59D2-441C-A32C-791671939596}" dt="2025-10-08T09:56:47.397" v="1155" actId="1036"/>
          <ac:picMkLst>
            <pc:docMk/>
            <pc:sldMk cId="428638964" sldId="601"/>
            <ac:picMk id="23" creationId="{960D6205-6811-5483-02F0-0849843606A3}"/>
          </ac:picMkLst>
        </pc:picChg>
        <pc:inkChg chg="add del">
          <ac:chgData name="Deepika Vatsa" userId="f7100972-27fe-4ee6-8fb4-ec9b7931b409" providerId="ADAL" clId="{A5423A7C-59D2-441C-A32C-791671939596}" dt="2025-10-27T10:08:29.549" v="1806" actId="478"/>
          <ac:inkMkLst>
            <pc:docMk/>
            <pc:sldMk cId="428638964" sldId="601"/>
            <ac:inkMk id="4" creationId="{2F122BDA-1602-7626-5F85-30B00739414A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4167924417" sldId="601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41999212" sldId="602"/>
        </pc:sldMkLst>
      </pc:sldChg>
      <pc:sldChg chg="addSp delSp modSp add mod">
        <pc:chgData name="Deepika Vatsa" userId="f7100972-27fe-4ee6-8fb4-ec9b7931b409" providerId="ADAL" clId="{A5423A7C-59D2-441C-A32C-791671939596}" dt="2025-10-27T10:08:31.550" v="1807" actId="478"/>
        <pc:sldMkLst>
          <pc:docMk/>
          <pc:sldMk cId="3298963979" sldId="602"/>
        </pc:sldMkLst>
        <pc:spChg chg="mod">
          <ac:chgData name="Deepika Vatsa" userId="f7100972-27fe-4ee6-8fb4-ec9b7931b409" providerId="ADAL" clId="{A5423A7C-59D2-441C-A32C-791671939596}" dt="2025-10-08T09:26:07.365" v="686" actId="20577"/>
          <ac:spMkLst>
            <pc:docMk/>
            <pc:sldMk cId="3298963979" sldId="602"/>
            <ac:spMk id="2" creationId="{00000000-0000-0000-0000-000000000000}"/>
          </ac:spMkLst>
        </pc:spChg>
        <pc:spChg chg="mod">
          <ac:chgData name="Deepika Vatsa" userId="f7100972-27fe-4ee6-8fb4-ec9b7931b409" providerId="ADAL" clId="{A5423A7C-59D2-441C-A32C-791671939596}" dt="2025-10-08T09:57:20.139" v="1191" actId="20577"/>
          <ac:spMkLst>
            <pc:docMk/>
            <pc:sldMk cId="3298963979" sldId="602"/>
            <ac:spMk id="7" creationId="{32B275E0-60C0-FB99-861A-30651F256A1A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9" creationId="{8ECD15DD-481B-A066-B2A2-B1BF3A88BB32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0" creationId="{A7E4825E-BDB9-80C2-7A41-42A99C4EE64D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1" creationId="{268C2706-1812-1A51-0B40-5754302DB6A7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2" creationId="{2D9DA86C-BFBD-C827-92ED-9EE0241A595A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3" creationId="{079BA5F3-96AF-C4D9-E38B-F9817A096101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4" creationId="{16D17DA1-E95C-81D6-E6BA-C39680538501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5" creationId="{02546C8B-CC09-3A7F-030A-08794A87AF42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6" creationId="{DD8C0578-95F1-C58B-9C0A-60260C3D457A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7" creationId="{D363A39F-7558-A3AB-B4A1-F4F9A987E88F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8" creationId="{133C676E-DC51-1D33-0A11-AD3DE4B850EB}"/>
          </ac:spMkLst>
        </pc:spChg>
        <pc:spChg chg="mod">
          <ac:chgData name="Deepika Vatsa" userId="f7100972-27fe-4ee6-8fb4-ec9b7931b409" providerId="ADAL" clId="{A5423A7C-59D2-441C-A32C-791671939596}" dt="2025-10-08T09:30:35.006" v="893" actId="1038"/>
          <ac:spMkLst>
            <pc:docMk/>
            <pc:sldMk cId="3298963979" sldId="602"/>
            <ac:spMk id="19" creationId="{3A7832D9-4BE0-04E1-C72E-CABF26793CC0}"/>
          </ac:spMkLst>
        </pc:spChg>
        <pc:grpChg chg="add del mod">
          <ac:chgData name="Deepika Vatsa" userId="f7100972-27fe-4ee6-8fb4-ec9b7931b409" providerId="ADAL" clId="{A5423A7C-59D2-441C-A32C-791671939596}" dt="2025-10-08T09:57:04.770" v="1156" actId="478"/>
          <ac:grpSpMkLst>
            <pc:docMk/>
            <pc:sldMk cId="3298963979" sldId="602"/>
            <ac:grpSpMk id="8" creationId="{AB9FF4A1-FDA6-3C92-9D72-76A26FABCC45}"/>
          </ac:grpSpMkLst>
        </pc:grpChg>
        <pc:picChg chg="add mod">
          <ac:chgData name="Deepika Vatsa" userId="f7100972-27fe-4ee6-8fb4-ec9b7931b409" providerId="ADAL" clId="{A5423A7C-59D2-441C-A32C-791671939596}" dt="2025-10-08T09:30:25.318" v="879" actId="1076"/>
          <ac:picMkLst>
            <pc:docMk/>
            <pc:sldMk cId="3298963979" sldId="602"/>
            <ac:picMk id="5" creationId="{BCC18FAB-D31C-3E3E-3BC3-348496D878D1}"/>
          </ac:picMkLst>
        </pc:picChg>
        <pc:picChg chg="del">
          <ac:chgData name="Deepika Vatsa" userId="f7100972-27fe-4ee6-8fb4-ec9b7931b409" providerId="ADAL" clId="{A5423A7C-59D2-441C-A32C-791671939596}" dt="2025-10-08T09:26:31.798" v="688" actId="478"/>
          <ac:picMkLst>
            <pc:docMk/>
            <pc:sldMk cId="3298963979" sldId="602"/>
            <ac:picMk id="6" creationId="{FDDF6ACE-F4BD-9FD5-764D-35062A43DA86}"/>
          </ac:picMkLst>
        </pc:picChg>
        <pc:picChg chg="add mod">
          <ac:chgData name="Deepika Vatsa" userId="f7100972-27fe-4ee6-8fb4-ec9b7931b409" providerId="ADAL" clId="{A5423A7C-59D2-441C-A32C-791671939596}" dt="2025-10-08T09:57:09.885" v="1169" actId="1038"/>
          <ac:picMkLst>
            <pc:docMk/>
            <pc:sldMk cId="3298963979" sldId="602"/>
            <ac:picMk id="21" creationId="{E6A47BE0-76BA-1EAB-915D-E010FDE8F75E}"/>
          </ac:picMkLst>
        </pc:picChg>
        <pc:inkChg chg="add del">
          <ac:chgData name="Deepika Vatsa" userId="f7100972-27fe-4ee6-8fb4-ec9b7931b409" providerId="ADAL" clId="{A5423A7C-59D2-441C-A32C-791671939596}" dt="2025-10-27T10:08:31.550" v="1807" actId="478"/>
          <ac:inkMkLst>
            <pc:docMk/>
            <pc:sldMk cId="3298963979" sldId="602"/>
            <ac:inkMk id="4" creationId="{DD0A24AE-EA1A-8291-B8AF-EC9825CACACC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644617542" sldId="603"/>
        </pc:sldMkLst>
      </pc:sldChg>
      <pc:sldChg chg="addSp delSp modSp add mod">
        <pc:chgData name="Deepika Vatsa" userId="f7100972-27fe-4ee6-8fb4-ec9b7931b409" providerId="ADAL" clId="{A5423A7C-59D2-441C-A32C-791671939596}" dt="2025-10-27T10:08:33.909" v="1808" actId="478"/>
        <pc:sldMkLst>
          <pc:docMk/>
          <pc:sldMk cId="3668803894" sldId="603"/>
        </pc:sldMkLst>
        <pc:spChg chg="mod">
          <ac:chgData name="Deepika Vatsa" userId="f7100972-27fe-4ee6-8fb4-ec9b7931b409" providerId="ADAL" clId="{A5423A7C-59D2-441C-A32C-791671939596}" dt="2025-10-08T09:27:15.057" v="712" actId="20577"/>
          <ac:spMkLst>
            <pc:docMk/>
            <pc:sldMk cId="3668803894" sldId="603"/>
            <ac:spMk id="2" creationId="{00000000-0000-0000-0000-000000000000}"/>
          </ac:spMkLst>
        </pc:spChg>
        <pc:spChg chg="add del">
          <ac:chgData name="Deepika Vatsa" userId="f7100972-27fe-4ee6-8fb4-ec9b7931b409" providerId="ADAL" clId="{A5423A7C-59D2-441C-A32C-791671939596}" dt="2025-10-08T09:27:20.809" v="714"/>
          <ac:spMkLst>
            <pc:docMk/>
            <pc:sldMk cId="3668803894" sldId="603"/>
            <ac:spMk id="4" creationId="{65FDE049-4CAF-9310-11E0-4FBEA0996198}"/>
          </ac:spMkLst>
        </pc:spChg>
        <pc:spChg chg="mod">
          <ac:chgData name="Deepika Vatsa" userId="f7100972-27fe-4ee6-8fb4-ec9b7931b409" providerId="ADAL" clId="{A5423A7C-59D2-441C-A32C-791671939596}" dt="2025-10-08T09:33:35.634" v="1130" actId="20577"/>
          <ac:spMkLst>
            <pc:docMk/>
            <pc:sldMk cId="3668803894" sldId="603"/>
            <ac:spMk id="7" creationId="{32B275E0-60C0-FB99-861A-30651F256A1A}"/>
          </ac:spMkLst>
        </pc:spChg>
        <pc:spChg chg="add del">
          <ac:chgData name="Deepika Vatsa" userId="f7100972-27fe-4ee6-8fb4-ec9b7931b409" providerId="ADAL" clId="{A5423A7C-59D2-441C-A32C-791671939596}" dt="2025-10-08T09:27:56.274" v="722" actId="22"/>
          <ac:spMkLst>
            <pc:docMk/>
            <pc:sldMk cId="3668803894" sldId="603"/>
            <ac:spMk id="10" creationId="{B622C621-5562-A011-9C5F-AFE12D20668E}"/>
          </ac:spMkLst>
        </pc:spChg>
        <pc:picChg chg="del">
          <ac:chgData name="Deepika Vatsa" userId="f7100972-27fe-4ee6-8fb4-ec9b7931b409" providerId="ADAL" clId="{A5423A7C-59D2-441C-A32C-791671939596}" dt="2025-10-08T09:27:41.802" v="717" actId="478"/>
          <ac:picMkLst>
            <pc:docMk/>
            <pc:sldMk cId="3668803894" sldId="603"/>
            <ac:picMk id="5" creationId="{BCC18FAB-D31C-3E3E-3BC3-348496D878D1}"/>
          </ac:picMkLst>
        </pc:picChg>
        <pc:picChg chg="add mod">
          <ac:chgData name="Deepika Vatsa" userId="f7100972-27fe-4ee6-8fb4-ec9b7931b409" providerId="ADAL" clId="{A5423A7C-59D2-441C-A32C-791671939596}" dt="2025-10-08T09:27:47.839" v="720" actId="1076"/>
          <ac:picMkLst>
            <pc:docMk/>
            <pc:sldMk cId="3668803894" sldId="603"/>
            <ac:picMk id="8" creationId="{285BEB4A-0FA4-D8FC-F903-43F396C0A070}"/>
          </ac:picMkLst>
        </pc:picChg>
        <pc:inkChg chg="add del">
          <ac:chgData name="Deepika Vatsa" userId="f7100972-27fe-4ee6-8fb4-ec9b7931b409" providerId="ADAL" clId="{A5423A7C-59D2-441C-A32C-791671939596}" dt="2025-10-27T10:08:33.909" v="1808" actId="478"/>
          <ac:inkMkLst>
            <pc:docMk/>
            <pc:sldMk cId="3668803894" sldId="603"/>
            <ac:inkMk id="4" creationId="{31DF753D-E6DE-64F1-F09D-1A62C627CAD2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10:08:36.700" v="1809" actId="478"/>
        <pc:sldMkLst>
          <pc:docMk/>
          <pc:sldMk cId="517575044" sldId="604"/>
        </pc:sldMkLst>
        <pc:spChg chg="mod">
          <ac:chgData name="Deepika Vatsa" userId="f7100972-27fe-4ee6-8fb4-ec9b7931b409" providerId="ADAL" clId="{A5423A7C-59D2-441C-A32C-791671939596}" dt="2025-10-08T09:57:32.826" v="1211" actId="20577"/>
          <ac:spMkLst>
            <pc:docMk/>
            <pc:sldMk cId="517575044" sldId="604"/>
            <ac:spMk id="2" creationId="{00000000-0000-0000-0000-000000000000}"/>
          </ac:spMkLst>
        </pc:spChg>
        <pc:spChg chg="del">
          <ac:chgData name="Deepika Vatsa" userId="f7100972-27fe-4ee6-8fb4-ec9b7931b409" providerId="ADAL" clId="{A5423A7C-59D2-441C-A32C-791671939596}" dt="2025-10-08T09:57:44.402" v="1212" actId="478"/>
          <ac:spMkLst>
            <pc:docMk/>
            <pc:sldMk cId="517575044" sldId="604"/>
            <ac:spMk id="7" creationId="{32B275E0-60C0-FB99-861A-30651F256A1A}"/>
          </ac:spMkLst>
        </pc:spChg>
        <pc:picChg chg="add mod">
          <ac:chgData name="Deepika Vatsa" userId="f7100972-27fe-4ee6-8fb4-ec9b7931b409" providerId="ADAL" clId="{A5423A7C-59D2-441C-A32C-791671939596}" dt="2025-10-08T09:58:00.626" v="1243" actId="1035"/>
          <ac:picMkLst>
            <pc:docMk/>
            <pc:sldMk cId="517575044" sldId="604"/>
            <ac:picMk id="5" creationId="{BB8123CC-7B48-CB8E-4A02-6C4BF5C7AE63}"/>
          </ac:picMkLst>
        </pc:picChg>
        <pc:picChg chg="del">
          <ac:chgData name="Deepika Vatsa" userId="f7100972-27fe-4ee6-8fb4-ec9b7931b409" providerId="ADAL" clId="{A5423A7C-59D2-441C-A32C-791671939596}" dt="2025-10-08T09:57:46.283" v="1213" actId="478"/>
          <ac:picMkLst>
            <pc:docMk/>
            <pc:sldMk cId="517575044" sldId="604"/>
            <ac:picMk id="8" creationId="{285BEB4A-0FA4-D8FC-F903-43F396C0A070}"/>
          </ac:picMkLst>
        </pc:picChg>
        <pc:inkChg chg="add del">
          <ac:chgData name="Deepika Vatsa" userId="f7100972-27fe-4ee6-8fb4-ec9b7931b409" providerId="ADAL" clId="{A5423A7C-59D2-441C-A32C-791671939596}" dt="2025-10-27T10:08:36.700" v="1809" actId="478"/>
          <ac:inkMkLst>
            <pc:docMk/>
            <pc:sldMk cId="517575044" sldId="604"/>
            <ac:inkMk id="4" creationId="{06CC8517-4865-F620-7153-12CF7F11DA98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957157253" sldId="604"/>
        </pc:sldMkLst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1016007616" sldId="605"/>
        </pc:sldMkLst>
      </pc:sldChg>
      <pc:sldChg chg="addSp delSp modSp add mod">
        <pc:chgData name="Deepika Vatsa" userId="f7100972-27fe-4ee6-8fb4-ec9b7931b409" providerId="ADAL" clId="{A5423A7C-59D2-441C-A32C-791671939596}" dt="2025-10-27T10:08:40.667" v="1810" actId="478"/>
        <pc:sldMkLst>
          <pc:docMk/>
          <pc:sldMk cId="1986027238" sldId="605"/>
        </pc:sldMkLst>
        <pc:picChg chg="del">
          <ac:chgData name="Deepika Vatsa" userId="f7100972-27fe-4ee6-8fb4-ec9b7931b409" providerId="ADAL" clId="{A5423A7C-59D2-441C-A32C-791671939596}" dt="2025-10-08T09:58:15.510" v="1245" actId="478"/>
          <ac:picMkLst>
            <pc:docMk/>
            <pc:sldMk cId="1986027238" sldId="605"/>
            <ac:picMk id="5" creationId="{BB8123CC-7B48-CB8E-4A02-6C4BF5C7AE63}"/>
          </ac:picMkLst>
        </pc:picChg>
        <pc:picChg chg="add mod">
          <ac:chgData name="Deepika Vatsa" userId="f7100972-27fe-4ee6-8fb4-ec9b7931b409" providerId="ADAL" clId="{A5423A7C-59D2-441C-A32C-791671939596}" dt="2025-10-08T09:58:21.121" v="1248" actId="1076"/>
          <ac:picMkLst>
            <pc:docMk/>
            <pc:sldMk cId="1986027238" sldId="605"/>
            <ac:picMk id="6" creationId="{F7E1C30A-FC9F-7B5C-53DC-4C39DD73C0EB}"/>
          </ac:picMkLst>
        </pc:picChg>
        <pc:inkChg chg="add del">
          <ac:chgData name="Deepika Vatsa" userId="f7100972-27fe-4ee6-8fb4-ec9b7931b409" providerId="ADAL" clId="{A5423A7C-59D2-441C-A32C-791671939596}" dt="2025-10-27T10:08:40.667" v="1810" actId="478"/>
          <ac:inkMkLst>
            <pc:docMk/>
            <pc:sldMk cId="1986027238" sldId="605"/>
            <ac:inkMk id="4" creationId="{13A0BE51-EEC8-8547-D875-03686A34263B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10:08:43.567" v="1811" actId="478"/>
        <pc:sldMkLst>
          <pc:docMk/>
          <pc:sldMk cId="1109936308" sldId="606"/>
        </pc:sldMkLst>
        <pc:picChg chg="add mod">
          <ac:chgData name="Deepika Vatsa" userId="f7100972-27fe-4ee6-8fb4-ec9b7931b409" providerId="ADAL" clId="{A5423A7C-59D2-441C-A32C-791671939596}" dt="2025-10-08T09:58:41.517" v="1253" actId="1076"/>
          <ac:picMkLst>
            <pc:docMk/>
            <pc:sldMk cId="1109936308" sldId="606"/>
            <ac:picMk id="5" creationId="{740E5338-B43F-920E-2DA8-4A533EAEB402}"/>
          </ac:picMkLst>
        </pc:picChg>
        <pc:picChg chg="del">
          <ac:chgData name="Deepika Vatsa" userId="f7100972-27fe-4ee6-8fb4-ec9b7931b409" providerId="ADAL" clId="{A5423A7C-59D2-441C-A32C-791671939596}" dt="2025-10-08T09:58:35.513" v="1250" actId="478"/>
          <ac:picMkLst>
            <pc:docMk/>
            <pc:sldMk cId="1109936308" sldId="606"/>
            <ac:picMk id="6" creationId="{F7E1C30A-FC9F-7B5C-53DC-4C39DD73C0EB}"/>
          </ac:picMkLst>
        </pc:picChg>
        <pc:inkChg chg="add del">
          <ac:chgData name="Deepika Vatsa" userId="f7100972-27fe-4ee6-8fb4-ec9b7931b409" providerId="ADAL" clId="{A5423A7C-59D2-441C-A32C-791671939596}" dt="2025-10-27T10:08:43.567" v="1811" actId="478"/>
          <ac:inkMkLst>
            <pc:docMk/>
            <pc:sldMk cId="1109936308" sldId="606"/>
            <ac:inkMk id="4" creationId="{2DAE3F51-8BD0-D51E-BCF5-1928FDAF399B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159525374" sldId="606"/>
        </pc:sldMkLst>
      </pc:sldChg>
      <pc:sldChg chg="addSp delSp modSp add mod">
        <pc:chgData name="Deepika Vatsa" userId="f7100972-27fe-4ee6-8fb4-ec9b7931b409" providerId="ADAL" clId="{A5423A7C-59D2-441C-A32C-791671939596}" dt="2025-10-27T10:08:45.874" v="1812" actId="478"/>
        <pc:sldMkLst>
          <pc:docMk/>
          <pc:sldMk cId="1753343126" sldId="607"/>
        </pc:sldMkLst>
        <pc:picChg chg="del">
          <ac:chgData name="Deepika Vatsa" userId="f7100972-27fe-4ee6-8fb4-ec9b7931b409" providerId="ADAL" clId="{A5423A7C-59D2-441C-A32C-791671939596}" dt="2025-10-08T09:58:56.700" v="1255" actId="478"/>
          <ac:picMkLst>
            <pc:docMk/>
            <pc:sldMk cId="1753343126" sldId="607"/>
            <ac:picMk id="5" creationId="{740E5338-B43F-920E-2DA8-4A533EAEB402}"/>
          </ac:picMkLst>
        </pc:picChg>
        <pc:picChg chg="add mod">
          <ac:chgData name="Deepika Vatsa" userId="f7100972-27fe-4ee6-8fb4-ec9b7931b409" providerId="ADAL" clId="{A5423A7C-59D2-441C-A32C-791671939596}" dt="2025-10-08T09:59:10.907" v="1276" actId="1038"/>
          <ac:picMkLst>
            <pc:docMk/>
            <pc:sldMk cId="1753343126" sldId="607"/>
            <ac:picMk id="6" creationId="{746A2129-6914-422D-D0A1-453B5E0C116B}"/>
          </ac:picMkLst>
        </pc:picChg>
        <pc:inkChg chg="add del">
          <ac:chgData name="Deepika Vatsa" userId="f7100972-27fe-4ee6-8fb4-ec9b7931b409" providerId="ADAL" clId="{A5423A7C-59D2-441C-A32C-791671939596}" dt="2025-10-27T10:08:45.874" v="1812" actId="478"/>
          <ac:inkMkLst>
            <pc:docMk/>
            <pc:sldMk cId="1753343126" sldId="607"/>
            <ac:inkMk id="4" creationId="{5E0C86F4-80F4-48F8-1F3E-5887CCDDB4BB}"/>
          </ac:inkMkLst>
        </pc:inkChg>
      </pc:sldChg>
      <pc:sldChg chg="del">
        <pc:chgData name="Deepika Vatsa" userId="f7100972-27fe-4ee6-8fb4-ec9b7931b409" providerId="ADAL" clId="{A5423A7C-59D2-441C-A32C-791671939596}" dt="2025-10-08T08:44:46.068" v="0" actId="47"/>
        <pc:sldMkLst>
          <pc:docMk/>
          <pc:sldMk cId="3564807532" sldId="607"/>
        </pc:sldMkLst>
      </pc:sldChg>
      <pc:sldChg chg="addSp delSp modSp add mod">
        <pc:chgData name="Deepika Vatsa" userId="f7100972-27fe-4ee6-8fb4-ec9b7931b409" providerId="ADAL" clId="{A5423A7C-59D2-441C-A32C-791671939596}" dt="2025-10-27T10:08:48.459" v="1813" actId="478"/>
        <pc:sldMkLst>
          <pc:docMk/>
          <pc:sldMk cId="1374942358" sldId="608"/>
        </pc:sldMkLst>
        <pc:spChg chg="mod">
          <ac:chgData name="Deepika Vatsa" userId="f7100972-27fe-4ee6-8fb4-ec9b7931b409" providerId="ADAL" clId="{A5423A7C-59D2-441C-A32C-791671939596}" dt="2025-10-08T10:00:13.977" v="1286" actId="20577"/>
          <ac:spMkLst>
            <pc:docMk/>
            <pc:sldMk cId="1374942358" sldId="608"/>
            <ac:spMk id="2" creationId="{00000000-0000-0000-0000-000000000000}"/>
          </ac:spMkLst>
        </pc:spChg>
        <pc:spChg chg="add mod">
          <ac:chgData name="Deepika Vatsa" userId="f7100972-27fe-4ee6-8fb4-ec9b7931b409" providerId="ADAL" clId="{A5423A7C-59D2-441C-A32C-791671939596}" dt="2025-10-08T10:00:57.747" v="1310" actId="5793"/>
          <ac:spMkLst>
            <pc:docMk/>
            <pc:sldMk cId="1374942358" sldId="608"/>
            <ac:spMk id="5" creationId="{C814ADDB-4126-6473-029F-DC15419804BC}"/>
          </ac:spMkLst>
        </pc:spChg>
        <pc:picChg chg="del">
          <ac:chgData name="Deepika Vatsa" userId="f7100972-27fe-4ee6-8fb4-ec9b7931b409" providerId="ADAL" clId="{A5423A7C-59D2-441C-A32C-791671939596}" dt="2025-10-08T10:00:09.304" v="1278" actId="478"/>
          <ac:picMkLst>
            <pc:docMk/>
            <pc:sldMk cId="1374942358" sldId="608"/>
            <ac:picMk id="6" creationId="{746A2129-6914-422D-D0A1-453B5E0C116B}"/>
          </ac:picMkLst>
        </pc:picChg>
        <pc:inkChg chg="add del">
          <ac:chgData name="Deepika Vatsa" userId="f7100972-27fe-4ee6-8fb4-ec9b7931b409" providerId="ADAL" clId="{A5423A7C-59D2-441C-A32C-791671939596}" dt="2025-10-27T10:08:48.459" v="1813" actId="478"/>
          <ac:inkMkLst>
            <pc:docMk/>
            <pc:sldMk cId="1374942358" sldId="608"/>
            <ac:inkMk id="4" creationId="{E1251742-A519-001D-8722-07A62A937F18}"/>
          </ac:inkMkLst>
        </pc:inkChg>
      </pc:sldChg>
      <pc:sldChg chg="addSp delSp modSp add mod">
        <pc:chgData name="Deepika Vatsa" userId="f7100972-27fe-4ee6-8fb4-ec9b7931b409" providerId="ADAL" clId="{A5423A7C-59D2-441C-A32C-791671939596}" dt="2025-10-27T10:08:51.008" v="1814" actId="478"/>
        <pc:sldMkLst>
          <pc:docMk/>
          <pc:sldMk cId="774974241" sldId="609"/>
        </pc:sldMkLst>
        <pc:spChg chg="mod">
          <ac:chgData name="Deepika Vatsa" userId="f7100972-27fe-4ee6-8fb4-ec9b7931b409" providerId="ADAL" clId="{A5423A7C-59D2-441C-A32C-791671939596}" dt="2025-10-08T10:01:24.532" v="1341" actId="20577"/>
          <ac:spMkLst>
            <pc:docMk/>
            <pc:sldMk cId="774974241" sldId="609"/>
            <ac:spMk id="2" creationId="{00000000-0000-0000-0000-000000000000}"/>
          </ac:spMkLst>
        </pc:spChg>
        <pc:spChg chg="del">
          <ac:chgData name="Deepika Vatsa" userId="f7100972-27fe-4ee6-8fb4-ec9b7931b409" providerId="ADAL" clId="{A5423A7C-59D2-441C-A32C-791671939596}" dt="2025-10-08T10:01:39.290" v="1342" actId="478"/>
          <ac:spMkLst>
            <pc:docMk/>
            <pc:sldMk cId="774974241" sldId="609"/>
            <ac:spMk id="5" creationId="{C814ADDB-4126-6473-029F-DC15419804BC}"/>
          </ac:spMkLst>
        </pc:spChg>
        <pc:picChg chg="add mod">
          <ac:chgData name="Deepika Vatsa" userId="f7100972-27fe-4ee6-8fb4-ec9b7931b409" providerId="ADAL" clId="{A5423A7C-59D2-441C-A32C-791671939596}" dt="2025-10-08T10:01:45.796" v="1345" actId="1076"/>
          <ac:picMkLst>
            <pc:docMk/>
            <pc:sldMk cId="774974241" sldId="609"/>
            <ac:picMk id="6" creationId="{AAE67B59-E2FE-3D95-82CD-98E444248324}"/>
          </ac:picMkLst>
        </pc:picChg>
        <pc:inkChg chg="add del">
          <ac:chgData name="Deepika Vatsa" userId="f7100972-27fe-4ee6-8fb4-ec9b7931b409" providerId="ADAL" clId="{A5423A7C-59D2-441C-A32C-791671939596}" dt="2025-10-27T10:08:51.008" v="1814" actId="478"/>
          <ac:inkMkLst>
            <pc:docMk/>
            <pc:sldMk cId="774974241" sldId="609"/>
            <ac:inkMk id="4" creationId="{340FE3D5-7355-2993-5DB0-9896E5588E14}"/>
          </ac:inkMkLst>
        </pc:inkChg>
      </pc:sldChg>
      <pc:sldChg chg="add del">
        <pc:chgData name="Deepika Vatsa" userId="f7100972-27fe-4ee6-8fb4-ec9b7931b409" providerId="ADAL" clId="{A5423A7C-59D2-441C-A32C-791671939596}" dt="2025-10-27T09:04:45.947" v="1797" actId="2696"/>
        <pc:sldMkLst>
          <pc:docMk/>
          <pc:sldMk cId="3056220856" sldId="610"/>
        </pc:sldMkLst>
      </pc:sldChg>
    </pc:docChg>
  </pc:docChgLst>
  <pc:docChgLst>
    <pc:chgData name="Deepika Vatsa" userId="f7100972-27fe-4ee6-8fb4-ec9b7931b409" providerId="ADAL" clId="{6239CB49-E84F-455D-9502-06F26594D634}"/>
    <pc:docChg chg="undo redo custSel addSld delSld modSld">
      <pc:chgData name="Deepika Vatsa" userId="f7100972-27fe-4ee6-8fb4-ec9b7931b409" providerId="ADAL" clId="{6239CB49-E84F-455D-9502-06F26594D634}" dt="2025-09-24T11:38:14.986" v="988"/>
      <pc:docMkLst>
        <pc:docMk/>
      </pc:docMkLst>
      <pc:sldChg chg="modSp mod">
        <pc:chgData name="Deepika Vatsa" userId="f7100972-27fe-4ee6-8fb4-ec9b7931b409" providerId="ADAL" clId="{6239CB49-E84F-455D-9502-06F26594D634}" dt="2025-09-23T05:00:24.344" v="22" actId="6549"/>
        <pc:sldMkLst>
          <pc:docMk/>
          <pc:sldMk cId="0" sldId="395"/>
        </pc:sldMkLst>
        <pc:spChg chg="mod">
          <ac:chgData name="Deepika Vatsa" userId="f7100972-27fe-4ee6-8fb4-ec9b7931b409" providerId="ADAL" clId="{6239CB49-E84F-455D-9502-06F26594D634}" dt="2025-09-23T05:00:24.344" v="22" actId="6549"/>
          <ac:spMkLst>
            <pc:docMk/>
            <pc:sldMk cId="0" sldId="395"/>
            <ac:spMk id="2" creationId="{00000000-0000-0000-0000-000000000000}"/>
          </ac:spMkLst>
        </pc:spChg>
      </pc:sldChg>
      <pc:sldChg chg="addSp delSp modSp mod">
        <pc:chgData name="Deepika Vatsa" userId="f7100972-27fe-4ee6-8fb4-ec9b7931b409" providerId="ADAL" clId="{6239CB49-E84F-455D-9502-06F26594D634}" dt="2025-09-24T11:38:14.986" v="988"/>
        <pc:sldMkLst>
          <pc:docMk/>
          <pc:sldMk cId="3439049211" sldId="591"/>
        </pc:sldMkLst>
        <pc:spChg chg="mod">
          <ac:chgData name="Deepika Vatsa" userId="f7100972-27fe-4ee6-8fb4-ec9b7931b409" providerId="ADAL" clId="{6239CB49-E84F-455D-9502-06F26594D634}" dt="2025-09-23T05:01:54.305" v="50" actId="20577"/>
          <ac:spMkLst>
            <pc:docMk/>
            <pc:sldMk cId="3439049211" sldId="591"/>
            <ac:spMk id="2" creationId="{00000000-0000-0000-0000-000000000000}"/>
          </ac:spMkLst>
        </pc:spChg>
        <pc:spChg chg="del">
          <ac:chgData name="Deepika Vatsa" userId="f7100972-27fe-4ee6-8fb4-ec9b7931b409" providerId="ADAL" clId="{6239CB49-E84F-455D-9502-06F26594D634}" dt="2025-09-23T05:01:57.561" v="51" actId="478"/>
          <ac:spMkLst>
            <pc:docMk/>
            <pc:sldMk cId="3439049211" sldId="591"/>
            <ac:spMk id="11" creationId="{06381CCD-359B-D8A2-1997-A5B56A02FD41}"/>
          </ac:spMkLst>
        </pc:spChg>
        <pc:picChg chg="add mod">
          <ac:chgData name="Deepika Vatsa" userId="f7100972-27fe-4ee6-8fb4-ec9b7931b409" providerId="ADAL" clId="{6239CB49-E84F-455D-9502-06F26594D634}" dt="2025-09-23T05:02:06.229" v="55" actId="1076"/>
          <ac:picMkLst>
            <pc:docMk/>
            <pc:sldMk cId="3439049211" sldId="591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439049211" sldId="591"/>
            <ac:inkMk id="4" creationId="{C523678A-28E9-7F5B-8EA3-DFE9E3E1126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39897715" sldId="592"/>
        </pc:sldMkLst>
        <pc:spChg chg="mod">
          <ac:chgData name="Deepika Vatsa" userId="f7100972-27fe-4ee6-8fb4-ec9b7931b409" providerId="ADAL" clId="{6239CB49-E84F-455D-9502-06F26594D634}" dt="2025-09-23T05:02:32.249" v="66" actId="20577"/>
          <ac:spMkLst>
            <pc:docMk/>
            <pc:sldMk cId="1039897715" sldId="592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3:18.885" v="88" actId="1076"/>
          <ac:spMkLst>
            <pc:docMk/>
            <pc:sldMk cId="1039897715" sldId="592"/>
            <ac:spMk id="6" creationId="{2D96D569-F1C4-581F-A747-3ECF879181E9}"/>
          </ac:spMkLst>
        </pc:spChg>
        <pc:picChg chg="del">
          <ac:chgData name="Deepika Vatsa" userId="f7100972-27fe-4ee6-8fb4-ec9b7931b409" providerId="ADAL" clId="{6239CB49-E84F-455D-9502-06F26594D634}" dt="2025-09-23T05:02:33.830" v="67" actId="478"/>
          <ac:picMkLst>
            <pc:docMk/>
            <pc:sldMk cId="1039897715" sldId="592"/>
            <ac:picMk id="5" creationId="{F98F73F8-C2F2-9586-D160-14BB95EFB7D9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39897715" sldId="592"/>
            <ac:inkMk id="4" creationId="{CFB530EA-1842-E88D-A7C6-B1F846ADEC27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562163225" sldId="593"/>
        </pc:sldMkLst>
        <pc:spChg chg="mod">
          <ac:chgData name="Deepika Vatsa" userId="f7100972-27fe-4ee6-8fb4-ec9b7931b409" providerId="ADAL" clId="{6239CB49-E84F-455D-9502-06F26594D634}" dt="2025-09-23T05:03:33.368" v="97" actId="20577"/>
          <ac:spMkLst>
            <pc:docMk/>
            <pc:sldMk cId="562163225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4:48.939" v="122" actId="20577"/>
          <ac:spMkLst>
            <pc:docMk/>
            <pc:sldMk cId="562163225" sldId="593"/>
            <ac:spMk id="6" creationId="{2D96D569-F1C4-581F-A747-3ECF879181E9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562163225" sldId="593"/>
            <ac:inkMk id="4" creationId="{1DBEC47D-F5D3-EFAA-FB6E-5423FBFEEA5E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198423911" sldId="593"/>
        </pc:sldMkLst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2093314508" sldId="594"/>
        </pc:sldMkLst>
        <pc:spChg chg="del">
          <ac:chgData name="Deepika Vatsa" userId="f7100972-27fe-4ee6-8fb4-ec9b7931b409" providerId="ADAL" clId="{6239CB49-E84F-455D-9502-06F26594D634}" dt="2025-09-23T05:05:11.136" v="124" actId="478"/>
          <ac:spMkLst>
            <pc:docMk/>
            <pc:sldMk cId="2093314508" sldId="594"/>
            <ac:spMk id="6" creationId="{2D96D569-F1C4-581F-A747-3ECF879181E9}"/>
          </ac:spMkLst>
        </pc:spChg>
        <pc:picChg chg="add mod">
          <ac:chgData name="Deepika Vatsa" userId="f7100972-27fe-4ee6-8fb4-ec9b7931b409" providerId="ADAL" clId="{6239CB49-E84F-455D-9502-06F26594D634}" dt="2025-09-23T05:05:17.800" v="127" actId="1076"/>
          <ac:picMkLst>
            <pc:docMk/>
            <pc:sldMk cId="2093314508" sldId="594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2093314508" sldId="594"/>
            <ac:inkMk id="4" creationId="{1A6CE765-C64A-ED5A-7DD8-7EC29646D713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95908878" sldId="595"/>
        </pc:sldMkLst>
        <pc:spChg chg="mod">
          <ac:chgData name="Deepika Vatsa" userId="f7100972-27fe-4ee6-8fb4-ec9b7931b409" providerId="ADAL" clId="{6239CB49-E84F-455D-9502-06F26594D634}" dt="2025-09-23T05:07:45.008" v="165" actId="20577"/>
          <ac:spMkLst>
            <pc:docMk/>
            <pc:sldMk cId="1095908878" sldId="595"/>
            <ac:spMk id="2" creationId="{00000000-0000-0000-0000-000000000000}"/>
          </ac:spMkLst>
        </pc:spChg>
        <pc:spChg chg="add mod">
          <ac:chgData name="Deepika Vatsa" userId="f7100972-27fe-4ee6-8fb4-ec9b7931b409" providerId="ADAL" clId="{6239CB49-E84F-455D-9502-06F26594D634}" dt="2025-09-23T05:07:10.493" v="155" actId="58"/>
          <ac:spMkLst>
            <pc:docMk/>
            <pc:sldMk cId="1095908878" sldId="595"/>
            <ac:spMk id="6" creationId="{A57DF021-6CBA-BB58-54F5-51C886D111EF}"/>
          </ac:spMkLst>
        </pc:spChg>
        <pc:picChg chg="del">
          <ac:chgData name="Deepika Vatsa" userId="f7100972-27fe-4ee6-8fb4-ec9b7931b409" providerId="ADAL" clId="{6239CB49-E84F-455D-9502-06F26594D634}" dt="2025-09-23T05:06:06.580" v="129" actId="478"/>
          <ac:picMkLst>
            <pc:docMk/>
            <pc:sldMk cId="1095908878" sldId="595"/>
            <ac:picMk id="5" creationId="{63ACB760-E1BD-2804-5E4F-1E5C596738E5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95908878" sldId="595"/>
            <ac:inkMk id="4" creationId="{BF25FA2D-9FB6-4A91-F6B8-CB3CD6563545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73669300" sldId="596"/>
        </pc:sldMkLst>
        <pc:spChg chg="mod">
          <ac:chgData name="Deepika Vatsa" userId="f7100972-27fe-4ee6-8fb4-ec9b7931b409" providerId="ADAL" clId="{6239CB49-E84F-455D-9502-06F26594D634}" dt="2025-09-23T05:37:19.003" v="633" actId="20577"/>
          <ac:spMkLst>
            <pc:docMk/>
            <pc:sldMk cId="3673669300" sldId="596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08:47.627" v="226" actId="20577"/>
          <ac:spMkLst>
            <pc:docMk/>
            <pc:sldMk cId="3673669300" sldId="596"/>
            <ac:spMk id="6" creationId="{A57DF021-6CBA-BB58-54F5-51C886D111EF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73669300" sldId="596"/>
            <ac:inkMk id="4" creationId="{7C8DC4E5-014C-B6A2-7A76-CE4C3D5BFE4F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5432103" sldId="597"/>
        </pc:sldMkLst>
        <pc:spChg chg="del">
          <ac:chgData name="Deepika Vatsa" userId="f7100972-27fe-4ee6-8fb4-ec9b7931b409" providerId="ADAL" clId="{6239CB49-E84F-455D-9502-06F26594D634}" dt="2025-09-23T05:09:11.516" v="228" actId="478"/>
          <ac:spMkLst>
            <pc:docMk/>
            <pc:sldMk cId="3645432103" sldId="597"/>
            <ac:spMk id="6" creationId="{A57DF021-6CBA-BB58-54F5-51C886D111EF}"/>
          </ac:spMkLst>
        </pc:spChg>
        <pc:picChg chg="add mod">
          <ac:chgData name="Deepika Vatsa" userId="f7100972-27fe-4ee6-8fb4-ec9b7931b409" providerId="ADAL" clId="{6239CB49-E84F-455D-9502-06F26594D634}" dt="2025-09-23T05:09:18.885" v="231" actId="1076"/>
          <ac:picMkLst>
            <pc:docMk/>
            <pc:sldMk cId="3645432103" sldId="597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5432103" sldId="597"/>
            <ac:inkMk id="4" creationId="{6DA3101D-71FA-5F08-A4F5-7FADE9CADC9E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267582242" sldId="598"/>
        </pc:sldMkLst>
        <pc:spChg chg="mod">
          <ac:chgData name="Deepika Vatsa" userId="f7100972-27fe-4ee6-8fb4-ec9b7931b409" providerId="ADAL" clId="{6239CB49-E84F-455D-9502-06F26594D634}" dt="2025-09-23T05:09:36.192" v="243" actId="20577"/>
          <ac:spMkLst>
            <pc:docMk/>
            <pc:sldMk cId="1267582242" sldId="598"/>
            <ac:spMk id="2" creationId="{00000000-0000-0000-0000-000000000000}"/>
          </ac:spMkLst>
        </pc:spChg>
        <pc:spChg chg="add del">
          <ac:chgData name="Deepika Vatsa" userId="f7100972-27fe-4ee6-8fb4-ec9b7931b409" providerId="ADAL" clId="{6239CB49-E84F-455D-9502-06F26594D634}" dt="2025-09-23T05:09:41.776" v="246" actId="22"/>
          <ac:spMkLst>
            <pc:docMk/>
            <pc:sldMk cId="1267582242" sldId="598"/>
            <ac:spMk id="6" creationId="{931BB006-AE97-67D5-1919-6FD6D4E5B0BB}"/>
          </ac:spMkLst>
        </pc:spChg>
        <pc:spChg chg="add mod">
          <ac:chgData name="Deepika Vatsa" userId="f7100972-27fe-4ee6-8fb4-ec9b7931b409" providerId="ADAL" clId="{6239CB49-E84F-455D-9502-06F26594D634}" dt="2025-09-23T05:43:17.517" v="986" actId="20577"/>
          <ac:spMkLst>
            <pc:docMk/>
            <pc:sldMk cId="1267582242" sldId="598"/>
            <ac:spMk id="8" creationId="{ADD2156E-BF86-4EB0-F764-8DDE1DA3BB30}"/>
          </ac:spMkLst>
        </pc:spChg>
        <pc:spChg chg="add del">
          <ac:chgData name="Deepika Vatsa" userId="f7100972-27fe-4ee6-8fb4-ec9b7931b409" providerId="ADAL" clId="{6239CB49-E84F-455D-9502-06F26594D634}" dt="2025-09-23T05:39:26.122" v="674"/>
          <ac:spMkLst>
            <pc:docMk/>
            <pc:sldMk cId="1267582242" sldId="598"/>
            <ac:spMk id="9" creationId="{D4D3E6B4-96FF-E93B-B9E6-5F760A2113E2}"/>
          </ac:spMkLst>
        </pc:spChg>
        <pc:picChg chg="del">
          <ac:chgData name="Deepika Vatsa" userId="f7100972-27fe-4ee6-8fb4-ec9b7931b409" providerId="ADAL" clId="{6239CB49-E84F-455D-9502-06F26594D634}" dt="2025-09-23T05:09:37.923" v="244" actId="478"/>
          <ac:picMkLst>
            <pc:docMk/>
            <pc:sldMk cId="1267582242" sldId="598"/>
            <ac:picMk id="5" creationId="{68452FC3-C3AC-A385-E0A8-32ECC118BB7E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267582242" sldId="598"/>
            <ac:inkMk id="4" creationId="{5DCD4186-BF64-E1C8-76B7-39320EB33812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662555880" sldId="599"/>
        </pc:sldMkLst>
        <pc:spChg chg="mod">
          <ac:chgData name="Deepika Vatsa" userId="f7100972-27fe-4ee6-8fb4-ec9b7931b409" providerId="ADAL" clId="{6239CB49-E84F-455D-9502-06F26594D634}" dt="2025-09-23T05:10:55.159" v="274" actId="20577"/>
          <ac:spMkLst>
            <pc:docMk/>
            <pc:sldMk cId="662555880" sldId="599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11:15.376" v="287" actId="5793"/>
          <ac:spMkLst>
            <pc:docMk/>
            <pc:sldMk cId="662555880" sldId="599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662555880" sldId="599"/>
            <ac:inkMk id="4" creationId="{F0AFC773-4AC8-9CBE-B979-86EA04A225CC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977754488" sldId="600"/>
        </pc:sldMkLst>
        <pc:spChg chg="mod">
          <ac:chgData name="Deepika Vatsa" userId="f7100972-27fe-4ee6-8fb4-ec9b7931b409" providerId="ADAL" clId="{6239CB49-E84F-455D-9502-06F26594D634}" dt="2025-09-23T05:18:32.930" v="306" actId="20577"/>
          <ac:spMkLst>
            <pc:docMk/>
            <pc:sldMk cId="977754488" sldId="600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43:30.337" v="987" actId="20577"/>
          <ac:spMkLst>
            <pc:docMk/>
            <pc:sldMk cId="977754488" sldId="600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977754488" sldId="600"/>
            <ac:inkMk id="4" creationId="{8645E977-DA97-F3C6-E96F-38162F2A0428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4167924417" sldId="601"/>
        </pc:sldMkLst>
        <pc:spChg chg="mod">
          <ac:chgData name="Deepika Vatsa" userId="f7100972-27fe-4ee6-8fb4-ec9b7931b409" providerId="ADAL" clId="{6239CB49-E84F-455D-9502-06F26594D634}" dt="2025-09-23T05:19:19.907" v="346" actId="20577"/>
          <ac:spMkLst>
            <pc:docMk/>
            <pc:sldMk cId="4167924417" sldId="601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9:28.159" v="524" actId="20577"/>
          <ac:spMkLst>
            <pc:docMk/>
            <pc:sldMk cId="4167924417" sldId="601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4167924417" sldId="601"/>
            <ac:inkMk id="4" creationId="{0A89287E-9334-5064-8E8F-305CDAC3CEED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41999212" sldId="602"/>
        </pc:sldMkLst>
        <pc:spChg chg="mod">
          <ac:chgData name="Deepika Vatsa" userId="f7100972-27fe-4ee6-8fb4-ec9b7931b409" providerId="ADAL" clId="{6239CB49-E84F-455D-9502-06F26594D634}" dt="2025-09-23T05:19:56.039" v="368" actId="20577"/>
          <ac:spMkLst>
            <pc:docMk/>
            <pc:sldMk cId="1041999212" sldId="602"/>
            <ac:spMk id="2" creationId="{00000000-0000-0000-0000-000000000000}"/>
          </ac:spMkLst>
        </pc:spChg>
        <pc:spChg chg="mod">
          <ac:chgData name="Deepika Vatsa" userId="f7100972-27fe-4ee6-8fb4-ec9b7931b409" providerId="ADAL" clId="{6239CB49-E84F-455D-9502-06F26594D634}" dt="2025-09-23T05:20:56.568" v="385" actId="12"/>
          <ac:spMkLst>
            <pc:docMk/>
            <pc:sldMk cId="1041999212" sldId="602"/>
            <ac:spMk id="8" creationId="{ADD2156E-BF86-4EB0-F764-8DDE1DA3BB30}"/>
          </ac:spMkLst>
        </pc:sp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41999212" sldId="602"/>
            <ac:inkMk id="4" creationId="{157DB3BD-E76B-3584-C7F2-A3BA57F5B55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644617542" sldId="603"/>
        </pc:sldMkLst>
        <pc:spChg chg="add mod">
          <ac:chgData name="Deepika Vatsa" userId="f7100972-27fe-4ee6-8fb4-ec9b7931b409" providerId="ADAL" clId="{6239CB49-E84F-455D-9502-06F26594D634}" dt="2025-09-23T05:24:33.927" v="457" actId="20577"/>
          <ac:spMkLst>
            <pc:docMk/>
            <pc:sldMk cId="3644617542" sldId="603"/>
            <ac:spMk id="7" creationId="{832FBBC9-A94E-3F4A-2A86-BE3EBF693A31}"/>
          </ac:spMkLst>
        </pc:spChg>
        <pc:spChg chg="mod">
          <ac:chgData name="Deepika Vatsa" userId="f7100972-27fe-4ee6-8fb4-ec9b7931b409" providerId="ADAL" clId="{6239CB49-E84F-455D-9502-06F26594D634}" dt="2025-09-23T05:21:58.786" v="418" actId="20577"/>
          <ac:spMkLst>
            <pc:docMk/>
            <pc:sldMk cId="3644617542" sldId="603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22:11.354" v="423" actId="14100"/>
          <ac:picMkLst>
            <pc:docMk/>
            <pc:sldMk cId="3644617542" sldId="603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644617542" sldId="603"/>
            <ac:inkMk id="4" creationId="{1FCDC588-E88D-99DB-C77D-6C8FFF2D902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1957157253" sldId="604"/>
        </pc:sldMkLst>
        <pc:spChg chg="add mod">
          <ac:chgData name="Deepika Vatsa" userId="f7100972-27fe-4ee6-8fb4-ec9b7931b409" providerId="ADAL" clId="{6239CB49-E84F-455D-9502-06F26594D634}" dt="2025-09-23T05:25:43.053" v="491" actId="20577"/>
          <ac:spMkLst>
            <pc:docMk/>
            <pc:sldMk cId="1957157253" sldId="604"/>
            <ac:spMk id="6" creationId="{42189904-3A30-D33D-DCDB-DF8AD64E4848}"/>
          </ac:spMkLst>
        </pc:spChg>
        <pc:spChg chg="del">
          <ac:chgData name="Deepika Vatsa" userId="f7100972-27fe-4ee6-8fb4-ec9b7931b409" providerId="ADAL" clId="{6239CB49-E84F-455D-9502-06F26594D634}" dt="2025-09-23T05:24:52.503" v="459" actId="478"/>
          <ac:spMkLst>
            <pc:docMk/>
            <pc:sldMk cId="1957157253" sldId="604"/>
            <ac:spMk id="7" creationId="{832FBBC9-A94E-3F4A-2A86-BE3EBF693A31}"/>
          </ac:spMkLst>
        </pc:spChg>
        <pc:spChg chg="del mod">
          <ac:chgData name="Deepika Vatsa" userId="f7100972-27fe-4ee6-8fb4-ec9b7931b409" providerId="ADAL" clId="{6239CB49-E84F-455D-9502-06F26594D634}" dt="2025-09-23T05:25:06.455" v="466" actId="478"/>
          <ac:spMkLst>
            <pc:docMk/>
            <pc:sldMk cId="1957157253" sldId="604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24:53.839" v="460" actId="478"/>
          <ac:picMkLst>
            <pc:docMk/>
            <pc:sldMk cId="1957157253" sldId="604"/>
            <ac:picMk id="5" creationId="{ABF1ED44-8B8E-356D-0E04-7974A0F67AD2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957157253" sldId="604"/>
            <ac:inkMk id="4" creationId="{C1426D86-C313-12A2-FA7B-E47CCFCF4106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1016007616" sldId="605"/>
        </pc:sldMkLst>
        <pc:spChg chg="mod">
          <ac:chgData name="Deepika Vatsa" userId="f7100972-27fe-4ee6-8fb4-ec9b7931b409" providerId="ADAL" clId="{6239CB49-E84F-455D-9502-06F26594D634}" dt="2025-09-23T05:26:20.104" v="505" actId="20577"/>
          <ac:spMkLst>
            <pc:docMk/>
            <pc:sldMk cId="1016007616" sldId="605"/>
            <ac:spMk id="6" creationId="{42189904-3A30-D33D-DCDB-DF8AD64E4848}"/>
          </ac:spMkLst>
        </pc:spChg>
        <pc:picChg chg="add mod">
          <ac:chgData name="Deepika Vatsa" userId="f7100972-27fe-4ee6-8fb4-ec9b7931b409" providerId="ADAL" clId="{6239CB49-E84F-455D-9502-06F26594D634}" dt="2025-09-23T05:27:51.105" v="507" actId="1076"/>
          <ac:picMkLst>
            <pc:docMk/>
            <pc:sldMk cId="1016007616" sldId="605"/>
            <ac:picMk id="5" creationId="{9BB5B329-15CC-504F-E3C7-77CBED5C9628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1016007616" sldId="605"/>
            <ac:inkMk id="4" creationId="{32FF24A9-FC5B-BB70-821B-AC142CFC7D0F}"/>
          </ac:inkMkLst>
        </pc:inkChg>
      </pc:sldChg>
      <pc:sldChg chg="addSp modSp add mod">
        <pc:chgData name="Deepika Vatsa" userId="f7100972-27fe-4ee6-8fb4-ec9b7931b409" providerId="ADAL" clId="{6239CB49-E84F-455D-9502-06F26594D634}" dt="2025-09-24T11:38:14.986" v="988"/>
        <pc:sldMkLst>
          <pc:docMk/>
          <pc:sldMk cId="3159525374" sldId="606"/>
        </pc:sldMkLst>
        <pc:spChg chg="mod">
          <ac:chgData name="Deepika Vatsa" userId="f7100972-27fe-4ee6-8fb4-ec9b7931b409" providerId="ADAL" clId="{6239CB49-E84F-455D-9502-06F26594D634}" dt="2025-09-23T05:32:35.722" v="607" actId="20577"/>
          <ac:spMkLst>
            <pc:docMk/>
            <pc:sldMk cId="3159525374" sldId="606"/>
            <ac:spMk id="8" creationId="{ADD2156E-BF86-4EB0-F764-8DDE1DA3BB30}"/>
          </ac:spMkLst>
        </pc:spChg>
        <pc:picChg chg="add mod">
          <ac:chgData name="Deepika Vatsa" userId="f7100972-27fe-4ee6-8fb4-ec9b7931b409" providerId="ADAL" clId="{6239CB49-E84F-455D-9502-06F26594D634}" dt="2025-09-23T05:32:40.251" v="608" actId="1076"/>
          <ac:picMkLst>
            <pc:docMk/>
            <pc:sldMk cId="3159525374" sldId="606"/>
            <ac:picMk id="5" creationId="{3732AA7D-FE53-F982-4435-668FDD00F9CC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159525374" sldId="606"/>
            <ac:inkMk id="4" creationId="{25CA90CB-61FC-525D-233C-A589EA19AC5C}"/>
          </ac:inkMkLst>
        </pc:inkChg>
      </pc:sldChg>
      <pc:sldChg chg="addSp delSp modSp add mod">
        <pc:chgData name="Deepika Vatsa" userId="f7100972-27fe-4ee6-8fb4-ec9b7931b409" providerId="ADAL" clId="{6239CB49-E84F-455D-9502-06F26594D634}" dt="2025-09-24T11:38:14.986" v="988"/>
        <pc:sldMkLst>
          <pc:docMk/>
          <pc:sldMk cId="3564807532" sldId="607"/>
        </pc:sldMkLst>
        <pc:spChg chg="mod">
          <ac:chgData name="Deepika Vatsa" userId="f7100972-27fe-4ee6-8fb4-ec9b7931b409" providerId="ADAL" clId="{6239CB49-E84F-455D-9502-06F26594D634}" dt="2025-09-23T05:34:32.617" v="631" actId="1076"/>
          <ac:spMkLst>
            <pc:docMk/>
            <pc:sldMk cId="3564807532" sldId="607"/>
            <ac:spMk id="8" creationId="{ADD2156E-BF86-4EB0-F764-8DDE1DA3BB30}"/>
          </ac:spMkLst>
        </pc:spChg>
        <pc:picChg chg="del">
          <ac:chgData name="Deepika Vatsa" userId="f7100972-27fe-4ee6-8fb4-ec9b7931b409" providerId="ADAL" clId="{6239CB49-E84F-455D-9502-06F26594D634}" dt="2025-09-23T05:33:08.273" v="611" actId="478"/>
          <ac:picMkLst>
            <pc:docMk/>
            <pc:sldMk cId="3564807532" sldId="607"/>
            <ac:picMk id="5" creationId="{3732AA7D-FE53-F982-4435-668FDD00F9CC}"/>
          </ac:picMkLst>
        </pc:picChg>
        <pc:picChg chg="add mod modCrop">
          <ac:chgData name="Deepika Vatsa" userId="f7100972-27fe-4ee6-8fb4-ec9b7931b409" providerId="ADAL" clId="{6239CB49-E84F-455D-9502-06F26594D634}" dt="2025-09-23T05:34:00.119" v="621" actId="14100"/>
          <ac:picMkLst>
            <pc:docMk/>
            <pc:sldMk cId="3564807532" sldId="607"/>
            <ac:picMk id="6" creationId="{0B6E03FC-F062-81B8-8786-3C1C8DC56C74}"/>
          </ac:picMkLst>
        </pc:picChg>
        <pc:inkChg chg="add">
          <ac:chgData name="Deepika Vatsa" userId="f7100972-27fe-4ee6-8fb4-ec9b7931b409" providerId="ADAL" clId="{6239CB49-E84F-455D-9502-06F26594D634}" dt="2025-09-24T11:38:14.986" v="988"/>
          <ac:inkMkLst>
            <pc:docMk/>
            <pc:sldMk cId="3564807532" sldId="607"/>
            <ac:inkMk id="4" creationId="{3B9C988B-65A9-7181-F367-DBAE1636B181}"/>
          </ac:inkMkLst>
        </pc:inkChg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60805478" sldId="62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948371539" sldId="62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752782814" sldId="63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075029183" sldId="63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034070740" sldId="63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82903048" sldId="63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6699416" sldId="63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746225030" sldId="63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32203484" sldId="63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7641393" sldId="63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040000702" sldId="63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97423181" sldId="639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583778159" sldId="640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25567634" sldId="641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281371514" sldId="642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316392785" sldId="643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4154143070" sldId="644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731779941" sldId="645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1825479687" sldId="646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536546870" sldId="647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3930264224" sldId="648"/>
        </pc:sldMkLst>
      </pc:sldChg>
      <pc:sldChg chg="del">
        <pc:chgData name="Deepika Vatsa" userId="f7100972-27fe-4ee6-8fb4-ec9b7931b409" providerId="ADAL" clId="{6239CB49-E84F-455D-9502-06F26594D634}" dt="2025-09-23T05:00:51.298" v="23" actId="47"/>
        <pc:sldMkLst>
          <pc:docMk/>
          <pc:sldMk cId="2272648693" sldId="65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0:38.0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24036 4546 635 0,'0'0'198'0,"0"0"-47"0,0 0-12 0,0 0-45 0,0 0-7 0,0 0-18 0,-334-119-22 0,322 119-18 16,12 0-13-16,0 0 17 15,0 0-29-15,8 0-4 16,76 0 0-16,31 10 8 16,40 0 24-16,16-3-15 15,21 3-9-15,27-7 10 0,35 1-10 16,9-4-5 0,4 0 3-16,-12 0-6 0,-20 0 3 15,0-7-3-15,-4 1-1 16,-8-1-3-16,-24 3 4 15,-12 1 0-15,-36 3 0 16,-24-2 0-16,-19-3 0 16,-28-1 3-16,-21 2-6 15,1 3 3-15,-16-3-1 16,-16 2 1-16,-8 2 0 0,-8 0 0 16,-1 0 0-1,-11 0-9-15,0 0-24 0,0 0-111 16,0 0-77-16,0 0-363 15</inkml:trace>
  <inkml:trace contextRef="#ctx0" brushRef="#br0" timeOffset="5916.6">13453 5514 455 0,'0'0'372'0,"0"0"-270"0,0 0-5 15,0 0-21-15,0 0 7 16,0 0-47-16,0 0-9 0,140 0 12 16,-25 0-15-1,17 0 11-15,19 0-3 0,12-9-18 16,0 0-6-16,5 3 1 16,-5-5-5-16,-4 9 3 15,-16-1-4-15,-27-2-3 16,-21 5 0-16,-27 0 0 15,-12 0 0-15,-4 0-1 16,-17 0-3-16,9 0-12 16,-8 0-47-16,0 0-79 15,-16 0-157-15,-4 0-483 16</inkml:trace>
  <inkml:trace contextRef="#ctx0" brushRef="#br0" timeOffset="10666.93">18020 7176 746 0,'0'0'132'0,"0"0"9"0,0 0-69 0,0 0 11 15,0 0-17-15,0 0-40 16,0 0-5-16,-67 27-11 16,67-22 2-16,23 10-3 0,45 1 42 15,36-3-7-15,15-2 2 16,32-5-25-16,13-1-9 15,15-3-5-15,8-2 1 16,-4 0 0-16,-8 0 0 16,-11 3-7-16,-33 1 0 15,-16-1-1-15,-23 1 2 16,-20 2-1-16,-17-3-1 16,-31 1 0-16,-12-4 2 15,-12 0 0-15,0 0 0 16,0 0-2-16,0 0-2 15,0 0 2-15,0 0 0 16,0 0-5-16,0 0-44 16,-12 0-70-16,-12 0-112 0,4 0-457 15</inkml:trace>
  <inkml:trace contextRef="#ctx0" brushRef="#br0" timeOffset="13699.77">14576 7893 686 0,'0'0'230'0,"0"0"-60"0,0 0-16 0,0 0-71 0,0 0-1 16,0 0-34-16,-143 0-30 16,143 6-12-16,0-1-6 15,0 5 0-15,71 4 2 16,33-2 20-16,15-7 12 15,13 0-14-15,3-5-10 16,-3 0-10-16,-5 0 2 16,-12 0 3-16,-19 0-5 0,-16 0-6 15,-33 0-53-15,-11 0-70 16,-16 3-49-16,-20 3-278 16</inkml:trace>
  <inkml:trace contextRef="#ctx0" brushRef="#br0" timeOffset="22032.55">9376 10998 936 0,'0'0'84'0,"0"0"23"0,0 0-67 0,0 0 21 15,0 0-5 1,0 0-45-16,0 0-11 0,0 0 0 15,140-9 18-15,11 9-6 16,24-8 2-16,28 3 4 16,16-2-10-16,24-1-3 15,-8 3-2-15,-24 3-3 16,-36-2 1-16,-12 1-2 16,-47 3 1-16,-33 0 0 15,-23 0 0-15,-16 0 1 16,-16-3-1-16,-16 3-1 15,-4 0 1-15,-8-5 0 16,4 5-10-16,-4 0-32 16,0 0-46-16,0 0-120 15,-4 0-397-15</inkml:trace>
  <inkml:trace contextRef="#ctx0" brushRef="#br0" timeOffset="39499.72">12788 10837 994 0,'0'0'146'0,"0"0"-35"0,0 0-35 0,0 0-3 16,0 0-36-16,0 0-5 16,0 0-28-16,0 0 2 15,-35-14-1-15,35 24-3 16,0 9 26-16,23 7 2 15,9-5-10-15,-8-2-10 16,4-7-4-16,4-8 1 16,-8-4-5-16,36 0 0 15,11-24 7-15,21-27-2 0,35-11 0 16,5-1 0-16,-17 0-6 16,-11 4 1-16,-21 8-2 15,-3 5-1-15,-20 8-2 16,-1 10-27-16,-15 5-67 15,-8 4-73-15,-12-3-241 16</inkml:trace>
  <inkml:trace contextRef="#ctx0" brushRef="#br0" timeOffset="47217.1">28977 14353 888 0,'0'0'127'0,"0"0"-9"0,0 0-27 0,0 0-3 16,0 0-28-16,0 0-21 16,0 0-11-16,16-48-5 15,-16 48 9-15,0 0-9 16,-12 23-10-16,-47 19-7 15,-33 18 9-15,-23 8-13 16,-5 14 7-16,-19-1-2 0,0 5-5 16,7 0 0-16,5-11-1 15,11-7-1-15,25-17 9 16,31-20-9-16,24-4 2 16,20-20-2-16,8 1 0 15,8-8 2-15,0 0-1 16,0 0-1-16,0 0 4 15,0 0 3-15,0-10-6 16,0-11 5-16,0-12-5 16,20-5-1-16,-4-9 0 15,16-1 1-15,-8-6 0 16,4-1-1-16,-8 4 1 0,4 5 0 16,-5 7 0-16,-15 5-1 15,-4 11 0 1,0 8 0-16,0 5 1 0,0 7 0 15,0 3-1-15,0 0-1 16,0 0 0-16,0 0-3 16,0 8-1-16,0 25 1 15,-4 8 4-15,-15 13 3 16,7 6-1-16,-12 4-1 16,12-1-1-16,-8-1 2 15,8-6-2-15,12-9 2 0,0-6-2 16,0-5 0-1,0-7 0-15,20-7 0 0,16-7 0 16,23-1 2-16,-3-9-2 16,4-5 1-16,11 0-1 15,-3 0 0-15,-8 0 0 16,8 0-8-16,-9-16-33 16,9-2-65-16,4-4-24 15,-13 2-107-15,9-2-350 16</inkml:trace>
  <inkml:trace contextRef="#ctx0" brushRef="#br0" timeOffset="50450.07">18323 12628 836 0,'0'0'245'0,"0"0"-124"0,0 0-42 0,0 0-12 16,0 0-19-16,0 0-15 15,0 0 9-15,-20-103-3 16,20 103-22-16,0 0-17 15,0 3 0-15,0 25 0 16,0 11 7-16,0 8 12 16,0 7 2-16,8 7-4 15,4 4-13-15,0 3 4 16,0 2-2-16,-12-7-3 16,0-5 2-16,0-14-4 15,0-10 1-15,0-10-2 0,0-9 1 16,0-6 1-1,0-9-2-15,0 0 1 0,0 0 0 16,0 0 7-16,0 0 7 16,0-2 12-16,-24-18-9 15,-20-2-16-15,20-2-2 16,0 2 2-16,4 8 0 16,4-1-1-16,8 11-1 15,4-3 1-15,4 4 0 16,0 3 1-16,0 0 0 15,0 0-2-15,0 0-1 16,0 0-1-16,0 3-9 16,0 20 7-16,28 5 0 15,16-2 4-15,-8-1 0 16,12-4 1-16,-12-2-1 0,-1-2 3 16,-15-8-3-1,4-3 1-15,8-1-2 0,-16-5 1 16,16 0-6-16,4 0-6 15,-12-26 4-15,11-14 2 16,9 4-7-16,-20-10-8 16,0 4-3-16,-8 5-12 15,-4 2-26-15,-4 10-30 16,-4 7-32-16,4 5-87 16,-4 4-279-16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2:00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14903 5835 900 0,'0'0'155'0,"0"0"-106"0,0 0-18 0,0 0-13 0,0 0 37 16,0 0-19-16,0 0-22 15,0 0 11-15,79 38 2 16,-63-28-1-16,8 7 7 15,8 0-2-15,-8 3-18 16,12-2 11-16,-12-5-4 0,-5-3-6 16,-3-4-3-1,-4-2 6-15,0-4 4 0,8 0-6 16,16 0-1-16,32-17 12 16,3-25 2-16,33-10-14 15,-9-7-8-15,13 7-5 16,-16-2-1-16,-1 10 0 15,-7 0 1-15,-17 10-1 16,-7 3 1-16,-12 0-1 16,-4 8 0-16,-16 4-1 15,3 7 1-15,-15 5 0 16,4 0 0-16,-8 4-9 0,-12 0-21 16,0 3-39-1,0 0-51-15,0 0-60 0,0 0-162 16</inkml:trace>
  <inkml:trace contextRef="#ctx0" brushRef="#br0" timeOffset="10649.25">12554 11134 711 0,'0'0'101'0,"0"0"-7"0,0 0-48 15,0 0 27-15,0 0-22 16,0 0-27-16,0 0-10 15,0-12 8-15,0 12 13 16,0 0-16-16,0 0-3 0,0 0-12 16,11 0-2-1,1 12 3-15,12 9 11 0,0 6-1 16,0-4 7-16,-4-5-6 16,4 4-9-16,-8-6 4 15,4 0-9-15,-8-5 5 16,0-3 2-16,0-1-6 15,-1-7 8-15,1 0-1 16,-4 0 4-16,8 0 6 16,28-9 11-16,4-31-3 15,36-8-10-15,-1-3-16 16,-15 0 0-16,11 5-1 16,-19-1-2-16,0 3 1 15,0 2 0-15,-5 4-10 16,1 10-37-16,-8 6-64 0,-32 12-123 15,-16-3-425-15</inkml:trace>
  <inkml:trace contextRef="#ctx0" brushRef="#br0" timeOffset="13999.45">24446 10640 1039 0,'0'0'41'0,"0"0"48"0,0 0-70 0,0 0 15 16,0 0 0-16,0 0-12 15,120 44 23-15,-64-10-18 0,-9-1 1 16,-3-8 12-16,4-1-8 16,-12-4 7-16,0-7-28 15,0-4 5-15,-17-6 4 16,9-3-13-16,16 0 11 15,40-31 16-15,23-23-15 16,17-6-13-16,-5 0-3 16,-3 3 0-16,-13 8-3 15,-7 8 0-15,-13 6 0 16,-3 5-12-16,-20 9-29 16,11 5-54-16,-23 3-64 15,-16 3-107-15,-32 0-482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2:35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1373 10173 778 0,'0'0'185'0,"0"0"-72"0,0 0-23 0,0 0-15 0,0 0-22 0,0 0-5 0,0 0-17 16,-12 9 13-16,12-9-8 16,0 0 1-16,0 0-9 15,56-22-14-15,32-16 9 16,27-16-6-16,13-1-5 15,-13 0-1-15,12 3-6 16,-19 1 0-16,11 0-2 16,-15 4-1-16,-13 3 2 15,-31 13-3-15,-16 10-1 16,-28 8 0-16,-8 7 1 16,-8 3 1-16,0 0 2 15,0 3 6-15,-20 0-10 0,-16-5-3 16,-12 5 3-16,5 0-1 15,-17 0 0-15,0 0 1 16,24 0 5-16,4 0-3 16,20 0-2-16,12 0 0 15,0 0 0-15,0 0 0 16,0 0 2-16,0 0-2 16,0 0-2-16,0 0-4 15,12 0 1-15,32-5 4 16,16-2 1-16,0 2 0 15,-5 1 0-15,-7 2 1 16,8 2-1-16,-16 0 0 0,-8 0-2 16,3 0-1-16,-11 11-3 15,-4 9 6-15,-8 3-7 16,-12 8 7-16,0 6 0 16,0 12-2-16,-24 5-11 15,-43 11-49-15,7 3-67 16,-20-8-71-16,32-6-378 15</inkml:trace>
  <inkml:trace contextRef="#ctx0" brushRef="#br0" timeOffset="9633.79">19844 4488 503 0,'0'0'334'0,"0"0"-199"0,0 0-43 0,0 0-22 0,0 0-29 0,0 0-13 15,0 0-11-15,-116 179-10 16,116-160-1-16,0-7-4 16,8-7 2-16,16 1-2 15,4-6-1-15,4 0 3 16,4 0 5-16,11-26 1 15,-15-5 5-15,-4 4-9 16,-16 2 9-16,-12 3 7 0,0 9 14 16,0 1 5-16,0 5-15 15,-4 7-1-15,-16 0-8 16,8 0-10-16,-4 0-5 16,4 14-2-16,-7 10 0 15,7 4-1-15,12-2 1 16,0-4 0-16,0-2-1 15,0-11-5-15,0-2-1 16,23-5 0-16,1-2 2 16,-4 0 5-16,-4 0 1 15,-4-18 1-15,-4-11 3 16,-4-2-1-16,-4 5 0 0,0 2-2 16,0 10 2-1,0 4-2-15,-28 7-4 0,-4 3-5 16,-3 0-80-16,23 0-77 15,12 17-293-15</inkml:trace>
  <inkml:trace contextRef="#ctx0" brushRef="#br0" timeOffset="10200.19">22627 4015 906 0,'0'0'259'0,"0"0"-115"0,0 0-49 0,0 0-68 15,0 0-26-15,0 0-1 16,-4 51 6-16,8-39 1 16,28 3-7-16,-8-8 6 15,0 1-5-15,11-8 13 16,-11 0-3-16,0 0-2 16,-4 0 12-16,-8-9-1 0,-12-4-2 15,0-7 9-15,0 3-13 16,0 3-6-16,-44 5-7 15,-4 5 10-15,5 4-8 16,3 0 4-16,4 0-5 16,0 5-2-16,4 23 0 15,20-5-5-15,12 3 5 16,0-3-1-16,0-6-1 16,0-10 0-16,36 1-2 15,8-6 3-15,-8-2-2 16,-8 0 3-16,4 0 6 0,-9-12 1 15,-3-10-3-15,-16-5 2 16,-4 9-4-16,0 2-2 16,0 7-2-16,-24 9-33 15,-19 0-78-15,-9 16-98 16,-16 26-214-16</inkml:trace>
  <inkml:trace contextRef="#ctx0" brushRef="#br0" timeOffset="10816.97">22798 5296 987 0,'0'0'232'0,"0"0"-135"0,0 0-24 0,0 0-32 16,0 0-16-16,0 0-4 15,-111 71-13-15,111-57 7 0,0-6-6 16,0-3-4 0,0-2 0-16,8-3 2 0,-8 0-1 15,12 0 4-15,-1 0 11 16,1-8 16-16,-12-7-17 16,0-2-3-16,0 10-1 15,0-3 5-15,0 10-5 16,0-3-5-16,0 3-2 15,0 0-9-15,0 0-6 16,0 0 1-16,0 15 2 16,-12 10 1-16,12-3-1 15,0-3 0-15,0 2 3 16,0-12-3-16,0-3 0 16,12-6-2-16,0 0 2 0,8 0 6 15,-8 0-3-15,4-9 16 16,-8-13-8-16,-4-4-1 15,-4 3-2-15,0-1-5 16,0 4-3-16,0 7 2 16,0 10-38-16,-24 3-61 15,-12 0-126-15,-11 3-261 16</inkml:trace>
  <inkml:trace contextRef="#ctx0" brushRef="#br0" timeOffset="11749.47">20887 5950 559 0,'0'0'467'16,"0"0"-259"-16,0 0-114 0,0 0-49 0,0 0-28 16,0 0-17-16,-28-6-4 15,28 21 4-15,0-3 3 16,0 5 0-16,12-8 6 16,12-4-1-16,-12-5 0 15,12 0-5-15,0 0 6 16,-4-5 14-16,-5-17 6 15,-3-2-5-15,-12 2-8 0,0 8 8 16,0-2 6 0,0 3-8-16,0 5-5 0,-12 7-5 15,-3-3-8-15,-17 4 12 16,8 0-14-16,4 0 7 16,-4 0-7-16,0 13-2 15,8 9 0-15,4 3-1 16,0-3-1-16,12 3 2 15,0 1-2-15,0-11-3 16,0-1 4-16,4-6-2 16,28 0 3-16,-4-6-7 15,4-2 2-15,-8 0 3 16,12 0 2-16,-5-2 7 16,-15-18-4-16,8-5 1 0,-12 3 4 15,-4-1-3-15,-8 6 2 16,0-3-6-16,0 4 5 15,0 7 0-15,-12 3-3 16,-8-1 7-16,8 7-4 16,0 0-2-16,-4 0-4 15,-3 0-1-15,-5 0 1 16,12 0 0-16,0 14-3 16,0 6 1-16,12 0-1 15,0-5 2-15,0 1-5 16,0-3 4-16,0-2-5 15,0-6 6-15,0-3-9 16,12-2 10-16,0 0-6 16,0 0 4-16,0 0 2 0,0 0 0 15,0-5 1-15,-5-8-1 16,-7 0 2-16,0 1-4 16,0 8-2-16,0 0-37 15,0 4-60-15,0 0-121 16,0 4-367-16</inkml:trace>
  <inkml:trace contextRef="#ctx0" brushRef="#br0" timeOffset="15848.71">21034 5900 406 0,'0'0'114'0,"0"0"56"0,0 0-41 0,0 0-20 0,0 0 19 0,0 0-36 16,0 0-18-16,-44 0-16 15,40 0-12-15,-3 6 11 16,3-6-11-16,4 0-15 16,0 0-5-16,0 0-11 15,-8 0-1-15,8 0-3 16,0 0 4-16,0 0 3 15,0 0 0-15,0 0-14 16,23 0 6-16,25-17 0 16,20-8 4-16,4-4-13 15,-1-5 3-15,21-5-5 0,3-8 3 16,17 2 1-16,-17-1-3 16,13 7 0-16,-16 0 0 15,-21 7 2-15,-3 4-2 16,-12 9 2-16,-21 6-2 15,-19 9 0-15,-16 4 2 16,0 0-4-16,0 0 3 16,0 0-1-16,0 0 5 15,0 0-3-15,0 0 0 16,0 0-2-16,0 0 0 16,0 0 1-16,0 0 0 15,0 0 4-15,0 0-7 0,0 0 6 16,0 0-3-16,0 0-1 15,0 0 1-15,0 0-1 16,0 0-2-16,0 0 2 16,0 0 0-16,0 0 5 15,0-2-5-15,-16-1 0 16,-7-2 1-16,-21 4-1 16,20 1 1-16,4-4-1 15,-4 4 0-15,8-3 0 16,4 3 0-16,-12-4 0 15,12 2 2-15,4 2 5 0,4-3-1 16,4-2-2 0,0 5 2-16,0 0 4 0,0 0-10 15,0 0-1 1,0 0-3-16,0 0-8 0,4 0 2 16,28-2 10-16,4 2 4 15,4 0-4-15,-8-4 0 16,12 4 1-16,-17 0 1 15,-7 0 0-15,-4 0-2 16,-4 14-4-16,0 5 2 16,-4 3-2-16,-4-3-1 15,-4 0-3-15,0-4-14 16,0 6-15-16,0 0-65 16,-4 10-91-16,-32 0-161 0</inkml:trace>
  <inkml:trace contextRef="#ctx0" brushRef="#br0" timeOffset="19315.78">22113 5445 366 0,'0'0'209'0,"0"0"-110"0,0 0-56 0,0 0-30 15,0 0-3-15,0 0-2 16,0 0 13-16,0 0 40 16,0 0 9-16,0 0 35 15,0 0-24-15,0 0-18 16,0 0-15-16,0 0-3 15,0 0-14-15,0 0-4 16,0-10-12-16,0 3-5 16,0-3-4-16,0 1-6 0,0-3 3 15,0 3-2 1,0-5 4-16,0 3-5 0,-4-2 10 16,-4 0-2-16,4 2 2 15,-8-1-8-15,4-1 7 16,-4 1-1-16,1-2 0 15,7 2 1-15,-8 3-5 16,-8-4 5-16,8 1-2 16,0-2 8-16,0 2-5 15,-8 0 0-15,4-1 0 16,-4-1-9-16,4 0 8 16,-4-3-6-16,8 5 6 0,-12-1-2 15,1 1-4 1,11 1-2-16,-8 2 13 0,-4-5-6 15,0 6-5-15,0-6-1 16,8 3 4-16,-8-2-3 16,-8 0-1-16,20 0 5 15,-11 1-4-15,3-1 1 16,-4 0-2-16,0 4 0 16,8-3-2-16,-8 2 1 15,4-3-1-15,-4 2 0 16,0 1 1-16,0-1-1 15,1 1 0-15,3 0 0 16,-4 5 0-16,8-1 3 16,-4-2-3-16,-4 0 0 15,12 4-2-15,-8 1 2 0,8 1 3 16,-4-3-3-16,-4-1-6 16,5 2 6-16,-9 2 5 15,0-3-5-15,-8 1 0 16,8 1 0-16,4-2 1 15,-4 4-1-15,0-3 0 16,-4 4-1-16,-3 0 1 16,-5 0 0-16,12 0 0 15,-8 0-2-15,4 0 2 16,4 0 2-16,4 0-2 16,-4 0 0-16,1 0-2 15,-1 0 2-15,4 0 2 0,-8 0-2 16,-4 0 0-16,4 0 0 15,-16 4 0-15,13 2 0 16,-5 3-2-16,0 0 4 16,8-3-2-16,-16 4 0 15,20 1 0-15,4-2-4 16,-7 0 3-16,7 1 1 16,-4-4 0-16,0-3 0 15,0 4 0-15,12 1-1 16,-12 6 1-16,4-2 0 15,-8 5 0-15,-8-1-1 16,1-1 1-16,-9 2 0 0,20 3 0 16,-8-3 0-16,8-4 0 15,8-2 0 1,-4 3 0-16,4-1-1 0,-3 1 1 16,-5 3 0-16,12-2 0 15,-8 5 0-15,-4 3 0 16,8 2 1-16,-8 1-1 15,-8-4-4-15,20 1 4 16,-12-1 0-16,12 0 5 16,12-1-5-16,-23 5 0 15,15 3-1-15,-8-7 1 16,4 7 1-16,4-7 0 16,-4 2-2-16,0 3 1 0,0-3 0 15,8 7 2 1,-8-1-2-16,4 5 0 0,4-3 1 15,-4 5 1-15,-4 2-1 16,0-4-1-16,0 0 0 16,12 3 0-16,0-2-1 15,0 4 3-15,0 2-1 16,0-4 0-16,0 0 0 16,0-1-1-16,0 2 0 15,0-1 0-15,0-3 2 16,0-5-1-16,0 4 0 15,12-6-1-15,0 3 4 16,0-2-4-16,0 0 1 16,0 5 2-16,0-3-3 0,-4 6 0 15,4-6 4-15,0-2-3 16,4 0-1-16,-4-5 2 16,8 3-1-16,-8 0-1 15,11 4 0-15,9 0 1 16,-8-3 0-16,0 0-1 15,0 1 2-15,-8-2 0 16,4 0-2-16,4-3 0 16,11 2 2-16,-3 3-2 15,-4-3 0-15,4-1 1 16,-8-3-1-16,12 0 1 16,-4-2-1-16,-4-6 2 15,7 6-1-15,-3-4-1 0,-8-3-1 16,12-1 1-16,-4-2 2 15,8-1 0-15,-5 2-1 16,9-1 2-16,0 1-2 16,-4-1 0-16,4 2-1 15,-9-3 0-15,13 2 0 16,-16-5-1-16,4 1 1 16,-8-5-1-16,4-2 1 15,3 4 0-15,1-4 0 16,0 0 1-16,8 0 0 15,-8 0-1-15,12 0 0 16,-1 0 2-16,-3 0-2 16,4 0 2-16,-4 0 0 0,4 0-2 15,3 0 2 1,-7 0 5-16,12 0-6 0,-8 0-1 16,-1 0 2-16,1-6 8 15,12-4-9-15,-12 0 7 16,7 1-1-16,-7-6-3 15,8 8-2-15,-8-3 8 16,-1-4-4-16,-3 2-6 16,-4-3 6-16,-4 1-4 15,-4-1-1-15,12-4 2 16,3 0 4-16,1-6-2 16,-12 1-5-16,8 6 1 15,-16 0 6-15,3-2-4 0,-3 2-2 16,4-2 0-16,-8 1 3 15,-12-6-1-15,20-1-1 16,-8-3-1-16,0-3 0 16,-8 5-1-16,7-7 3 15,-3 8 0-15,-8-3-3 16,0 0 1-16,0-1-2 16,8 1 6-16,-8-2 0 15,0 4-5-15,-8-5 0 16,4-1 0-16,4 2 1 15,-12 0 3-15,4-1-4 16,-4 0 0-16,0 0 0 16,8 1 0-16,-8-1 0 15,0 4 0-15,0-1 1 0,0 0-1 16,0-2 8-16,0-5-4 16,0 5-1-16,0 0-1 15,-8 2-1-15,-4 0-1 16,-4-2 2-16,-8 2 0 15,4 0 2-15,-16-1-3 16,12-1 1-16,-7-1-1 16,3-2-1-16,4-2 0 15,-8 4 0-15,8-2 4 16,0 3 2-16,0-6-5 16,0 10 4-16,1-1 0 15,-9-1-3-15,-16 1 2 0,16-8-1 16,-16 0-3-16,-3-1-1 15,-17 3 0-15,12 4-1 16,-4 5-8-16,1 3-22 16,-9 17-30-16,-28 5-56 15,-7 0-163-15,-17 1-514 16</inkml:trace>
  <inkml:trace contextRef="#ctx0" brushRef="#br0" timeOffset="25248.77">1899 12907 476 0,'0'0'217'0,"0"0"-24"0,0 0-49 0,0 0-11 16,0 0-33-16,0 0-31 16,0 0-8-16,-267 136-5 15,219-117-9-15,24-4-14 16,12-5 8-16,1-9-20 15,11-1-5-15,0 0-4 16,0 0-3-16,0 0-8 16,0-11 10-16,67-23-6 15,17-15 9-15,31-12-14 16,-7 1 4-16,-1 7-2 0,-15 0-1 16,-9 8-1-16,-15 10 0 15,-32 10 2-15,-4 9-1 16,-28 8-1-16,-4 3 6 15,0 0-1-15,0 4-1 16,-12-2-2-16,-24-1-2 16,0 0 0-16,4 2 0 15,4-1 1-15,9 3 5 16,7-5-10-16,12 5 4 16,0 0 0-16,0 0 0 15,0-2 1-15,0 2-2 0,0 0-2 16,0-2-9-1,20-3 6-15,27-1 6 0,13 2-1 16,0 2 1-16,-12 2-4 16,-5 0 4-16,-7 0 0 15,0 0-1-15,-16 17-2 16,-8 9-2-16,-12 17-3 16,0 4-21-16,0 15-44 15,0-1-46-15,-24 12-43 16,-20 2-154-16,8-2-332 15</inkml:trace>
  <inkml:trace contextRef="#ctx0" brushRef="#br0" timeOffset="39297.9">5028 11782 486 0,'0'0'457'0,"0"0"-267"0,0 0-76 16,0 0-51-16,0 0 5 15,0 0-29-15,0 0-26 16,36-14 3-16,56-13-3 15,27-8 0-15,13-6 0 16,15-3 1-16,-8-2-4 0,-31 3-9 16,-25 7 1-16,-35 13-2 15,-16 11 3-15,-32 9-3 16,0 3 4-16,0 0 2 16,-20 0 1-16,-32 0-3 15,-15 0-2-15,-5-3 0 16,16 3 1-16,20 0 4 15,13-6 4-15,11 2 13 16,12-2-4-16,0-2-2 16,0 7-12-16,0-2-6 0,0-1 0 15,23 4-2-15,21 0 2 16,8 0-1-16,-8 0 1 16,-8 0-1-16,-12 18-2 15,7 6 3-15,-19 2-4 16,-12 7 1-16,0 0 1 15,0-2-21-15,0-5-47 16,-8-10-54-16,4-7-12 16,4-9-82-16,0 0-215 15</inkml:trace>
  <inkml:trace contextRef="#ctx0" brushRef="#br0" timeOffset="39814.24">6350 11012 658 0,'0'0'255'0,"0"0"-135"0,0 0-52 0,0 0 4 15,0 0-39-15,0 0-1 16,247-124-3-16,-191 124-4 0,-20 0 4 16,-12 0-6-1,-13 21-17-15,-11 17 5 0,0 13 6 16,0 0-5-16,-47 3 0 16,15-3-12-16,4-13-3 15,16-4 3-15,0-6 0 16,12-11 4-16,0-5-4 15,0-1-5-15,0-2-4 16,24 0 6-16,24 0 3 16,0 2-4-16,11-4 4 15,-3 10 0-15,-20-1 1 16,-12 6 2-16,-12 1-2 16,-12 1-1-16,0 7 3 15,-24-12 4-15,-20 3-4 16,-4-3-1-16,-12-14-1 15,13-5 0-15,11 0 0 16,-12 0 6-16,16 0-7 0,-4 0-10 16,24 0-69-16,1 0-116 15,11 0-240-15</inkml:trace>
  <inkml:trace contextRef="#ctx0" brushRef="#br0" timeOffset="45914.17">20206 5352 419 0,'0'0'295'0,"0"0"-170"0,0 0-64 0,0 0-23 15,0 0-27-15,0 0 11 16,0 0 19-16,56 83-24 0,-32-78 9 15,0 0 4 1,-8-5-10-16,3 0 14 0,-7 0-9 16,-8 0 5-16,4 0 19 15,4 0-5-15,0-6-17 16,-12-7 8-16,12-4-13 16,-12 7 5-16,0 0 2 15,0 2 20-15,0 4-6 16,0 1-10-16,0 3-17 15,0 0 13-15,-12 0-21 16,12 0-7-16,-12 0-1 16,4 7 0-16,-4 9 0 15,0 3-1-15,12 4 1 16,0-5-6-16,0 2 6 16,0-6 0-16,0 0 0 0,8-8-1 15,8-6 1-15,-8 0 0 16,16 0 0-16,-12 0 0 15,20-6 0-15,-4-13 0 16,-4-4 2-16,0 0 1 16,-16 1 6-16,-8 3-8 15,0 5 2-15,0 1 2 16,0 4 6-16,-20 3-11 16,16 6 7-16,-4 0 2 15,-4 0-9-15,-4 0-12 16,-16 8 4-16,8 15 8 15,0-2 1-15,12-2 0 16,12-2-1-16,0-8-9 0,0 0-2 16,0-5-3-16,0-4 8 15,0 0-7-15,0 0 8 16,12 0 4-16,0-10 1 16,0-8 3-16,-12-3 6 15,0 6-1-15,0 0-6 16,0 8 1-16,0 0-6 15,-12 7-22-15,-20 0-136 16,4 11-107-16,20 13-401 16</inkml:trace>
  <inkml:trace contextRef="#ctx0" brushRef="#br0" timeOffset="47813.04">21854 6467 524 0,'0'0'229'0,"0"0"-22"0,0 0-74 0,0 0-38 16,0 0-14-16,0 0-32 15,-47-16 4-15,47 16-22 16,-8 0-7-16,8 0-10 16,-4 4-13-16,4 5-1 15,0-1 1-15,0 1-1 16,0 2 3-16,0-1-8 15,0-3 9-15,0-2-9 16,0-5 6-16,0 0-1 16,4 0 0-16,16 0 1 15,-8-3 7-15,0-12 5 16,11-4-10-16,-15 0 4 16,-8 6-2-16,0-6 0 0,0 6-5 15,0 4 7-15,-8 2 0 16,-15 7 14-16,-1 0 1 15,-8 0-14-15,8 0-8 16,-4 7-3-16,8 9 0 16,4 5 2-16,4-2 0 15,4 2-2-15,8 0 3 16,0-1-4-16,0-11 1 16,0 0 3-16,12-2-2 15,12-7-5-15,8 0 5 16,-8 0-1-16,0 0 3 0,0 0 1 15,-12-7 1 1,11-11 5-16,-15-1 2 0,-4 5-9 16,-4 2 7-16,0-5-6 15,0 8 7-15,0-1-7 16,0 7 7-16,-12 0 6 16,1 3-4-16,-1 0-3 15,0 0-7-15,-8 0-4 16,4 3 1-16,4 14 3 15,4-8-3-15,4-1 1 16,4-3-9-16,0-2-33 16,0 3-45-16,0 0-58 15,24 4-156-15</inkml:trace>
  <inkml:trace contextRef="#ctx0" brushRef="#br0" timeOffset="53329.15">5180 12760 916 0,'0'0'196'0,"0"0"-70"0,0 0-64 0,0 0-4 0,0 0-26 0,0 0-17 16,0 0-2-16,0 9-2 15,4 2 21-15,27-6 27 16,-7 5-31-16,0 0-7 16,0-3-2-16,0 1-9 0,8-1-2 15,-8-5-2 1,-8-2 3-16,4 0-7 0,15 0 5 15,13-22 5 1,44-25 6-16,3-14-6 0,21-11-12 16,11-2 0-16,5 1-1 15,7 4-58-15,0-2-166 16,1 6-369-16</inkml:trace>
  <inkml:trace contextRef="#ctx0" brushRef="#br0" timeOffset="71027.92">18526 12739 700 0,'0'0'266'0,"0"0"-97"0,0 0-90 0,0 0-24 15,0 0-20-15,0 0-5 16,0 0-16-16,0 8 2 16,0-8 2-16,0 0 0 15,0 0-1-15,0 0-1 16,20 0 0-16,40-8 8 16,7-9 0-16,9-6-12 15,-8-2-9-15,11-1 3 16,-7-2-6-16,7 3-4 15,-19-1 4-15,-24 3 4 16,0 8-4-16,-24 2-2 16,-12 4 2-16,0 5 8 0,0 4-8 15,0 0 3-15,0 0-3 16,-24-3-6-16,-20-5-3 16,4 7 7-16,-7-5 2 15,-9 3 0-15,24-1 0 16,-4-2 2-16,20 3 2 15,4 0-3-15,12-2 3 16,0 5 5-16,0-1-5 16,0 1 0-16,0 0-4 15,0 0-3-15,0 0 3 0,0 0-11 16,24 0 7 0,12 0 3-16,0 0 1 0,-12 1-1 15,-4 13 0-15,-5 3-5 16,-3 11-4-16,-4 6-13 15,-8 12-34-15,0 3-43 16,0 9-77-16,-31 6-218 16</inkml:trace>
  <inkml:trace contextRef="#ctx0" brushRef="#br0" timeOffset="72094.67">18594 13328 415 0,'0'0'207'0,"0"0"-87"0,0 0-6 15,0 0-23-15,0 0 2 0,0 0-30 16,-60 32 2 0,60-32-21-16,0 0-9 0,0 0 9 15,0 0-22-15,16 0 5 16,40-7 12-16,15-13-2 15,9-4-16-15,-1-4-17 16,-7 3 3-16,0 3 0 16,-13-5 2-16,-15 5-3 15,-16 4-6-15,-16 5 9 16,-4 6 4-16,-8 5-11 16,0-4 10-16,0 5 3 15,0-3-5-15,-20-2-4 16,-16 0-6-16,0 1 0 15,-11 0 5-15,11 0-2 16,0 1 2-16,12-3-3 0,4 5 1 16,16-4 2-16,4 5 1 15,0 1 0-15,0 0 1 16,0 0-7-16,0 0 0 16,0-3-2-16,0 3-1 15,28-3-2-15,16-1 5 16,4 1 2-16,-1 3-2 15,-3 0 1-15,-8 0-2 16,-12 0 0-16,-12 13-1 16,0 7-6-16,0 5-4 0,-12 10 0 15,0 5-7 1,0 11-38-16,-12 7-82 0,-32 5-99 16,4-3-365-16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4:02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6095 8800 680 0,'0'0'197'0,"0"0"-28"16,0 0-53-16,0 0-22 0,0 0-33 16,0 0-5-1,0 0-10-15,0 0-21 0,-12 0-17 16,24 0-1-16,44 0 3 15,24 0 11-15,15 0-4 16,9 0-8-16,3 0 3 16,9 0-3-16,-13 0-6 15,-7 0-2-15,19 0-1 16,-31 0 1-16,8 0 0 16,-33 0 1-16,-23 3-2 15,-12 1 0-15,-12 0-3 16,8-3-5-16,-20-1-2 15,4 0-11-15,-4 0-24 16,0 4-33-16,12 3-50 0,-4-3-89 16,8-2-163-1</inkml:trace>
  <inkml:trace contextRef="#ctx0" brushRef="#br0" timeOffset="734.22">9623 8820 804 0,'0'0'226'0,"0"0"-67"15,0 0-55-15,0 0-10 0,0 0-29 16,0 0-21-16,-127-17-20 15,127 17-8-15,0 0-14 16,0 0-2-16,55 0 7 16,41 4 4-16,7 0-2 15,25-4-1-15,3 0-4 16,5 0-3-16,-17 0 1 16,20 0 1-16,-19-4-3 15,-29-3 0-15,-11-2-1 16,-32 1-4-16,-24 7-27 0,-12 1-34 15,-12 0-78 1,0 0-72-16,0 0-271 0</inkml:trace>
  <inkml:trace contextRef="#ctx0" brushRef="#br0" timeOffset="14500.87">1513 11809 542 0,'0'0'301'0,"0"0"-130"0,0 0-58 0,0 0-44 15,0 0-9-15,0 0-17 16,0 0 1-16,0 0-11 16,-48 5-17-16,60-5 3 15,36 3 25-15,11-3-10 16,9 0-6-16,-8 0-2 15,11 0-7-15,-3 0-5 16,4 0 0-16,11 0-4 16,-3 0 5-16,12 0-5 0,-9 0-9 15,33 0 10 1,-21 0-9-16,21 0 5 0,-9 0-3 16,-15 0 2-1,11 0 1-15,-19 0-4 0,11 0 1 16,-3 0 0-16,0 0 7 15,-21 0-3-15,13 0-4 16,-16 0-1-16,-9 0 6 16,13 0-4-16,-4 0 3 15,-1 0-2-15,-3 0 0 16,-8 0 2-16,-1 0-5 16,-7 0-3-16,0 0 2 15,-12 0 1-15,12 0-2 16,-16 0 1-16,3 0-2 15,-11 0 2-15,0 0-2 0,0 0 0 16,-12 0 2 0,8 0-2-16,-8 0-1 0,0 0 1 15,0 0 0-15,-8 0 2 16,4 0-2-16,-4 0 0 16,4 0 1-16,-8 0-1 15,4 0 0-15,-4 0-1 16,0 0 2-16,0 0-1 15,0 0 0-15,0 0 0 16,0 0-14-16,0 0-45 16,0 0-88-16,-52 0-186 15</inkml:trace>
  <inkml:trace contextRef="#ctx0" brushRef="#br0" timeOffset="18098.9">22754 11092 413 0,'0'0'73'0,"0"0"120"0,0 0-72 0,0 0-79 16,0 0-31-16,0 0-11 15,0 0 0-15,0 0-3 16,0 20-8-16,0-1-41 15,0-3-64-15,0 1-160 16</inkml:trace>
  <inkml:trace contextRef="#ctx0" brushRef="#br0" timeOffset="18332.81">22814 11417 317 0,'0'0'223'0,"0"0"-105"15,0 0-76-15,0 0-30 16,0 0-9-16,0 0-3 16,-4 19-1-16,4-10-3 15,0 1-47-15,0 0-59 16,0 6-44-16,0-1-187 15</inkml:trace>
  <inkml:trace contextRef="#ctx0" brushRef="#br0" timeOffset="18532.43">22798 11683 236 0,'0'0'293'16,"0"0"-129"-16,0 0-79 15,0 0 5-15,0 0-33 16,0 0-25-16,-12 3-17 15,12 1-15-15,0 3 1 16,0-1-3-16,0 8-1 16,0 3-37-16,0 3-68 15,0-2-32-15,12 5-65 16,0-1-69-16</inkml:trace>
  <inkml:trace contextRef="#ctx0" brushRef="#br0" timeOffset="18682.43">22846 11959 178 0,'0'0'205'15,"0"0"-67"-15,0 0-32 16,0 0-51-16,0 0-22 16,0 0 8-16,0 44 6 15,0-39-37-15,0 0-1 16,0 6-9-16,0-2-1 16,0 2-48-16,4 7-53 15,4-4-168-15</inkml:trace>
  <inkml:trace contextRef="#ctx0" brushRef="#br0" timeOffset="18882.47">22858 12301 371 0,'0'0'137'0,"0"0"-49"15,0 0-31-15,0 0-39 16,0 0-7-16,0 0-9 15,0 29-2-15,0-21-2 16,0-2 0-16,0 1-57 16,0 2-154-16</inkml:trace>
  <inkml:trace contextRef="#ctx0" brushRef="#br0" timeOffset="19065.5">22838 12624 309 0,'0'0'152'15,"0"0"-102"-15,0 0-17 16,0 0-22-16,0 0-11 16,0 0 0-16,-4 55-26 15,4-47-119-15</inkml:trace>
  <inkml:trace contextRef="#ctx0" brushRef="#br0" timeOffset="19315.66">22826 13065 91 0,'0'0'59'0,"0"0"-12"15,0 0-9-15,0 0-38 16,0 0 0-16,0 0 0 0,0 31-10 16,0-27 7-16,0 3-9 15,8-7-113-15</inkml:trace>
  <inkml:trace contextRef="#ctx0" brushRef="#br0" timeOffset="19565.66">22826 13065 210 0,'44'162'220'0,"-44"-148"-58"15,0 3-55-15,0-1 10 0,0-3-25 16,0-8-29-1,0 3-4-15,0-6-6 0,0-2-5 16,0 0 5-16,0 0 1 16,0 0 0-16,0 0-11 15,0 0-8-15,0 0-15 16,0 0-16-16,0-20-4 16,0 3-82-16,0-7-151 15,0 0-501-15</inkml:trace>
  <inkml:trace contextRef="#ctx0" brushRef="#br0" timeOffset="20482.3">19458 11007 330 0,'0'0'384'0,"0"0"-158"0,0 0-107 0,0 0-28 15,0 0-39 1,0 0-18-16,-24 0-8 0,24 0-3 16,0 0-6-1,0 0-17-15,0 0-3 0,12 0-6 16,35 0-25-16,13 0-86 15,0 0-107-15,8 0-27 16,3 0-183-16</inkml:trace>
  <inkml:trace contextRef="#ctx0" brushRef="#br0" timeOffset="20664.93">20230 11007 139 0,'0'0'341'0,"0"0"-148"16,0 0-81-16,0 0-9 15,0 0-60-15,0 0-6 0,143 0-33 16,-99 0-4-16,28 0-10 16,-5 0-37-16,13-2-95 15,-16-2 18-15,3 4-39 16,5-3-94-16</inkml:trace>
  <inkml:trace contextRef="#ctx0" brushRef="#br0" timeOffset="20815.77">21166 10985 267 0,'0'0'139'0,"0"0"21"16,0 0-78-16,0 0-27 16,0 0 3-16,0 0-18 15,115 0-20-15,-91 0-20 0,24 0 0 16,8 0-40 0,3 0-35-16,21 0-70 0,3 0-246 15</inkml:trace>
  <inkml:trace contextRef="#ctx0" brushRef="#br0" timeOffset="20967.54">22277 10976 260 0,'0'0'146'15,"0"0"-46"-15,0 0-66 0,0 0-26 16,0 0-8-1,0 0-6-15,139 0-139 0</inkml:trace>
  <inkml:trace contextRef="#ctx0" brushRef="#br0" timeOffset="21198.74">23141 11041 368 0,'0'0'150'16,"0"0"-54"-16,0 0-30 0,0 0-36 16,0 0 2-16,0 0-19 15,0 0-13-15,0 0-62 16,-16 11-336-16</inkml:trace>
  <inkml:trace contextRef="#ctx0" brushRef="#br0" timeOffset="23349.98">22683 11036 87 0,'0'0'566'0,"0"0"-390"0,0 0-74 16,0 0-44-16,0 0 3 16,0 0-13-16,0 0-12 15,-72 76-17-15,72-57-9 0,0 0-5 16,0-9 1 0,0-6 5-16,0 1-7 0,12-5-3 15,4 0 17-15,4 0 12 16,-4 0 9-16,4 0-15 15,-8-15-12-15,-12-8-5 16,11 4-2-16,-11-6 5 16,0 1-7-16,0 2 9 15,0 8 6-15,-11 3 13 16,-9 6-10-16,4 5-6 16,-8 0-9-16,4 0-2 15,4 5-4-15,-4 18-1 16,8 1 1-16,0 3 0 15,12-8 0-15,0-4-2 16,0-1 0-16,0-5 0 0,8-2 1 16,8-7-2-16,8 0-4 15,0 0 7-15,0 0 0 16,-4-4 6-16,-8-15 5 16,-12 0-8-16,12-1-1 15,-12 6-2-15,0-1 0 16,0 13-22-16,0 2-65 15,0 0-144-15,0 0-411 16</inkml:trace>
  <inkml:trace contextRef="#ctx0" brushRef="#br0" timeOffset="25581.39">10415 11601 553 0,'0'0'204'0,"0"0"-31"0,0 0-62 15,0 0 5-15,0 0-40 16,0 0-17-16,0 0-16 0,-139 14-2 16,139-14-6-16,0 6-8 15,0-6-9-15,0 2-9 16,0-2-3-16,0 2 4 15,32 5 9-15,32 0 22 16,27-3-4-16,25-4-14 16,3 0-10-16,9 0-7 15,-1 0 1-15,12 0-4 16,-19 0 1-16,-17 0-4 16,5 0 2-16,-29 0-2 15,-19-4 1-15,-12 4-1 16,-12 0 0-16,-16 0 0 15,4 0 0-15,-24 0 0 16,11 0 0-16,-11 0 0 0,0 0 0 16,0 0 0-16,0 0 1 15,0 0 0-15,0 0 0 16,0 0 1-16,0 0-2 16,0 0 0-16,0 0-10 15,0 0-59-15,0 0-143 16,-11 0-325-16</inkml:trace>
  <inkml:trace contextRef="#ctx0" brushRef="#br0" timeOffset="33850.46">14317 12699 684 0,'0'0'255'0,"0"0"-89"0,0 0-51 0,0 0-26 16,0 0-9-16,0 0-18 0,0 0-28 16,0 0-12-16,-71 7-3 15,71-7-3-15,4 0-11 16,51 0 2-16,17 0 14 15,44 0-5-15,11 0-6 16,4-10-6-16,-3 1 1 16,3 1-2-16,-15 3 2 15,-13 2-5-15,-19 3 0 16,-25-4 0-16,-15 4 1 16,-20 0-1-16,-12 0 0 15,-12 0-1-15,0 0-3 16,0 0-6-16,0 0-59 0,0 0-80 15,-24 7-73 1,-12 8-260-16</inkml:trace>
  <inkml:trace contextRef="#ctx0" brushRef="#br0" timeOffset="40396.9">22985 10479 142 0,'0'0'122'0,"0"0"-54"0,0 0 58 0,0 0-55 16,0 0 14-16,0 0-32 15,0 0-10-15,0 0 3 16,0 0 1-16,0 0-20 16,0 0-7-16,0 0-18 15,0 0-2-15,0 0 0 16,0 0 0-16,0 0 0 15,0 0 0-15,0 0-6 16,-8-2 4-16,4-2-21 16,-4 4-34-16,-4-3-23 15,0 3-42-15,8-2-101 16,-4 2-2-16</inkml:trace>
  <inkml:trace contextRef="#ctx0" brushRef="#br0" timeOffset="40580.47">22985 10479 155 0,'-127'-21'125'0,"119"18"-45"15,4 3 25-15,-4 0-16 16,8-5-18-16,-4 4-15 16,4-2-23-16,-8-1 1 15,4 4-17-15,-8 0-10 16,4 0-7-16,4 0-3 16,-8 0-43-16,4 0 4 15,4 0-56-15,-4 0-40 16,-4 0-158-16</inkml:trace>
  <inkml:trace contextRef="#ctx0" brushRef="#br0" timeOffset="40746.62">22543 10446 416 0,'0'0'159'0,"0"0"-60"15,0 0-63-15,0 0-2 16,0 0-34-16,0 0 0 15,-48 4-22-15,41 1-51 16,3-2-103-16,4 7-281 16</inkml:trace>
  <inkml:trace contextRef="#ctx0" brushRef="#br0" timeOffset="40913.08">22543 10446 32 0,'-231'105'421'0,"227"-105"-243"15,-8 1-108-15,4-1-26 16,4 4-9-16,-3-4-26 16,3 4-9-16,4-3-1 15,-8 10-33-15,4-5-28 16,-4 5-42-16,4-2-37 16,4 0-44-16</inkml:trace>
  <inkml:trace contextRef="#ctx0" brushRef="#br0" timeOffset="41097.5">22149 10685 292 0,'0'0'217'16,"0"0"-108"-16,0 0-43 16,0 0-21-16,0 0 20 15,0 0-16-15,-52 37-21 16,52-34-18-16,-8 1-10 16,8 1 2-16,-4 7-4 15,4 5-11-15,-8 2-42 16,8-1-55-16,0 5-57 15,0-4-96-15</inkml:trace>
  <inkml:trace contextRef="#ctx0" brushRef="#br0" timeOffset="41581.06">22038 10994 189 0,'0'0'247'16,"0"0"-87"-16,0 0-66 0,0 0-38 16,0 0 18-16,0 0-47 15,-56 118-5-15,56-108-16 16,0-1-6-16,0 1 2 15,0 3-6-15,0 2-3 16,0-2-26-16,0 2-51 16,12 3 16-16,-12 3-43 15,12 0 7-15,-12 3 14 16,0-2 54-16,0 0 36 16,0 0 22-16,0-3 98 15,0-2-17-15,0-2-9 16,0-3-63-16,0 1 30 0,0-5-19 15,0 6-5 1,0-4-22-16,0-4 13 0,0 5-15 16,0-2-2-16,0 1-11 15,0 1 1-15,0 0-1 16,0 8-5-16,0-9-35 16,0 5-28-16,12-8-10 15,8 1 44-15,-8 1 1 16,0 2 11-16,-1-2 1 15,1 0 3-15,-8-4 18 16,8 3 0-16,0 1 9 16,-4 2-7-16,4 1 17 15,-8-1-5-15,4-1 16 0,4 0-11 16,-12 1-17 0,12-5-2-16,0-3-2 0,0 1-15 15,12-4-78-15,-4 0-53 16,-4 0-174-16</inkml:trace>
  <inkml:trace contextRef="#ctx0" brushRef="#br0" timeOffset="42663.36">22157 11281 448 0,'0'0'141'0,"0"0"-80"0,0 0-33 0,0 0-9 15,0 0-15-15,0 0-5 0,24 36 1 16,-24-19 0 0,12 3-58-16,-12-8-24 0,12 7-35 15,0 1 25-15,-4-4-30 16,4 4 49-16,-8-3 73 15,8-2 52-15,0-1 11 16,0-2 22-16,-1 1 18 16,-11-1-42-16,8-3 0 15,-4 0-14-15,4 2-4 16,-4-1-20-16,4-1-14 16,-4-2-6-16,4-2 0 15,4 3 0-15,0-2-3 0,12 0-6 16,0 0-10-16,-4-1-57 15,4 3 0-15,0 1-28 16,-8-2 30-16,3 2 12 16,-7-2 58-16,0-1-6 15,0-1 13-15,0 5-6 16,8-3 38-16,-16 0 45 16,4 1-10-16,-4-3-8 15,4 2-27-15,-4-2-3 16,8-3 2-16,-4-2-27 15,4 4-10-15,4 0 4 16,-4 3-4-16,8-5 0 16,-8 1-5-16,11-3-35 15,1 7-5-15,-4-7-30 16,4 5-46-16,-12 0-5 0,4-2-53 16</inkml:trace>
  <inkml:trace contextRef="#ctx0" brushRef="#br0" timeOffset="42813.2">22870 11758 163 0,'0'0'160'0,"0"0"-13"16,0 0-63-16,0 0-18 0,0 0 4 16,0 0-39-16,71 0-5 15,-59 0-2-15,8 0-17 16,-8-1-7-16,4-8-6 16,8-2-54-16,-4 6-82 15,4-10-309-15</inkml:trace>
  <inkml:trace contextRef="#ctx0" brushRef="#br0" timeOffset="42981.96">22870 11758 222 0,'386'-177'186'0,"-374"166"-98"15,8-2-55-15,-4-2-33 16,4 1 0-16,-4-1-8 15,-4 1-5-15,-1-4-23 16,9-2-98-16,-8-2-16 16</inkml:trace>
  <inkml:trace contextRef="#ctx0" brushRef="#br0" timeOffset="43214.14">23467 11058 250 0,'0'0'114'0,"0"0"-71"16,0 0-10-16,0 0 12 16,0 0-30-16,0 0-8 15,0-73-7-15,0 57-18 0,0 1-55 16,0-1-64-1</inkml:trace>
  <inkml:trace contextRef="#ctx0" brushRef="#br0" timeOffset="43413.54">23467 11058 32 0,'0'-222'241'0,"-12"209"-135"16,0 1-20-16,0 1-35 16,0-4 25-16,0 3 6 15,12-1-32-15,-8-3 27 16,4 1-33-16,-8 0-16 15,4 1-23-15,4-2-5 16,-8 3 0-16,1-4-28 16,-1-3-29-16,0 6-25 15,-8-6-7-15,4 2-11 16,-16-3 33-16,8 4-70 0,-8-3-138 16</inkml:trace>
  <inkml:trace contextRef="#ctx0" brushRef="#br0" timeOffset="43646.63">22826 10351 170 0,'0'0'290'0,"0"0"-136"16,0 0-67-16,0 0-30 16,0 0 7-16,0 0-15 15,-131-42-8-15,123 35-12 16,-4 4-14-16,-4 0-15 0,8 3 2 15,-4 0 0-15,8 0-2 16,-16 0 0-16,-4 0-10 16,0 0-21-16,-12 0-33 15,12 6-87-15,-11 5-226 16</inkml:trace>
  <inkml:trace contextRef="#ctx0" brushRef="#br0" timeOffset="47313.02">22109 11011 414 0,'0'0'207'0,"0"0"-91"0,0 0-10 16,0 0-46-16,0 0-5 15,0 0 3-15,0 0 1 16,0-30-28-16,0 27 21 16,0 1-16-16,0-5-4 15,0 5-16-15,0 2 0 16,0 0-9-16,0 0-6 15,0 0-1-15,0 0 0 16,0 0-2-16,0 0-1 16,0 0 3-16,0 0 2 15,0 0-2-15,0 0-7 16,4 0 7-16,-4 0 5 0,0 0-5 16,8 0 1-16,-4 0-1 15,4 2 0-15,-4-2 0 16,-4 2-5-16,8-2 5 15,-8 0 1-15,0 0 2 16,0 0-3-16,0 0 3 16,0 0 0-16,0 0 1 15,0 0-4-15,0 0 2 16,0 0 0-16,0 0 5 16,0 0-4-16,0 0-2 15,0 0 0-15,0 0 1 16,0 0-2-16,0 5-2 0,0-5 2 15,0 2-3-15,0 1 3 16,0-3-1-16,0 4 1 16,0-4 0-16,0 0-5 15,0 0 5-15,0 0 0 16,0 0-1-16,0 0-2 16,4 0-1-16,4 0-56 15,4 0-168-15,-12 0-485 16</inkml:trace>
  <inkml:trace contextRef="#ctx0" brushRef="#br0" timeOffset="50879.73">22237 11186 255 0,'0'0'175'0,"0"0"-33"0,0 0-63 0,0 0-26 16,0 0 0-16,0 0-4 15,0 0-24-15,0-4 13 16,0 4 3-16,0 0-8 16,0 0 8-16,0 0 7 15,0 0-14-15,0 0 7 0,0 0-5 16,0 0-4 0,0 0-10-16,0 0-2 0,0 0 2 15,0 0-17-15,0 0 5 16,0 0 3-16,0 0-6 15,0 0 7-15,0 0 2 16,0 0-5-16,0 0 7 16,0 0 3-16,0 0-5 15,0 0-7-15,0 0 2 16,0 0-7-16,0 0-1 0,0 12-2 16,0 9 0-1,-12 12 1-15,-8 2 3 0,8 10 2 16,0 10-2-16,12 3-1 15,0 10 3-15,0-2-5 16,0 7 4-16,0 4-3 16,0 2 3-16,0 3-3 15,0 11 0-15,12 3 2 16,0 11-1-16,0 8 5 16,-12 0-3-16,0 11 0 15,0 3 1-15,0 9 2 16,0-2 2-16,0 4-8 15,0-2 2-15,0-4 5 16,0-6-6-16,0-8-1 16,0-1 1-16,24 9 2 15,8 1 0-15,-9 0-2 16,1-5 0-16,-12-12-3 0,12-7 3 16,-12-5 5-16,-12-7-7 15,12-10 7-15,-12-4-3 16,0-24-1-16,0-5 0 15,0-19-5-15,0-6 5 16,0-6-3-16,0-9-2 16,-12 0 0-16,0-7 5 15,12-3-1-15,-12 0 5 16,12 0 3-16,-12 0-4 16,12 0 1-16,-12 0-4 15,0 0-3-15,0-20-2 16,0-6-11-16,1-8-30 0,11-5-40 15,0-2-22 1,0-2-21-16,0 1-60 0,0-2-89 16,0-1-189-16</inkml:trace>
  <inkml:trace contextRef="#ctx0" brushRef="#br0" timeOffset="51113.48">22006 14497 159 0,'0'0'403'0,"0"0"-302"0,0 0-54 0,0 0-47 16,0 0-4-16,0 0-204 16</inkml:trace>
  <inkml:trace contextRef="#ctx0" brushRef="#br0" timeOffset="52130.13">22181 11472 98 0,'0'0'460'0,"0"0"-306"0,0 0-26 16,0 0-28-16,0 0-7 15,0 0-23-15,0-31 2 16,0 17-4-16,0-3-11 16,0 7 23-16,0 4 7 15,0 2-18-15,0 4-13 0,0 0-28 16,0 0-16 0,0 10-5-16,-12 29-6 0,0 12 1 15,-20 12-2-15,8-1 2 16,-4 9 0-16,5-3-3 15,-9-4 4-15,8-8-3 16,12-11 1-16,4-22-1 16,4-8 1-16,4-15-2 15,0 0 1-15,0 0 0 16,0-7 3-16,0-24 2 16,0-20-4-16,0-9-1 15,4-7 0-15,28-4 1 0,0 2-2 16,3 1 2-1,-7 7-1-15,-4 16 1 0,-4 16-1 16,-16 16 0-16,4 13 1 16,-8 0-2-16,12 0 0 15,0 22 1-15,12 20 2 16,12 0 5-16,-4 8-2 16,3 4 2-16,1-1-3 15,0 2 0-15,8 0-3 16,-4 1 1-16,-5-2-2 15,9-7 0-15,4 0-3 16,0-6-29-16,8-7-55 16,-9-12-111-16,-3-17-112 0,-8-5-701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5:24.8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812 7623 514 0,'0'0'258'0,"0"0"-72"0,0 0-25 0,0 0-51 15,0 0-35-15,-327 24 5 16,303-24 0-16,24 5-23 15,0-5-11-15,-11 3-15 16,11-3-3-16,0 2-5 16,0-2-5-16,0 0-9 15,0 0-3-15,0 0 6 0,0 0-12 16,59 0 3-16,57-16 0 16,35-15 11-16,4-4-7 15,-15 1-6-15,-37 1 1 16,-23 8-1-16,-28 3-1 15,-29 5 1-15,-3 12 1 16,-20 2 1-16,0-1 6 16,0 4-6-16,0-6 2 15,-24-4-5-15,-23 4 0 16,-9-3 1-16,8 5-1 16,24 0-3-16,0 3 2 15,12 1 2-15,12 0-1 0,0 0 4 16,0-4-3-1,0 1 0-15,0 3 8 0,0-4-7 16,0 4-2-16,0 0 0 16,48-2-5-16,12-2 3 15,32 4 2-15,-21 0 0 16,-3 0 2-16,-20 0-2 16,-12 10 0-16,-13 12 0 15,-11 10 0-15,0 2 0 16,-12 11 0-16,0 4-13 15,0 7-24-15,-36 7-66 16,-11 0-107-16,-13-4-204 16</inkml:trace>
  <inkml:trace contextRef="#ctx0" brushRef="#br0" timeOffset="9548.53">21667 10956 320 0,'0'0'65'0,"0"0"103"0,0 0-41 15,0 0-62-15,0 0 11 16,0 0-8-16,0 0-18 16,0 0 29-16,20 5-38 15,-20-5-10-15,0 0 1 16,0 0-14-16,0 0-9 15,0 0-1-15,0 0 2 16,0 0-9-16,0 0 14 16,0 0-15-16,0 0 12 0,0 0 4 15,0 0-11-15,0 0 15 16,0 0-2-16,0 0-4 16,0 0-3-16,0 6-2 15,0-6 0-15,0 0-8 16,0 0 12-16,0 0 14 15,0 0-13-15,0 0 4 16,0 0-6-16,0 0 4 16,0 0-6-16,0 0 4 15,0 0 4-15,0 0-6 0,0 0 8 16,0 0-11 0,0 0 4-16,0 0 0 15,0 0-4-15,0 0 10 16,0 0-7-16,0 0 10 0,0 0-6 15,0 0-13-15,0 0 0 16,0 0-2-16,0 0 3 16,0 0-8-16,0 0-3 15,0 0-49-15,0 0-82 16,0 0-79-16,0 0-230 16</inkml:trace>
  <inkml:trace contextRef="#ctx0" brushRef="#br0" timeOffset="10582.44">22265 7955 233 0,'0'0'350'0,"0"0"-196"0,0 0 6 16,0 0-37-16,0 0-18 15,0 0-30-15,-60-43 3 16,60 43-13-16,-12 0 14 0,12-4-25 15,0 4-13 1,0 0-12-16,0 0-17 0,0 0-1 16,0 0-11-16,0 0-2 15,60 0 2-15,31 0 3 16,17 0 10-16,15 0-7 16,9 0-1-16,-1 0-4 15,-4-4 1-15,-11 2-1 16,-9 2 0-16,-27-3-1 15,-8-2 1-15,-17 5-1 16,-19-1 0-16,-4 1 0 16,-20 0 1-16,-8 0-1 0,-4 0 2 15,0 0-1 1,0 0 0-16,0 0 2 0,0 0-3 16,0 0-2-16,0 0-32 15,0 0-72-15,0 0-99 16,0 0-231-16</inkml:trace>
  <inkml:trace contextRef="#ctx0" brushRef="#br0" timeOffset="33196.01">521 11071 707 0,'0'0'239'0,"0"0"-92"0,0 0-54 0,0 0-19 16,0 0-20-16,0 0-8 15,0 0-15-15,-139 41 4 16,139-39-6-16,0 2-3 16,0 0 3-16,0-4-7 15,-4 0 4-15,4 0-15 16,0 0 1-16,0 0 0 15,0 0-4-15,0 0-2 16,52-26 2-16,27-9 0 16,17-4 2-16,27-5-4 0,-15 5-6 15,7 3-1 1,-31 4 0-16,-16 9 2 0,-41 3 0 16,-7 6-1-16,-8 4 1 15,-12 1 0-15,0 1 3 16,0 6-1-16,0-1-1 15,0-2 1-15,0 4-3 16,-32-6 1-16,-3 1-1 16,7 3 0-16,8-1 0 15,8 1 1-15,12 3 1 16,0 0-2-16,0 0-1 16,0 0 1-16,0 0 0 0,0 0-6 15,0 0 0-15,48 0 0 16,19 0 6-16,-7 0 0 15,12 0 0-15,-17 0-1 16,-7 7 1-16,0 9-4 16,-16 3 2-16,-16 2-4 15,-8 11 2-15,-8 8-13 16,0 6-11-16,0 5-47 16,-12 0-58-16,-20 0-68 15,8-7-216-15</inkml:trace>
  <inkml:trace contextRef="#ctx0" brushRef="#br0" timeOffset="33862.8">2225 10944 427 0,'0'0'320'0,"0"0"-126"0,0 0-20 0,0 0-67 15,0 0-25-15,0 0-30 16,-71-5-8-16,71 5-13 15,0 0-8-15,0 0-14 16,63 0-2-16,29 0 18 16,35 0-8-16,37 0 10 0,23-9-17 15,12 1 0-15,-12-5-4 16,12 7-5 0,-4 2 2-16,-16 4-1 0,-4 0 0 15,-23 0 2-15,-13 0-4 16,-19 0 3-16,-9 0 2 15,-23 0 0-15,-21 0 4 16,-7 0 2-16,-16 0-2 16,-32 0-5-16,12 0 2 15,-24 0 5-15,0 0-8 16,0 0 10-16,0 0-10 16,0 0 6-16,0 0-8 15,0 0-1-15,0 0-1 16,0 0-26-16,0 0-45 0,0 0-84 15,0 0-92-15,0 0-361 16</inkml:trace>
  <inkml:trace contextRef="#ctx0" brushRef="#br0" timeOffset="42745.11">22452 10981 376 0,'0'0'187'0,"0"0"-99"0,0 0-28 0,0 0 1 15,0 0 0-15,0 0-20 16,0 0-8-16,20 0 1 16,-20 0-13-16,4 0 11 15,-4 0 9-15,0 0-11 16,0 0-5-16,0 0 18 16,0 0 0-16,0 0-5 15,0 0 11-15,0 0-19 16,0 0 4-16,0 0-10 15,0 0 4-15,0 0-2 16,0 0-8-16,0 0 10 16,0 0-8-16,0 0 5 15,0 0-3-15,0 0-11 0,0 0-1 16,0 0-1-16,0 0-7 16,0 0-3-16,0 0 1 15,0 0-1-15,0 0-3 16,0 0-35-16,0 0-62 15,0 8-49-15,0-3-162 16,0 2-234-16</inkml:trace>
  <inkml:trace contextRef="#ctx0" brushRef="#br0" timeOffset="43895.24">25653 12933 487 0,'0'0'231'0,"0"0"-14"0,0 0-48 16,0 0-22-16,0 0-57 15,0 0-13-15,0 0-23 16,-96 10-25-16,96-10-18 15,0 0 9-15,0 4-18 16,0 0-1-16,68-4 8 0,28 0 6 16,19 0 0-1,24 0-4-15,13-10-1 0,3-9-3 16,8 0-1-16,-8 3-3 16,-27 0 0-16,-17 7-3 15,-27 5 0-15,-24 2-2 16,-24-2 1-16,-17 1 1 15,-7-5 1-15,-8 7 1 16,-4-3-2-16,0 0 0 16,0 1-28-16,-27 3-112 15,-77-9-246-15</inkml:trace>
  <inkml:trace contextRef="#ctx0" brushRef="#br0" timeOffset="44961.79">22412 10827 559 0,'0'0'149'0,"0"0"-53"0,0 0-73 0,0 0-20 15,0 0-3-15,0 0-19 16,4 0-91-16,8 0-92 15</inkml:trace>
  <inkml:trace contextRef="#ctx0" brushRef="#br0" timeOffset="45761.59">22392 10220 391 0,'0'0'157'0,"0"0"-112"15,0 0-30-15,0 0-15 0,0 0-6 16,0 0-67-16,-12 0-104 16,12-3-65-16</inkml:trace>
  <inkml:trace contextRef="#ctx0" brushRef="#br0" timeOffset="46145">22392 10220 85 0,'-115'-13'196'0,"103"13"-42"15,0 0-36-15,0 0-53 16,8 0-13-16,-8 0-26 16,-8 0-4-16,8 0 7 15,0 0-27-15,0 0 1 16,0 0 2-16,4 0-5 16,-4 6-7-16,8-2 2 15,-8 3-18-15,4 2-15 16,-4-3-21-16,0 3-20 15,-4 1-25-15,-7 0-23 16,3-5 45-16,8-2 82 16,0 5 37-16,-12-7 89 15,16 7-23-15,-8-5-6 0,4 0-23 16,4 4-30-16,-4-7 22 16,8 3-13-16,4-3-20 15,-8 4-2-15,4-2-13 16,-4-1-16-16,8 7-1 15,-4-1-1-15,-4 6-46 16,4 0-64-16,-8 3-9 16,4-2-25-16,-4 3-29 15,1 3-98-15</inkml:trace>
  <inkml:trace contextRef="#ctx0" brushRef="#br0" timeOffset="46628.03">21763 10489 122 0,'0'0'190'15,"0"0"-30"-15,0 0-28 0,0 0-44 16,0 0-1-16,0 0-37 15,-96 83-18-15,96-73-16 16,-12 3-4-16,12-1-12 16,0 1 0-16,0 1-3 15,0 6-52-15,0 4-64 16,0 0 4-16,0 3-39 16,0 0-33-16,0 4 29 15,-12 2 158-15,0 2 1 16,1-7 97-16,3-1 41 15,-4 1-25-15,0-5-44 16,0 5-13-16,8-10-6 16,4 2-6-16,-8-6-32 0,8 3-5 15,0-4-7-15,-4 3 11 16,4 0-12-16,0 3 0 16,0 4 0-16,0-5 0 15,0 5 0-15,0 5-23 16,0-5-34-16,0 6 9 15,0-1 23-15,0-6 23 16,0 0 2-16,0-6 1 16,0 0 9-16,0-1 13 15,0-2 11-15,0 3-3 16,0 0 12-16,4-5 10 16,4 6 5-16,-4-2-6 0,8-1 6 15,-4-2-27 1,4-2-26-16,-8 0 1 0,4-1-6 15,3 0 0-15,13 1-19 16,0-4-66-16,-4-2-88 16,8 2-201-16</inkml:trace>
  <inkml:trace contextRef="#ctx0" brushRef="#br0" timeOffset="46811.56">21862 11681 55 0,'0'0'381'0,"0"0"-202"0,0 0-102 0,0 0-13 0,0 0-16 16,0 0-21-1,84 29-13-15,-60-27-13 0,0-2-2 16,0 0-4-16,20 0-97 16,-9 0-48-16,-7 0-153 15</inkml:trace>
  <inkml:trace contextRef="#ctx0" brushRef="#br0" timeOffset="47177.93">22320 11712 343 0,'0'0'208'15,"0"0"-70"-15,0 0-48 16,0 0-22-16,0 0-21 16,0 0-21-16,120 0-15 15,-88 0-3-15,-5 0-7 0,5-14-1 16,-8 9 0-16,12-5-1 15,-12 3-8-15,-4 1 4 16,4 1-10-16,0-1 10 16,0-7 0-16,-1 2-17 15,9-3 9-15,-8 1 2 16,-8 0 8-16,-4-1 3 16,-4 8 19-16,-4 1 31 15,8-2 13-15,-4 1 18 16,4-4-27-16,-8 0 5 15,4 1-33-15,4-6-2 16,0 8-17-16,0-8 3 16,8 5-10-16,-9-13 0 0,13 1-8 15,4-9-62 1,8-2-70-16,-4-5-53 0,-8 0-87 16</inkml:trace>
  <inkml:trace contextRef="#ctx0" brushRef="#br0" timeOffset="47346.15">23160 11011 261 0,'0'0'259'15,"0"0"-99"-15,0 0-82 16,0 0 0-16,0 0-54 16,0 0-14-16,0-123-10 0,0 100-4 15,0-5-50 1,0 2-66-16,0-3-143 0</inkml:trace>
  <inkml:trace contextRef="#ctx0" brushRef="#br0" timeOffset="47560.98">22814 10428 440 0,'0'0'247'0,"0"0"-99"15,0 0-58-15,0 0-37 16,0 0-19-16,0 0-19 0,-107-71-15 16,95 54-3-1,0 4-61-15,0 1 1 0,-8-4-65 16,-4 7 43-16,0-1-63 16,-4 3 33-16,-16 2-158 15</inkml:trace>
  <inkml:trace contextRef="#ctx0" brushRef="#br0" timeOffset="47728.44">22312 10255 304 0,'0'0'211'16,"0"0"-98"-16,0 0-45 15,0 0-3-15,0 0 1 16,0 0-5-16,-75-4-9 16,63 1-35-16,4 0-16 15,-4 3-1-15,12-3-8 0,-12 0-68 16,0-2-102-16,12 0-237 15</inkml:trace>
  <inkml:trace contextRef="#ctx0" brushRef="#br0" timeOffset="47861.06">21862 10233 555 0,'-8'0'185'0,"8"0"-71"0,0 1-86 15,0 4-28 1,0 1-57-16,0-3-125 16</inkml:trace>
  <inkml:trace contextRef="#ctx0" brushRef="#br0" timeOffset="49211.29">21783 10947 568 0,'0'0'223'0,"0"0"-87"0,0 0-34 0,0 0-34 16,0 0-32-16,0 0-30 0,-12-3-1 16,12 3-1-16,0 0-4 15,0 0 1-15,0 0 16 16,0 0-3-16,0-5 11 16,0 5-4-16,0-1-5 15,0-7-1-15,0 3 2 16,0-10-1-16,0 4-9 15,0 0-1-15,0 1 9 16,0-1-10-16,0 9 13 16,0-5-7-16,0 7 5 15,0-3-3-15,0 3 5 16,0 0-14-16,0 0 5 16,-8 0-9-16,-4 0-6 0,0 0 4 15,0 3 0-15,8 6-1 16,4 3 3-16,-8 2-2 15,8-2 1-15,0 1-3 16,0-1 1-16,0-4 1 16,8-7-6-16,8 4 4 15,16-5 0-15,-16 0 0 16,4 0 3-16,4 0 1 16,-12-10 0-16,-12-6 4 15,0 1-3-15,0-1 5 16,0 0-5-16,0 0 5 15,0 6-5-15,0 1 7 16,-24 6 5-16,0 3-4 16,-8 0-6-16,8 0-2 15,-4 0 2-15,8 0-3 0,-4 0-5 16,0 19 5-16,24-4-5 16,-12 1 4-16,12 0-5 15,0 1 3-15,0-6-8 16,0 1-10-16,24-4-2 15,0-5-3-15,0 1 7 16,0-4 10-16,-12 0 8 16,0 0 0-16,-12-4 2 15,8-8 7-15,-8-1 4 16,0-3 3-16,0 6-4 0,0-1-3 16,0 2-8-1,0 9-4-15,0 0-27 0,0 0-171 16,0 0-498-16</inkml:trace>
  <inkml:trace contextRef="#ctx0" brushRef="#br0" timeOffset="72592.52">565 15538 708 0,'0'0'331'0,"0"0"-171"16,0 0-45-16,0 0-33 0,0 0-14 0,0 0-26 15,0 0-10-15,-68 10-6 16,136-42-14-16,28-10 8 16,43-13-10-16,-8-1-1 15,9-1-9-15,-13 3 1 16,-31 9-1-16,-29 10 0 15,-31 14 1-15,-16 8-1 16,-20 0 6-16,0 4-3 16,0 0 3-16,-56-2-6 15,-3 5-2-15,-21 1 2 16,20-2 3-16,12 7-2 16,17-4 4-16,15 4 10 15,8 0 6-15,8 0-1 0,0 0-8 16,0 0-6-1,0 0-6-15,20 0-5 0,51 0 2 16,21 0 3-16,3 0 1 16,-3 0-1-16,-16 11 0 15,-21 13 0-15,1 8-1 16,-20 10 1-16,-24 2 0 16,-12 10 0-16,0 6-1 15,0 7-15-15,-36 3-44 16,-8 0-82-16,8-10-93 15,13-7-243-15</inkml:trace>
  <inkml:trace contextRef="#ctx0" brushRef="#br0" timeOffset="77876.16">28524 10680 494 0,'0'0'154'0,"0"0"-120"0,0 0-26 16,0 0-8-16,0 0 0 16,0 0-17-16,0 0 7 15,0 0 5-15,0 0-2 16,0 0 7-16,0 0-9 15,0 0-8-15,0 0-57 16,0 0-54-16,0 0-72 0</inkml:trace>
  <inkml:trace contextRef="#ctx0" brushRef="#br0" timeOffset="78359.92">28854 10671 505 0,'0'0'158'0,"0"0"-64"0,0 0-29 0,0 0-30 15,0 0-19-15,0 0-11 16,-4 3-1-16,4-3 3 16,0 0-3-16,0 0-3 15,0 0 1-15,0 0-2 16,0 0-14-16,0 0-56 15,12 0-50-15,28 0-208 16</inkml:trace>
  <inkml:trace contextRef="#ctx0" brushRef="#br0" timeOffset="79058.88">31434 10137 465 0,'0'0'195'0,"0"0"-43"0,0 0-34 15,0 0 21-15,0 0-30 16,0 0-17-16,-175 36-30 16,163-30 14-16,0-3-4 0,4-2-20 15,4 4-15-15,4-5-17 16,0 3-2-16,0-3-5 15,0 0-3-15,0 3-3 16,48-3 5-16,32 0 7 16,15 0-5-16,13 0-12 15,7-3 4-15,0-9-6 16,5-5 0-16,-9 7 1 16,-23-1 0-16,-12 3 1 15,-17 3-2-15,-11 0 0 16,-12 4-2-16,-12 1 4 15,-4 0-5-15,-8 0 3 16,-12 0 0-16,4 0 0 16,-4 0-2-16,0 0 0 0,0 0 2 15,0 0-13-15,0 0-20 16,0 0-28-16,0 0-68 16,0 0-31-16,0 0-49 15,-28 6-198-15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7:08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7389 10944 685 0,'0'0'190'0,"0"0"-32"0,0 0-34 0,0 0-41 16,0 0-24-16,0 0-21 16,0 0-5-16,0 0-12 15,-55 16-8-15,55-15-3 16,0 7-2-16,8 4 5 15,31 1 34-15,29 0-16 16,16 0-12-16,19-6 2 16,13-5-11-16,-1 1 6 15,13 4-11-15,-21-5-5 16,9 2 4-16,-33 3-2 16,1-3-1-16,-17-2 1 0,-19 3-2 15,0-1 1-15,-24 0 0 16,-4-2-1-16,-8-2 0 15,-12 0 0-15,4 0-1 16,-4 5 0-16,0-5-3 16,0 0-36-16,0 0-75 15,0 0-74-15,12 0-155 16,-4-7-534-16</inkml:trace>
  <inkml:trace contextRef="#ctx0" brushRef="#br0" timeOffset="2666.3">6454 11788 569 0,'0'0'196'0,"0"0"-21"0,0 0-32 0,0 0-30 0,0 0-32 0,0 0-21 16,-48 0-22-16,48 0-4 15,0 0-10-15,0 0-4 16,0 0-15-16,0 0 4 16,24 0-9-16,36 0 3 15,23-6 6-15,21 0-1 16,-1 2-7-16,-7 0 0 16,11-1 0-16,-3 5 0 15,-9 0-2-15,-3 0 5 0,-20 0-5 16,-5 0 1-16,-19 0 0 15,-16 0 1-15,-8 0-1 16,-20 0 0-16,-4 0-2 16,0 0 1-16,0 0 1 15,0 0 0-15,0 0 3 16,0 0-6-16,0 0 0 16,0 0-28-16,0 0-77 15,0 0-99-15,-24 9-310 16</inkml:trace>
  <inkml:trace contextRef="#ctx0" brushRef="#br0" timeOffset="16614.78">11984 13541 935 0,'0'0'152'0,"0"0"-47"0,0 0-49 0,0 0 22 0,0 0 30 15,0 0-40-15,0 0-7 16,0 0-30-16,-60 9-8 16,60-5-6-16,0-1-1 15,0-3-11-15,0 0-2 16,0 0 1-16,56 0-4 15,28 0 8-15,31 0 2 16,5 0-9-16,-5 0 2 16,25 0-3-16,-1-11 4 15,0-1-11-15,-7-1 15 16,-5 2-14-16,4-4 12 16,-19 6-7-16,-17 4 3 15,-23-2-4-15,-16 7 3 16,-8 0-1-16,-13 0 1 0,-11 0-1 15,-4 0-1 1,-16 0-5-16,4 0 5 0,-4 0-13 16,-4 0-10-16,8 0-30 15,-8 0-57-15,0 0-83 16,-12 12-146-16</inkml:trace>
  <inkml:trace contextRef="#ctx0" brushRef="#br0" timeOffset="19265.49">4865 15316 729 0,'0'0'245'0,"0"0"-163"0,0 0-11 0,0 0 16 15,0 0 3-15,0 0-20 16,0 0-20-16,-20 16-30 16,100-16-7-16,51 0 23 15,52 0 3-15,16 0-9 16,36-16-18-16,12 3-11 16,-28-4 1-16,-8 3-1 0,-24 4-1 15,0 3-1-15,-23 4 1 16,-49 3 0-16,-31 0-2 15,-24 0 2-15,-29 0-3 16,-7 6 2-16,-12 1-2 16,-12 2 1-16,0-2 1 15,0-2-7-15,0 3-45 16,0 4-36-16,0 11-45 16,-44-6-130-16,-15 0-391 15</inkml:trace>
  <inkml:trace contextRef="#ctx0" brushRef="#br0" timeOffset="25631.31">21504 6378 853 0,'0'0'178'0,"0"0"-54"0,0 0-45 0,0 0 5 16,0 0-18-16,0 0-10 16,0 0-22-16,-72 0-34 15,164 0 4-15,39-16 7 0,45 0 0 16,-1 3-6 0,0-2 0-16,-12 8-4 0,-8 3-1 15,-19 4 1-15,-21 0 0 16,-39 0-1-16,-8 0 1 15,-33 0-2-15,-11 0 2 16,-12 0-3-16,-12 0 2 16,0 0-3-16,0 0-7 15,0 8-38-15,0 10-90 16,-24 5-55-16,-47-1-393 16</inkml:trace>
  <inkml:trace contextRef="#ctx0" brushRef="#br0" timeOffset="29797.1">28408 6464 687 0,'0'0'282'0,"0"0"-66"0,0 0-101 0,0 0-12 16,0 0-10-16,0 0-28 16,0 0-24-16,-187 0 1 15,187 0-16-15,0 0-14 16,0 0-5-16,36 0-2 16,79 7 10-16,60-6 10 15,25-1-1-15,30 0-14 0,-18 0-5 16,-13 0-5-1,-8 9 2-15,-4 2 3 0,-16-1-3 16,-32-1-2-16,-31-2-2 16,-40-2 2-16,-21-1-1 15,-19 0 0-15,-8-4-1 16,-20 0 2-16,0 0-14 16,0 1-2-16,0-1-38 15,0 5-37-15,-60-2-54 16,-43 4-91-16,-5-1-236 15</inkml:trace>
  <inkml:trace contextRef="#ctx0" brushRef="#br0" timeOffset="30397.23">18466 7696 963 0,'0'0'195'0,"0"0"-48"0,0 0-38 0,0 0-15 15,0 0-18-15,0 0-46 16,-119 0-21-16,182 0-8 16,73 0-1-16,39-7 4 15,28-4-4-15,-4 2 0 16,-4 4-9-16,-20 5-64 16,-7 0-95-16,-21 0-45 15,-20 0-240-15</inkml:trace>
  <inkml:trace contextRef="#ctx0" brushRef="#br0" timeOffset="35696.8">20206 10106 579 0,'0'0'177'0,"0"0"-36"0,0 0-66 0,0 0-21 16,0 0-21-16,0 0-12 15,0 0-7-15,12 3 22 16,56-3 4-16,15 0-13 16,1 0-10-16,12 0-4 15,3-3-4-15,-15-6-5 16,-5 4 0-16,-15-1-3 16,-8 2-1-16,3 2 0 15,-15-1 0-15,-16 1 0 16,-8 2 0-16,-8-4-2 15,12 4-19-15,8 0-96 0,-4 0-110 16,3-7-285-16</inkml:trace>
  <inkml:trace contextRef="#ctx0" brushRef="#br0" timeOffset="36414.44">23093 10046 763 0,'0'0'155'0,"0"0"-34"0,0 0-46 0,0 0 1 0,0 0-35 15,0 0-31-15,-12 0-9 16,83 0 7-16,21 0-5 16,4 0 6-16,7 0-2 15,5-6-2-15,3 1 3 16,-15 0-6-16,7 1 4 15,-31 1-4-15,-24 3 1 16,-13 0 2-16,-15 0-3 16,-16 0 0-16,-4 0 4 15,0 0-4-15,0 0-2 16,0 0 4-16,0 0-2 16,0 0-2-16,0 0-5 15,0 0-57-15,0 0-127 0,0 0-172 16</inkml:trace>
  <inkml:trace contextRef="#ctx0" brushRef="#br0" timeOffset="39180.53">28348 11056 237 0,'0'0'133'0,"0"0"-43"0,0 0-32 0,0 0 17 0,0 0 6 15,0 0-32-15,-183-34 33 16,147 32-9-16,9-2-6 16,-5 0 14-16,-4 4 5 15,0 0-11-15,-8 0-10 16,8 0-12-16,13 0 13 15,-1 0-8-15,12 0-9 16,4 0-24-16,4 0 14 16,4 0-29-16,0 0 0 15,0 0-3-15,0 0-4 16,0 0 1-16,0 0-4 16,24 0 1-16,55 0 0 15,29 0 8-15,31-1-1 16,4-9-2-16,17-2-1 15,-5-1-2-15,4 4-3 16,-15 2 1-16,-25 1-1 0,-15 2 0 16,-25 4 0-16,-31-3 6 15,-12 3-10-15,-24 0 4 16,-4 0 0-16,-8 0-1 16,0 0 0-16,0 0 0 15,0 0-5-15,0 0-46 16,0 0-72-16,0 0-112 15,-12 0-259-15</inkml:trace>
  <inkml:trace contextRef="#ctx0" brushRef="#br0" timeOffset="46580.89">22579 14840 572 0,'0'0'161'0,"0"0"-5"0,0 0-44 15,0 0-1-15,0 0 3 16,0 0-48-16,0 0-9 16,0 0-1-16,12-98 1 15,-12 94-6-15,0 4-10 16,0 0-14-16,0 0-14 16,0 0-2-16,0 0-6 15,0 0-5-15,0 0-3 16,12 0-1-16,8 9 1 15,-4 7 0-15,16-4 3 16,-8 5 0-16,-1-3 2 16,-11 4 0-16,20-2-2 15,-16 0 7-15,-4-7-5 0,0-3 0 16,-4-3-2-16,-4-3 0 16,4 0 6-16,4 0-1 15,24 0 15-15,23-31-4 16,25-18 4-16,28-14-10 15,-5 1-5-15,-3-3-5 16,-9 5 1-16,-15 7 1 16,-17 2-1-16,1 7-1 15,-16 13 1-15,-12 10-1 16,-20 5 0-16,-4 10 1 16,-12 3-1-16,0 3 1 15,0 0-1-15,0 0-3 16,0 0-9-16,0 0-35 0,8 0-34 15,4 0-85 1,0 0-60-16,11 3-85 0,1-3-400 16</inkml:trace>
  <inkml:trace contextRef="#ctx0" brushRef="#br0" timeOffset="49631.08">28727 16830 819 0,'0'0'108'0,"0"0"70"0,0 0-73 16,0 0 5-16,0 0-11 0,0 0-22 15,0 0-33-15,-112 17-21 16,112-15-15-16,24-2-7 0,72 0 0 15,31 0 5-15,24-6 2 16,13-13-7-16,11-3 1 16,-8 2-2-16,4 2 0 15,-16 8-1-15,-15 3-45 16,-21 7-72-16,-39-2-72 16,-8-6-276-16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8:12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9225 5365 613 0,'0'0'313'0,"0"0"-166"0,0 0-45 0,0 0-32 15,0 0-40-15,0 0 0 16,0 0 26-16,235 0-19 16,-144 0-6-16,5 0-3 15,-16-2-9-15,-9-9-6 16,-3 5-8-16,-8 0-2 16,-5-4-2-16,-7 3-1 15,0 1-4-15,24 6-38 0,-1-5-95 16,29-6-173-1,19-1-554-15</inkml:trace>
  <inkml:trace contextRef="#ctx0" brushRef="#br0" timeOffset="435.06">12275 5312 863 0,'0'0'182'0,"0"0"-64"0,0 0-69 16,0 0-35-16,0 0-14 0,0 0 0 15,0 0 7-15,139 0-7 16,-71 0 0-16,-8 0-4 16,19 0-18-16,-7 0-164 15,0-6-315-15</inkml:trace>
  <inkml:trace contextRef="#ctx0" brushRef="#br0" timeOffset="4734.47">10204 5403 577 0,'0'0'62'0,"0"0"-62"0,0 0-3 15,0 0-33-15,0 0-257 16</inkml:trace>
  <inkml:trace contextRef="#ctx0" brushRef="#br0" timeOffset="4917.17">11809 5306 549 0,'0'0'55'0,"0"0"-43"15,0 0-12 1,0 0-2-16,0 0-68 0,0 0-396 16</inkml:trace>
  <inkml:trace contextRef="#ctx0" brushRef="#br0" timeOffset="12717.08">6995 6697 739 0,'0'0'211'0,"0"0"-85"0,0 0-4 0,0 0 6 16,0 0-37-16,0 0-19 15,0 0-29-15,-203 46-15 16,203-46-18-16,0 0 2 16,0 0-2-16,0 4-2 15,60 2-2-15,55-6 18 16,41 3 12-16,19-3-23 15,12 0-11-15,0 6 8 16,0 7-10-16,-4 6 1 16,-7 0 0-16,-13-2 0 0,-8 2-1 15,-27-4 0-15,-13 1 1 16,-43-4-1-16,-13 5 0 16,-15-5 0-16,-20-2 0 15,-20-1 0-15,4-7 0 16,-8 3 0-16,0-3 1 15,0-2 3-15,0 0 0 16,0 0 0-16,0 0-2 16,0 0-1-16,0 0-1 15,0 0 0-15,-8 3-13 16,-8 4-43-16,-16-3-59 16,4-2-80-16,8-2-249 15</inkml:trace>
  <inkml:trace contextRef="#ctx0" brushRef="#br0" timeOffset="13636.57">13011 6642 884 0,'0'0'128'0,"0"0"3"0,0 0-36 16,-326 60-5-16,278-47-4 15,24-4-3-15,24-9-30 16,0 0-14-16,0 0-26 16,0 0-5-16,48 0-7 15,56 3 12-15,71-3 11 0,24 0-9 16,32 0-2-16,-4 0-12 15,-8-6 1-15,-20 2 1 16,-36 2 0-16,-24 2-2 16,-43 0 0-16,-36 0 1 15,-29 0-3-15,-7 0 2 16,-24 0-2-16,0 0-1 16,0 0 0-16,0 0-3 15,0 0-26-15,0 0-31 16,0 0-50-16,0 6-36 15,-12 7-57-15,0-4-151 16</inkml:trace>
  <inkml:trace contextRef="#ctx0" brushRef="#br0" timeOffset="14633.88">17391 6963 916 0,'0'0'167'0,"0"0"-26"0,0 0-65 0,0 0 9 15,0 0-12-15,0 0-2 16,44-11-33-16,63-20-11 16,37-9-18-16,27 0 1 15,16-2-4-15,4 5-6 16,4 6 2-16,-8 5-2 16,-11 10 1-16,-33 10-1 0,-40 6-9 15,-19 0-17 1,-28 0-93-16,4 0-18 15,-13 6-68-15,-15-2-224 0</inkml:trace>
  <inkml:trace contextRef="#ctx0" brushRef="#br0" timeOffset="17100.29">23312 6673 875 0,'0'0'102'0,"0"0"35"0,0 0-53 16,0 0 24-16,0 0-20 0,0 0-23 16,-255 117-23-16,255-113-5 15,0 6-17-15,68-1-17 16,51 4 17-16,56-3 16 16,24-8-15-16,20 1-10 15,-20 5-7-15,-23 1 1 16,-33 7-5-16,-28-1 1 15,-19 1-1-15,-28-3 0 16,-21 0 0-16,-15-4 0 16,-8-2 3-16,0-5-3 0,-12-2-2 15,-8 3 0 1,-4 1-8-16,8-1-67 0,-4 1-81 16,4 2-36-16,-4 1-127 15,8-7-403-15</inkml:trace>
  <inkml:trace contextRef="#ctx0" brushRef="#br0" timeOffset="19266.73">28874 6798 818 0,'0'0'154'0,"0"0"13"0,0 0-74 15,0 0-28-15,0 0 6 16,0 0-14-16,-36 15-10 15,36-15-17-15,4 0-12 16,76 0 1-16,51 0 6 0,32-23 0 16,25 5-15-16,11 2-7 15,0 7-2-15,-24 5 0 16,-36 4 0-16,-23 0-2 16,-37 0 1-16,-19 4 0 15,-16 5-1-15,-8 3-10 16,-12 2-10-16,-1-2-96 15,-19 7-59-15,-4-6-154 16,0-9-618-16</inkml:trace>
  <inkml:trace contextRef="#ctx0" brushRef="#br0" timeOffset="73352.92">12673 9774 528 0,'0'0'166'0,"0"0"-40"0,0 0 8 16,0 0-46-16,0 0-12 0,0 0-2 16,0 0-11-16,0-11-15 15,0 11-9-15,0 0-11 16,0 0-4-16,0 0-7 16,0 0 14-16,0 0-7 15,0 0-12-15,0 0-5 16,0 0-6-16,-28 0 4 15,-16 0 2-15,-3 0-5 16,11 0 1-16,0 0 0 16,0 0-3-16,4 0 0 15,-4 1 2-15,4 5-1 16,5-4-1-16,7 0 1 16,4 3-1-16,4-5-1 0,4 0 1 15,-4 0 1-15,12 0 2 16,0 0 0-16,0 2 0 15,0-2-1-15,0 7-2 16,0 0 0-16,-12 6-1 16,0-2-3-16,12 3 5 15,-12 5-1-15,12 3 0 16,-12 10 4-16,12 3 5 16,-12 2-8-16,12 2 2 15,0 1-2-15,0 9 3 16,0 2-1-16,0 3 2 15,0-1-8-15,0 5 3 16,24 2-1-16,0-4 1 16,-12 2 6-16,12-2-2 0,-12-5-4 15,-4-3 0-15,4 1 1 16,-8 2 0-16,-4-5 3 16,8 2-3-16,-4-6 1 15,-4-11-2-15,8-2 0 16,-4-15 0-16,3-4 0 15,-3-5 6-15,8-5-6 16,-4 0 1-16,-8 0 0 16,24 0-1-16,0 0 2 15,8 0-1-15,8 0 7 16,16-16-8-16,3-5-10 0,1 4-62 16,8-2-42-1,3-5-80-15,-11 0-280 16</inkml:trace>
  <inkml:trace contextRef="#ctx0" brushRef="#br0" timeOffset="75236.02">17077 10680 757 0,'0'0'137'0,"0"0"-21"0,0 0-44 15,0 0 23-15,0 0-50 16,0 0-28-16,0 0-13 16,43-13 1-16,-43 4-5 0,0-7-8 15,0-19-246 1,-24-12-581-16</inkml:trace>
  <inkml:trace contextRef="#ctx0" brushRef="#br0" timeOffset="75419.21">17077 9588 900 0,'0'0'151'15,"0"0"-22"-15,0 0-68 16,0 0-24-16,0 0-37 16,0 0-7-16,35-13-160 0,1 13-288 15</inkml:trace>
  <inkml:trace contextRef="#ctx0" brushRef="#br0" timeOffset="76535.33">24880 9682 726 0,'0'0'264'0,"0"0"-55"0,0 0-82 0,0 0-2 15,0 0-5-15,0 0-45 16,-23-139-26-16,11 139-35 16,12 16-14-16,0 29 0 15,0 13 0-15,0 10 0 16,0-2 2-16,0-6 0 0,35-14 0 16,1-13-2-1,8-19 3-15,4-14-3 0,-12 0-5 16,19 0 2-16,-7-31 1 15,-12-17 2-15,0-8-1 16,-4-5 1-16,-28 4-1 16,-4 6 1-16,0 20 0 15,0 14 0-15,0 14 1 16,0 3-1-16,0 23-3 16,0 28-3-16,-12 22 6 15,8 9 6-15,4 10-3 16,0 1-2-16,0 5 0 15,0-10-1-15,16-9-10 16,16-12-78-16,7-22-127 0,5-23-96 16,24-22-331-16</inkml:trace>
  <inkml:trace contextRef="#ctx0" brushRef="#br0" timeOffset="76719.21">25653 10133 793 0,'0'0'357'0,"0"0"-193"0,0 0-83 16,0 0-47-16,0 0-8 15,0 0-13-15,255-93-13 16,-160 73-7-16,9-11-104 16,-1 5-163-16,13-10-434 0</inkml:trace>
  <inkml:trace contextRef="#ctx0" brushRef="#br0" timeOffset="77085.52">26632 9682 580 0,'0'0'439'16,"0"0"-249"-16,0 0-102 16,0 0-5-16,0 0 8 15,0 0-33-15,279-68-27 16,-243 68-27-16,-24 31-1 15,0 14 3-15,-12 12 5 0,0 6 2 16,0-6-9-16,-12-3 0 16,12-9-1-16,0-7-3 15,0-7 0-15,48-9-1 16,11-4 1-16,21-7 0 16,0 2 0-16,-5-1 0 15,-7 5 0-15,-20 1 1 16,-12 2-1-16,-25 5 0 15,-11 1 2-15,0 2-5 16,-3 3 6-16,-65-5-1 16,-12-1-2-16,-3-5 0 15,-1-9-4-15,4-7-63 16,9-4-105-16,23 0-94 16,16-9-368-16</inkml:trace>
  <inkml:trace contextRef="#ctx0" brushRef="#br0" timeOffset="77352.03">27604 9295 868 0,'0'0'392'0,"0"0"-165"0,0 0-123 16,0 0-68-16,0 0-19 0,0 0-12 15,163 111 38 1,-59-34-26-16,-1 10-14 0,-19 11 0 16,-29 8 2-16,-31 10-5 15,-24 3 0-15,-8 9 0 16,-75 8-19-16,-21-2-31 16,-23-1-61-16,-36-11-43 15,-36-19-63-15,-36-13-259 16</inkml:trace>
  <inkml:trace contextRef="#ctx0" brushRef="#br0" timeOffset="77752.31">23913 9324 1114 0,'0'0'204'0,"0"0"-77"15,0 0-15-15,0 0-61 0,0 0-50 16,0 0 1 0,-36 133-2-16,48-15 15 0,32 19 7 15,4 6 2-15,31-3-15 16,-7-16-1-16,35-18-7 16,17-18 1-16,7-23-2 15,32-15-2-15,37-20-29 16,23-30-45-16,43-3-139 15,13-65-158-15</inkml:trace>
  <inkml:trace contextRef="#ctx0" brushRef="#br0" timeOffset="78137.67">28723 8820 880 0,'0'0'251'0,"0"0"-91"16,0 0-83-16,0 0-24 15,0 0-12-15,0 0-33 16,258 31 0-16,-258 20-8 15,0 10 4-15,0 3 14 16,-11-8 16-16,-13-12-12 0,12-11-3 16,0-15-10-16,12-11-1 15,0-7-7-15,24 0 7 16,35 0 14-16,9-9 5 16,-8-17-24-16,7 6-1 15,-19-1-2-15,-12 5-31 16,12 2-100-16,-16 5-77 15,4 9-248-15</inkml:trace>
  <inkml:trace contextRef="#ctx0" brushRef="#br0" timeOffset="78369.53">29204 9997 921 0,'0'0'211'16,"0"0"-72"-16,0 0-78 15,0 0-7-15,0 0-36 16,315-60-18-16,-259 44 0 16,-8 1-35-16,-13 2-52 15,-3-4-94-15,-16 8-102 16,-16-3-96-16</inkml:trace>
  <inkml:trace contextRef="#ctx0" brushRef="#br0" timeOffset="78538.46">29519 9750 599 0,'0'0'281'0,"0"0"-55"15,0 0-60-15,0 0-30 16,0 0-17-16,0 0-41 16,-36-29-43-16,36 38-23 15,0 25 1-15,24 12 3 16,20 8-9-16,-20 6-5 15,12 11-2-15,-13 5-16 16,-11 5-97-16,-12 6-77 16,0-17-166-16,-71-11-648 15</inkml:trace>
  <inkml:trace contextRef="#ctx0" brushRef="#br0" timeOffset="79168.91">19999 10734 896 0,'0'0'191'0,"0"0"-66"0,0 0-80 15,0 0-4-15,0 0-26 16,0 0-8-16,0-3-7 16,0 1-10-16,0-9-106 0,0-7-189 15</inkml:trace>
  <inkml:trace contextRef="#ctx0" brushRef="#br0" timeOffset="79350.8">19796 10035 871 0,'0'0'202'0,"0"0"-25"16,0 0-61-16,0 0 0 15,0 0-29-15,0 0-72 16,-48-35-15-16,48 35-26 0,0 9-149 16,16 12-94-16,32-5-633 15</inkml:trace>
  <inkml:trace contextRef="#ctx0" brushRef="#br0" timeOffset="80550.66">31139 9328 927 0,'0'0'166'0,"0"0"33"0,0 0-72 0,0 0 10 16,0 0-66-16,0 0-26 16,-254 18-33-16,186 66-1 15,8 15 2-15,12 14 0 16,29 2-2-16,19 4-10 15,0-6 0-15,19-12-1 16,53-25 0-16,0-25 0 16,-5-29-1-16,1-13-4 0,-16-9-2 15,-8 0 7 1,4-23 0-16,-29-11 4 0,-15-5 0 16,-4 9-3-16,0 7 4 15,-51 6-5-15,-13 12-1 16,0 3 0-16,-3 2-2 15,19 0-14-15,12 0-53 16,16 0-52-16,16 0-97 16,4-11-81-16,16-5-347 15</inkml:trace>
  <inkml:trace contextRef="#ctx0" brushRef="#br0" timeOffset="80733.66">31331 9924 719 0,'0'0'320'0,"0"0"-105"0,0 0-89 16,0 0-8-16,0 0-35 16,0 0-53-16,211-34-20 15,-144 18-10-15,17-6-4 16,-4 0-39-16,3-7-119 16,-11 2-48-16,-16 3-155 15,-13-5-368-15</inkml:trace>
  <inkml:trace contextRef="#ctx0" brushRef="#br0" timeOffset="81284.64">31996 9648 701 0,'0'0'286'0,"0"0"-75"16,0 0-83-16,0 0-18 16,0 0-36-16,0 0-14 15,-4 0-33-15,4 0-13 0,0 0-11 16,15 0 8-1,17-3-3-15,-8-3-2 0,-8 6-3 16,-16 0 0-16,0 0 5 16,0 0 0-16,0 0 3 15,0 0-4-15,0-8 2 16,0-1-3-16,0 1 4 16,-12-12-7-16,-12 5-3 15,0-5 6-15,8 4 5 16,-3 2 5-16,7 10-6 15,12-2-7-15,0 2 1 16,0 4-4-16,0-3-3 0,0 3-2 16,0-7-7-16,35-2 7 15,25 0 5-15,20-4 5 16,3-4-5-16,-3 5-3 16,12 3-2-16,-21-1-18 15,-11 7 3-15,-28 0 4 16,-16 0 9-16,-4 0 7 15,-12-1 6-15,0 0 1 16,0 4-1-16,0 0 6 16,0 0 2-16,0 0-10 15,0 0 1-15,0 24-1 0,0 15 3 16,-12 20 12 0,0 4-10-16,8 7-4 0,4-1-2 15,0 5-1-15,-8-4-2 16,8 0-7-16,0-14-52 15,0-5-19-15,0-12-139 16,0-18-133-16,20-13-426 16</inkml:trace>
  <inkml:trace contextRef="#ctx0" brushRef="#br0" timeOffset="81552.17">32768 8960 1225 0,'0'0'270'0,"0"0"-104"16,0 0-77-16,0 0-37 0,0 0-24 16,0 0-28-16,92 25 4 15,27 44 4-15,-4 18-5 16,-23 15-1-16,-24 10-1 15,-40 10-1-15,-28 5-6 16,0-3-24-16,-36 0-31 16,-56-4-10-16,-39-12-102 15,-32-9-32-15,-37-16-133 16</inkml:trace>
  <inkml:trace contextRef="#ctx0" brushRef="#br0" timeOffset="81967.16">29519 9537 167 0,'0'0'746'0,"0"0"-521"16,0 0-37-16,0 0-53 16,0 0-17-16,0 0-69 15,-12-105-48-15,12 147 6 16,56 18-7-16,15 20 5 15,13 14 4-15,-4 8 4 16,11 0 0-16,-3-1-9 16,11-8-4-16,-3-16 0 15,23-15-2-15,17-23-8 16,-5-24-29-16,20-15-48 16,17-6-95-16,7-48-46 0,20-19-241 15</inkml:trace>
  <inkml:trace contextRef="#ctx0" brushRef="#br0" timeOffset="82317.64">33035 8629 628 0,'0'0'336'0,"0"0"-112"16,0 0-114 0,0 0-45-16,0 0-22 0,362-95-17 15,-302 117-17-15,-24 21-9 16,-24 17 5-16,-12 6-3 16,0-2 6-16,-16-9-1 15,-8-6 1-15,4-17 3 16,16-14-3-16,4-5-1 15,0-9-4-15,0-4 3 16,24 0 3-16,39-4 12 16,5-27-11-16,0-5-10 15,-8-2-27-15,-17-1-85 16,-15 5-73-16,-4 3-312 0</inkml:trace>
  <inkml:trace contextRef="#ctx0" brushRef="#br0" timeOffset="83487.24">33429 7652 913 0,'0'0'168'0,"0"0"-89"0,0 0 28 16,0 0-38-16,0 0-35 15,0 0-31-15,-219-42-1 16,80 58 1-16,-25 10 10 15,-39 0 4-15,-36 15-7 16,-35 3 1-16,-41 10-9 16,-19-1-2-16,15 0 2 15,5-2-2-15,43-2 0 16,-8-11 0-16,32-6 3 0,0-3 1 16,8-7-4-16,5 3-5 15,-25 6 5-15,-20 8 2 16,-35 2-2-16,-17 7-1 15,5-2 0-15,31 0 0 16,16-10 0-16,20 1 2 16,28-13-2-16,32 3 1 15,12-3 0-15,12 6 1 16,-12 1 0-16,0 4 2 16,-20 2 1-16,-4 2-4 15,8 3 0-15,16 3 0 16,23-11 2-16,29-2-2 15,27-9-2-15,17-5 2 16,7 1 0-16,17-4-1 16,7 2-4-16,12-5 7 0,0-2-2 15,-7-1 2-15,-17-2 2 16,4 2 1-16,-3-9-2 16,11 0 9-16,0 0 40 15,12 0-41-15,-7 0-7 16,11 0 5-16,8 0 10 15,-4 0-10-15,-4-4-6 16,8 4-3-16,13 0 1 16,-13 0 9-16,12 0-4 15,-8 0 3-15,-4 0 2 16,4 0-7-16,8 0 4 16,1 4-2-16,11 1 2 15,8 3 2-15,-4-5 1 16,4-3-3-16,-4 0 7 0,4 4-7 15,-4-2-4-15,-4 9 1 16,-12 0-5-16,12 12 3 16,-12 12-3-16,4 12 3 15,16 11-3-15,4 7 0 16,0 12 0-16,0 10 0 16,0 11 1-16,24 13-1 15,24 16 1-15,0 13-1 16,-1 8 1-16,9 2 1 15,0-14-1-15,-16-13 0 16,4-13-1-16,-21-21 1 0,1-16 0 16,-12-13-1-16,0-14 1 15,-4-9-1-15,-8-9 0 16,4-11 1-16,-4-7 1 16,0-3 3-16,0-4 7 15,0 1 7-15,-60 0 0 16,-23 1-7-16,-21 6-11 15,9-5 6-15,7-1-6 16,1-5 1-16,-13 0 2 16,12 0-4-16,-11 0 2 15,15-5-3-15,13-12 3 16,23 8-3-16,16 0 1 16,20 2 0-16,12-1-17 0,0 1-80 15,36-13-130-15,55-18-131 16,17-10-635-16</inkml:trace>
  <inkml:trace contextRef="#ctx0" brushRef="#br0" timeOffset="183333.6">23981 6808 1006 0,'0'0'208'0,"0"0"-54"0,0 0-80 15,0 0-45-15,0 0-19 16,0 0-5-16,0 0 54 16,374-10-24-16,-199 6-17 15,20 4 6-15,4 0-4 16,0 0-10-16,-20 5-7 15,-27 9-2-15,-25-1 2 16,-31-9-3-16,-29 4 0 0,-7-5-1 16,-12-3-1-16,-4 0-6 15,-8 4-11-15,-5 1-75 16,-3 4-83-16,-16 6-97 16,-4-8-291-16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8:39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24542 5423 616 0,'0'0'182'0,"0"0"-22"0,0 0-20 0,0 0-21 15,0 0-27-15,0 0-10 16,0 0-25-16,-16 9-12 15,16-9-19-15,0 0-2 16,0 3-13-16,0 1-2 16,60-3-5-16,47 4 10 15,33-2 4-15,27-3-7 0,-4 0-5 16,0 0-2-16,1 0-4 16,-25 0 1-16,-24 0-1 15,-11-8 2-15,-32 0-2 16,-5 2 0-16,-27-2 0 15,-16 6 1-15,-16-2-1 16,-4 1-7-16,-4 3-16 16,0 0-41-16,8 0-30 15,-8 0-50-15,0 0-30 16,0 0-128-16,0 0-245 16</inkml:trace>
  <inkml:trace contextRef="#ctx0" brushRef="#br0" timeOffset="4719.82">19808 6571 680 0,'0'0'128'0,"0"0"12"0,0 0-54 0,0 0 31 15,0 0-34 1,0 0-25-16,-163 0-37 0,163 0-21 15,0 0 0-15,16 0 5 16,75 0-4-16,37 3 27 16,23-3-3-16,16 0-7 15,-8 4-14-15,-3-4 2 16,3 5-5-16,-28 3-1 16,-15-5 0-16,-13 1-2 15,-31-2 2-15,8 2 0 16,-29-3 2-16,-7-1-1 15,-20 0 0-15,-24 0-2 16,0 0 0-16,0 10-16 16,0 9-117-16,-103-2-208 0</inkml:trace>
  <inkml:trace contextRef="#ctx0" brushRef="#br0" timeOffset="17784.37">15568 7521 994 0,'0'0'156'0,"0"0"-64"0,0 0-14 16,0 0 11 0,0 0-40-16,0 0-36 0,0 0-4 15,167 0 14-15,-111 22 8 16,-9 1-3-16,-3-3-4 16,-4-5-10-16,-8-3 2 15,4-7 0-15,19-5 3 16,5 0-2-16,56-17 4 15,23-34-1-15,40-16-12 16,28-9 1-16,-4-1-9 16,-8 6 0-16,-28 15 0 15,-27 3-8-15,-25 15-8 0,-19 9-18 16,-16 12-24-16,-21 16-48 16,-15 1-96-16,-28 0-214 15</inkml:trace>
  <inkml:trace contextRef="#ctx0" brushRef="#br0" timeOffset="32718.15">16539 9420 554 0,'0'0'172'0,"0"0"-5"0,0 0-51 0,0 0-37 15,0 0-4-15,0 0-17 16,0 0-4-16,-36-3-11 15,24 3-11-15,12 0 19 0,-12-3-14 16,0 3-3-16,12 0-4 16,0 0-2-16,0 0-2 15,0 0-1-15,0 0-3 16,0 0-3-16,0 0-2 16,0 0-9-16,0-4-5 15,0 0-3-15,60-1 2 16,24-4-1-16,27-2 5 15,-3-1-5-15,-1 6 2 16,-3-2-3-16,-13 3 0 16,-7-2 2-16,-12 5-1 15,-5-5 0-15,-19 5 1 0,-16-2-1 16,-20 4 0-16,-8 0-1 16,-4 0 4-16,0 0-4 15,0 0 1-15,0 0 0 16,0 0-2-16,0 0-3 15,0 0-21-15,-12 0-60 16,-4 0-57-16,-4 6-94 16,20 1-234-16</inkml:trace>
  <inkml:trace contextRef="#ctx0" brushRef="#br0" timeOffset="33417.71">19553 9403 427 0,'0'0'162'0,"0"0"-40"0,0 0 29 0,0 0-3 0,0 0-15 16,0 0-35-1,0 0-20-15,-60 14-3 0,60-14-9 16,0 0-3-16,0 0-12 16,0 0-23-16,0 0-13 15,24 0-2-15,56 0 1 16,27 0 4-16,33 0-4 16,15-3-9-16,8-1 2 15,1 0-5-15,7 1-1 16,-20 1 0-16,-20 2 0 15,-11 0-2-15,-21 0 2 16,-11 0-4-16,-8 0 3 16,-21-4 0-16,-15 1 2 15,-20 1 1-15,-12-5 0 0,8 7-3 16,-16 0-4-16,-4 0-13 16,0 0-44-16,0 0-63 15,-4 0-73-15,-52 0-239 16</inkml:trace>
  <inkml:trace contextRef="#ctx0" brushRef="#br0" timeOffset="35568.23">7533 10293 538 0,'0'0'180'0,"0"0"-42"16,0 0-54-16,0 0-21 15,0 0 5-15,0 0-16 0,-4 3-4 16,4-3 7-16,0 0-12 16,0 0-12-16,0 0-10 15,0 0-15-15,0 0-2 16,0 0 0-16,0 0-2 16,0 0-4-16,0 0-1 15,0 0-16-15,0 6-72 16,0-2-69-16,28-1-98 15,15-3-106-15</inkml:trace>
  <inkml:trace contextRef="#ctx0" brushRef="#br0" timeOffset="35867.54">8361 10284 440 0,'0'0'269'0,"0"0"-101"0,0 0-73 15,0 0-35 1,0 0-19-16,0 0-3 0,0 1-37 16,0-1-1-16,0 0-6 15,-4 8-92-15,-16 5-210 16</inkml:trace>
  <inkml:trace contextRef="#ctx0" brushRef="#br0" timeOffset="63500.13">24940 9957 874 0,'0'0'227'0,"0"0"-131"15,0 0-31-15,0 0-35 0,0 0-6 16,0 0 31-16,0 0-8 16,0 0-14-16,104 82-8 15,-104-81-2-15,20-1-5 16,-16 0-4-16,15 0 6 15,17 0-11-15,16-27-2 16,16-4 0-16,3-7-7 16,-3 0-87-16,12 6-89 15,-17 5-92-15,-7 15-233 16</inkml:trace>
  <inkml:trace contextRef="#ctx0" brushRef="#br0" timeOffset="63817.16">24638 11104 572 0,'0'0'341'0,"0"0"-119"0,0 0-96 15,0 0-9-15,0 0-11 16,0 0-41-16,8-26-25 16,59-3-16-16,5-9-16 15,0 3-8-15,19-2-1 16,-31 16-29-16,8 6-102 15,-29 11-113-15,-3 4-232 16</inkml:trace>
  <inkml:trace contextRef="#ctx0" brushRef="#br0" timeOffset="64217.36">25064 11988 787 0,'0'0'287'0,"0"0"-91"16,0 0-75-16,0 0-33 16,0 0-42-16,0 0-26 15,4-102-3-15,39 75-17 16,9-3 0-16,16 5-1 15,-8 6-62-15,-5 10-133 16,-19 9-150-16,12 0-382 16</inkml:trace>
  <inkml:trace contextRef="#ctx0" brushRef="#br0" timeOffset="64583.32">25824 12678 920 0,'0'0'235'15,"0"0"-77"-15,0 0-60 16,0 0 0-16,0 0-46 16,0 0-25-16,12-42-18 15,36 12-8-15,0 0-2 16,7 0 1-16,-3 9-2 15,-8 5-59-15,4 12-81 16,-16 4-82-16,-9 0-186 16</inkml:trace>
  <inkml:trace contextRef="#ctx0" brushRef="#br0" timeOffset="64933.87">25689 13608 938 0,'0'0'178'0,"0"0"-20"0,0 0-71 15,0 0 10-15,0 0-49 16,0 0-27-16,44-81-3 16,3 48-16-16,13-2 0 15,-4-3-4-15,3 1-11 16,-3 13-101-16,-16 5-110 15,-20 16-234-15</inkml:trace>
  <inkml:trace contextRef="#ctx0" brushRef="#br0" timeOffset="65233.33">25864 14513 773 0,'0'0'172'15,"0"0"-5"-15,0 0-74 16,0 0 8-16,0 0-27 15,0 0-38-15,103-73-14 16,-55 49-18-16,0 3-4 16,-4 2-2-16,0 7-62 0,-17 4-109 15,-3 8-259-15</inkml:trace>
  <inkml:trace contextRef="#ctx0" brushRef="#br0" timeOffset="65449.86">25852 15218 1005 0,'0'0'121'16,"0"0"-37"-16,0 0-58 15,0 0 3-15,0 0-11 16,0 0-18-16,175-39-22 15,-119 20-262-15,-20 6-349 0</inkml:trace>
  <inkml:trace contextRef="#ctx0" brushRef="#br0" timeOffset="71834.23">16842 8405 535 0,'0'0'191'0,"0"0"-43"0,0 0-49 15,0 0-15-15,0 0-4 16,0 0-29-16,0 0-3 16,-84-99-2-16,72 92-13 15,-8 7 7-15,4 0-6 16,-16 0-19-16,-3 0-8 15,-9 0-4-15,-4 10-2 16,0 12-1-16,0 0 0 16,1 7 8-16,-1 6-8 0,4 10 0 15,8 8 6-15,0 10-4 16,1 4-2-16,-1 13 4 16,4-2 0-16,20 4 1 15,0 1-3-15,12 1-2 16,0 7 0-16,0 5-2 15,0 0 4-15,24 5 2 16,8-9-3-16,8-6 0 16,7-14-1-16,9-11 0 15,12-16 0-15,-5-14 0 16,17-8 0-16,4-13 1 16,-5-2-1-16,1-8 1 0,4 0-1 15,7-9 8 1,-7-31-3-16,7-3-2 0,-19-8-2 15,-4-2 3-15,-17-7-3 16,-7-9-1-16,-8-5 2 16,-24-10-2-16,-12-2 0 15,0-2 5-15,0 1 10 16,-24 4 12-16,-36 9-12 16,-11 0 0-16,-17 12-2 15,1 4 1-15,-13 10-9 16,12 14-5-16,-11 6 0 15,15 14-1-15,13 5-5 16,3 9-76-16,8 0-91 16,24 2-234-16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19:55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8452 5951 461 0,'0'0'217'0,"0"0"-67"15,0 0-38-15,0 0-21 0,0 0-10 16,0 0-23-16,0 0 19 16,-47 8-30-16,47-8-9 15,0 0-5-15,0 2 5 16,0 3-14-16,0-5-2 15,0 2-2-15,0 5-8 16,0 2 12-16,36-2 23 16,23-1-14-16,13-3-13 15,8-3-7-15,23 2-5 0,-7 2 2 16,7-4-8-16,-7 0 2 16,-1 0 0-16,-15 0-3 15,-8 0 3-15,-17 0 1 16,-7 0 1-16,-12 0-5 15,-12 0 6-15,-12 0-7 16,-4 0 2-16,-8 0-1 16,0 0 5-16,0 0 0 15,0 0-2-15,0 0 3 16,0 0-6-16,0 0 3 16,0 0 0-16,0 0-4 15,0 0-4-15,0 0-43 16,-8 0-60-16,4 6-84 15,4 1-123-15,0-7-422 16</inkml:trace>
  <inkml:trace contextRef="#ctx0" brushRef="#br0" timeOffset="732.32">11610 5940 486 0,'0'0'203'0,"0"0"-9"0,0 0-30 0,0 0-15 16,0 0-35-16,0 0-29 15,-52 0-4-15,52 0-19 16,0 0-29-16,0 0-9 0,0 0-18 16,0 0-6-16,4 0 2 15,56 0 1-15,43-11-3 16,25-1 1-16,11-5-1 15,0 10 1-15,-7-3-1 16,-5 0 0-16,-11 1 0 16,-33 2 0-16,-11 5-1 15,-36-2 1-15,-16 4-2 16,-16 0-4-16,-4 0-5 16,0 0-19-16,0 0-32 15,-24 0-37-15,-48 4-61 16,-19 14-213-16</inkml:trace>
  <inkml:trace contextRef="#ctx0" brushRef="#br0" timeOffset="3432.95">414 5944 248 0,'0'0'181'0,"0"0"-62"0,0 0-52 16,0 0-13-16,0 0 1 15,0 0 42-15,0-7-11 16,0 7-22-16,0 0-15 16,0 0-15-16,-8 0 7 15,8 0-17-15,-4 0-13 16,4 0-7-16,-8 0 2 16,8 0-6-16,-12 0 0 15,0 0 0-15,-12 3 4 16,0 3-2-16,0 3 0 15,-12 2-1-15,13 3-1 16,-9 3-2-16,4-4 1 0,8-2 1 16,-4 3-2-16,0-7 2 15,12 2 0-15,0-3 0 16,12-2-5-16,-8 5 5 16,8 1-1-16,-4 3-1 15,-4-2 0-15,8 9 2 16,-4 1 0-16,-8-1 0 15,4 3 1-15,8-7-1 16,-4 0 0-16,4 3 0 16,0-2 1-16,0 4-1 15,0 0 0-15,0 5 0 0,0 3 2 16,0-4-1 0,0 1 2-16,16 1-2 0,-4 2 1 15,8 3 2-15,-8-1-1 16,-12 0-3-16,12 6 0 15,0-3 2-15,0 7-1 16,0 0 4-16,-12 5-5 16,12 0 1-16,-12 5 0 15,12 0 0-15,-4 0-1 16,-4-3-1-16,-4 3 0 16,0-3 1-16,0-4 1 15,0 4-1-15,0-3 1 16,0 2-1-16,0-3 2 15,0-2-3-15,8 2 3 16,-8 1-2-16,0 0 1 0,4 2 0 16,4-3-2-16,-8 0 6 15,4 4-5-15,-4 0 1 16,0-3 8-16,0 2-9 16,0-5 0-16,0-2 0 15,0-3 0-15,0-3 0 16,0-8 2-16,0 4-2 15,0-1 0-15,0 0 0 16,0 0 1-16,0-2 1 16,0 8-2-16,0-2 0 15,0 5 0-15,0-1 0 16,0 2 1-16,0-1-1 0,0 6 0 16,0-6 0-1,0 7 0-15,0 3 0 0,8-1 3 16,-4 4-3-16,-4 3 0 15,0-1 1-15,0 5 0 16,0-11-1-16,0-2 0 16,0-8 1-16,0 3-1 15,0-2 0-15,0 0 1 16,0 6-1-16,0 3 0 16,0 11 0-16,0 4 1 15,0-1-1-15,0 1 1 16,0-3-1-16,0-1 0 15,0-2 0-15,-4 2 3 16,-4-5-3-16,4 1 0 0,4-6 2 16,-8-6-2-16,8-1 1 15,0 1 0-15,0-2 0 16,0 5-1-16,0 3 8 16,0-3-5-16,0 2 0 15,0-7-3-15,0 5 1 16,0-7 0-16,0-3 3 15,0 0-4-15,0-6 0 16,0-5 5-16,0 6-1 16,0-9 2-16,0-4-5 15,0-3-1-15,0-4 2 16,0 0-2-16,0 4 0 16,0-2 1-16,0 7 0 0,0 4 4 15,0-5-1-15,0 2 20 16,0-7-6-16,0-2-5 15,12 1-10-15,-12 3 6 16,12-8 1-16,0 3-4 16,-4-3-5-16,3 0 2 15,-7-2 0-15,4-1-3 16,16 3 0-16,-12-7 6 16,12 4-6-16,8-4 2 15,4 0-2-15,12 0 6 16,11 0-4-16,21 0 2 0,-20-11-3 15,23-2-1 1,-3 1 0-16,11-1 1 0,-15-5-2 16,-8-2-27-16,0-5-97 15,-9-7-118-15,-11 7-587 16</inkml:trace>
  <inkml:trace contextRef="#ctx0" brushRef="#br0" timeOffset="4832.81">16328 6140 292 0,'0'0'471'0,"0"0"-274"0,0 0-129 0,0 0-45 16,0 0-23-16,0 0-12 16,0 19-87-16,20-2-172 15</inkml:trace>
  <inkml:trace contextRef="#ctx0" brushRef="#br0" timeOffset="5016.2">16129 7201 576 0,'0'0'158'0,"0"0"-23"16,0 0-78-16,0 0-31 15,0 0-26-15,0 0-20 16,-12 27-200-16,12-16-231 16</inkml:trace>
  <inkml:trace contextRef="#ctx0" brushRef="#br0" timeOffset="5182.41">16153 7831 392 0,'0'0'282'0,"0"0"-199"16,0 0 13-16,0 0-20 16,0 0-54-16,0 0-22 15,24 11-2-15,8-5-112 16,3 9-245-16</inkml:trace>
  <inkml:trace contextRef="#ctx0" brushRef="#br0" timeOffset="5366.4">16551 8715 589 0,'0'0'66'0,"0"0"34"16,0 0 28-16,0 0-31 16,0 0-67-16,0 0-28 15,0 23-2-15,12-14-3 16,0 5-60-16,0 16-157 15,0 8-69-15</inkml:trace>
  <inkml:trace contextRef="#ctx0" brushRef="#br0" timeOffset="5533.56">16643 9682 559 0,'0'0'57'0,"0"0"11"15,0 0-60-15,0 0 23 16,0 0-31-16,0 0-14 16,0 114-166-16</inkml:trace>
  <inkml:trace contextRef="#ctx0" brushRef="#br0" timeOffset="5699.29">16643 10589 718 0,'0'0'148'16,"0"0"-27"-16,0 0-89 15,0 0-1-15,0 0-31 16,0 0-2-16,0 6-185 16</inkml:trace>
  <inkml:trace contextRef="#ctx0" brushRef="#br0" timeOffset="9932.93">8349 11768 629 0,'0'0'163'0,"0"0"-37"0,0 0-43 0,0 0-33 15,0 0-18-15,0 0-8 16,0 0 5-16,0 31 22 0,36-26-3 15,0-1-15 1,7-3-13-16,5 4 1 0,12-2-5 16,-4-3-5-16,3 0-5 15,13 0 10-15,-16 0-7 16,15 0-4-16,-11 0 3 16,8-9-2-16,0 0 3 15,-9 2-7-15,1 0 0 16,0-2 5-16,-5-1-5 15,-7-2-1-15,12-1 4 16,-4-3-5-16,-8 1 1 16,-1-5 0-16,13-4 2 0,-12 4-3 15,-16-1 7 1,3 6-6-16,-23 6-1 0,0-4 2 16,0-5 0-16,-4-2 5 15,-4-9 2-15,4-2 0 16,4-4-3-16,-12-3-5 15,4 0 2-15,-4-2-3 16,0 6 0-16,0 0 3 16,-4-1-2-16,-28-4 0 15,-4 2 1-15,1-5 3 16,3 4-3-16,-4 3 0 16,0 1 2-16,0-1 1 15,0-3-2-15,-7 5 5 0,3 6-7 16,-4-3 4-1,-4 10-2-15,4 3 6 0,-3 3-8 16,-13 2 7-16,12 4-8 16,0 4 1-16,-7-4-1 15,-5 8 0-15,16 0 0 16,-4 0 0-16,1 0-1 16,-1 8 1-16,0 14-1 15,-8 6-1-15,-3 7 2 16,15 3-5-16,-8 4 4 15,8 1 1-15,8 5 1 16,5 10-1-16,-5 9-1 0,12-1 0 16,0 2 2-1,12 7-1-15,12-8 0 0,0-1 0 16,0-3-1-16,0-1 1 16,12-9 0-16,20 5 0 15,8-8 0-15,3 1-1 16,5-10 1-16,8-9 0 15,-8-10 0-15,11-2 0 16,1-9-7-16,-4-4-14 16,-8-7-21-16,23 0-29 15,-11 0-35-15,-4-16-184 16,4-15-538-16</inkml:trace>
  <inkml:trace contextRef="#ctx0" brushRef="#br0" timeOffset="21866.09">26027 5283 544 0,'0'0'153'0,"0"0"-3"0,0 0-28 16,0 0-8-16,0 0-27 0,0 0-9 15,0 0-28-15,-24 0-16 16,24 0-11-16,0 0-12 16,8 0-3-16,52 0 17 15,12 0 7-15,23 0-15 16,9 0-5-16,-1 0-2 16,5 0-5-16,-17 0-1 15,13-9-2-15,-9-4-1 16,-11-7 1-16,4 2 2 15,-25-4-3-15,-3-6 0 16,4-3 1-16,-13 1-1 16,-3-6 3-16,-4-2-3 0,-12-1 3 15,-8-1-2-15,0-5-1 16,-12 1 0-16,0-4 2 16,0 4-6-16,-1-3 2 15,-7 2 1-15,4-3 7 16,-8 0-7-16,0 1 0 15,0 2 4-15,0 5-3 16,0 2-1-16,-20 4 1 16,-7 2-1-16,-9 9 1 15,-8-6 8-15,-4 4-3 16,-12-1-5-16,-19 1 7 16,-1 1 4-16,-3 6-8 0,3 9-3 15,8 2-1-15,-11 7-6 16,3 0 5-16,-12 0 0 15,9 20 0-15,-9 8 1 16,17 4-1-16,-5 9 0 16,8 1 1-16,5 2 1 15,7 1-1-15,12 2 0 16,0 1-2-16,5 2 0 16,19 1 1-16,0 2-1 15,4-2 2-15,4 0 0 16,8 0-1-16,8 3 0 15,0-3 2-15,0-4 0 16,12 4-1-16,24-6-1 0,8-7 1 16,3-4-3-1,9-3 3-15,4-7 0 0,19-7 0 16,5-7 2-16,24-5-1 16,15-5 5-16,8 0-6 15,9 0-7-15,-1-22-53 16,-7-1-52-16,-5-2-76 15,-8-9-181-15</inkml:trace>
  <inkml:trace contextRef="#ctx0" brushRef="#br0" timeOffset="24032.87">26083 9423 521 0,'0'0'125'0,"0"0"-10"0,0 0-2 0,0 0 5 15,0 0-21-15,0 0-28 16,-128 58-29-16,128-56-6 15,0-2-8-15,0 5-14 16,8 3 7-16,40-1 23 16,12-2-5-16,12-1-14 15,19 3-6-15,13-7-7 16,3 0 1-16,1 0-10 0,7 0 2 16,-11-14 2-16,-13-10 1 15,-15-10-2-15,-8 1-3 16,-13-9 3-16,-3-6 0 15,-8-9 1-15,0 0 0 16,-20-6 4-16,-24-5 1 16,0 3-8-16,0-9 0 15,-8 1 1-15,-40-5 4 16,-24-6-5-16,-7 8-2 16,-1 3-6-16,-4 6 6 0,5 12 1 15,3 12-1 1,-4 14 0-16,-3 14 0 0,-9 8 2 15,1 7-2-15,-5 0 1 16,16 10-2-16,-3 22 1 16,3 20 0-16,9 14 1 15,3 16-1-15,8 6 0 16,20 2-3-16,8 4 3 16,32 2 0-16,0-1 0 15,12 1 0-15,48-11-7 16,12-8 7-16,19-16-1 15,1-8-1-15,11-18-8 16,5-6-15-16,11-14-52 0,17-8-43 16,3-7-70-1,-7 0-173-15</inkml:trace>
  <inkml:trace contextRef="#ctx0" brushRef="#br0" timeOffset="25899.18">26270 12790 677 0,'0'0'64'0,"0"0"5"0,0 0-58 0,0 0 38 15,0 0 2-15,0 0-4 16,0 51-6-16,36-36-18 15,12-4 20-15,11 0 9 16,9-6-24-16,12 2-5 0,-9-5-15 16,25-2 14-16,-16 0-9 15,15 0-10-15,-15 0 0 16,-9-12 5-16,-3-10 8 16,-20-9 7-16,8-6-13 15,-21-3 0-15,1-4-1 16,-20-7 0-16,-8 0-3 15,4-9-6-15,-12-4 12 16,0-4-5-16,-12 3-3 16,-36-3 1-16,-19 2 8 15,-13-3-3-15,-4 1-6 16,-7 5 5-16,-5 2 1 16,1 11-4-16,-1 8-1 15,-15 8 11-15,15 16-4 0,-7 9-5 16,-1 9-7-16,9 0 0 15,-9 10 4-15,8 36-4 16,5 10 0-16,19 21-1 16,13 10 0-16,11 11 0 15,16 6 0-15,20 8 1 16,12 1-2-16,0-1 2 16,8-8 2-16,52-4-2 15,11-18 0-15,13-7 0 16,15-14-6-16,1-20 6 15,0-11-5-15,-5-20-2 16,13-10-39-16,7 0-37 16,4-21-101-16,5-19-201 0</inkml:trace>
  <inkml:trace contextRef="#ctx0" brushRef="#br0" timeOffset="27516.57">26186 15690 784 0,'0'0'94'0,"0"0"-15"0,0 0-58 15,0 0 40-15,0 0-16 16,0 0-20-16,-20-2-14 0,20 2-5 16,0 0 5-1,0 0 8-15,12 0 6 0,20 0-9 16,8 0 7-16,4 0-11 16,12 0-3-16,7 0-5 15,-7 0 1-15,16 0-1 16,-16 0 4-16,3-10-2 15,-11-9-5-15,0-7 8 16,-4-6 0-16,-9 1-5 16,9-8-4-16,-16-2 8 15,4-3-2-15,-16-1 7 16,-8-5-2-16,-8 2-4 16,0-3-3-16,0-3 8 0,0-1-5 15,0-1 2-15,0 5-2 16,0 0 1-16,0 4 1 15,-32 3 1-15,-4-1 3 16,-4-2-11-16,-15-1 2 16,11 0 2-16,-4-3-6 15,0 6 2-15,0 4 1 16,1 2 3-16,-9 11-3 16,-4 4 5-16,4 10 4 15,5 5 2-15,-17 9-13 16,8 0 1-16,-7 0-2 15,-5 2 0-15,12 34-3 16,-7 11 4-16,7 14-1 16,4 16 0-16,8 8 1 15,12 8-1-15,25 5-4 16,-1-1 4-16,12-1-1 0,0-3-2 16,0-4-6-16,47-6-14 15,13-8-15-15,8-8 4 16,11-9-14-16,9-15-42 15,15-4-68-15,1-18-151 16,-8-4-204-16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0:46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9424 8619 687 0,'0'0'113'0,"0"0"-70"0,0 0-38 15,0 0-5-15,0 0 40 16,-72 174 33-16,60-78-36 15,12 23 7-15,0 33 17 16,0 29-31-16,0 27-15 0,0 31 22 16,12 21-18-16,36 7-6 15,0 1 3-15,0 7-5 16,-5-9-2-16,-7-7-2 16,-4-19-4-16,-20-24 3 15,-8-25-5-15,-4-26-1 16,0-32 1-16,0-29-1 15,0-34 0-15,0-32 0 16,0-18-2-16,0-20-32 16,0-20-28-16,0-49-83 15,0-33-191-15</inkml:trace>
  <inkml:trace contextRef="#ctx0" brushRef="#br0" timeOffset="584.32">8894 8633 742 0,'0'0'105'0,"0"0"-81"0,0 0-22 0,0 0 19 16,0 0 31-16,331 167 10 16,-156-93-30-16,36 8-13 15,24 16 5-15,44 9 10 16,47 19-13-16,25 7 3 15,23 0-5-15,20 7 6 16,4-3-24-16,12 2 6 16,20 7 5-16,-8-3 4 15,0 3-5-15,8-3-1 16,-27 3 6-16,-9-2-7 0,-8 9 0 16,-4-2 0-1,-31-15-3-15,-33-8-2 0,-11-12 3 16,-29-5-5-16,1-2 7 15,-20-11-5-15,-16-6-2 16,-20-10 4-16,-24-5-3 16,-12-11-2-16,-24-5 5 15,-23-9-4-15,-21-6-2 16,-39-4 0-16,-33-8 0 16,-23-5-1-16,-24-7 0 15,0-1-20-15,-24 3-75 16,-59-6-112-16,-33-5-229 0</inkml:trace>
  <inkml:trace contextRef="#ctx0" brushRef="#br0" timeOffset="1083.61">11072 13138 803 0,'0'0'114'0,"-314"0"-6"0,182 0-39 0,25 0 30 0,15 0-24 15,33 0-27-15,27 0-33 16,28 0 3-16,4 0-16 16,0 1-2-16,0 7-4 15,95 1 4-15,81-9 0 16,94 0 21-16,77-22 0 16,63-25-9-16,44-7 3 15,16 6-8-15,31 4-6 16,-7 10-1-16,-16 7 3 15,-1 9 5-15,-23 5-7 16,-40 4 2-16,-31 1-3 16,-57 5 2-16,-79 3-3 0,-60 0 2 15,-59 0-2-15,-57 0 0 16,-27 7-2-16,-20-2 2 16,-20-1 1-16,-4 3-1 15,0-1-11-15,0 7-23 16,-12 3-22-16,-60 0-107 15,-23-7-223-15</inkml:trace>
  <inkml:trace contextRef="#ctx0" brushRef="#br0" timeOffset="38900.86">19927 16624 463 0,'0'0'613'0,"0"0"-486"0,0 0-3 0,0 0-84 16,0 0 12-16,0 0-14 15,0 0-19-15,0 0 0 16,195 12 33-16,-19-8-12 16,27-4-5-16,8 0-24 0,-4 0 3 15,4 0-13-15,-16 0 3 16,-16 0-2-16,-28 0 0 15,-11 0-2-15,-49 0 0 16,-27 0-3-16,-20 0 2 16,-20 0-7-16,-4 5-46 15,-20 15-90-15,0 1-153 16,-76 1-704-16</inkml:trace>
  <inkml:trace contextRef="#ctx0" brushRef="#br0" timeOffset="65866.91">5896 7780 538 0,'0'0'155'0,"0"0"-37"0,0 0-7 0,0 0-28 16,0 0-15-16,0 0 7 0,0 0-24 16,0 0 12-16,-83 0-14 15,83 0-10-15,0 0-4 16,0 0 0-16,0 0 2 16,0 0-12-16,0 0 3 15,12 0 4-15,35 0 13 16,9 5-26-16,16-2 4 15,31 0-2-15,-7-3-2 16,19 0-7-16,5 0 3 16,-17 3-15-16,5-3 3 0,-5 3 0 15,-7-3-2-15,-4 0 0 16,-9 4 0-16,-15-4-1 16,11 0 1-16,-19 3-1 15,-12 1 0-15,-12-2 3 16,-16-1-3-16,-8-1 0 15,-12 6-2-15,0-6 2 16,0 0 0-16,0 0 3 16,0 2-2-16,0-2 2 15,0 0 0-15,0 0-1 16,0 0-1-16,0 0-2 16,0 0 2-16,0 0 4 15,0 0-5-15,-8 0 1 0,-16 0-3 16,0 3-5-16,-12 1-18 15,-12 0-49-15,16 1-53 16,-7 2-62-16,-5-3-203 16</inkml:trace>
  <inkml:trace contextRef="#ctx0" brushRef="#br0" timeOffset="66750.67">4491 7708 540 0,'0'0'367'0,"0"0"-156"0,0 0-62 15,0 0-51-15,0 0-11 16,0 0-20-16,-223 11-15 16,223-11-31-16,0 0-14 0,4 0-3 15,79 0-4-15,29 0 12 16,31 0-3-16,9-7 0 16,23-7-9-16,0 2 8 15,-12-6-2-15,0 5-3 16,-47-1-1-16,-44 8-2 15,-37 6 0-15,-35-3 2 16,0 3 1-16,0 0 8 16,0-6-8-16,0-2 10 15,-47 0-13-15,-21-8-3 0,-16 1 3 16,-11-5 4 0,3 2-3-16,21 2-2 15,3 3 2-15,20 5 1 0,28 3 7 16,4 5-1-16,16 0 4 15,0-4-9-15,0 4-3 16,0 0-5 0,0 0-2-16,36 0 7 0,36 0 2 15,-1 9-2-15,-3 5 4 16,0 3-2-16,-16 3-2 16,-9 0-3-16,1-1 2 15,-16 4-1-15,-16 5 2 16,-12 4 0-16,0 10 0 15,0 2 0-15,-40 4-36 16,-16 9-72-16,9-2-79 16,3-4-136-16,16-6-596 0</inkml:trace>
  <inkml:trace contextRef="#ctx0" brushRef="#br0" timeOffset="69617.12">12004 5346 644 0,'0'0'244'0,"0"0"-47"0,0 0-66 0,0 0-30 16,0 0-40-16,0 0-2 15,0 0-9-15,-68-25-5 16,64 25-23-16,4 0-2 16,0 0-16-16,0 9-4 15,0 18-7-15,0 13 6 16,0 8 1-16,16 6 8 0,8 9-6 16,0 3 0-1,-4 8 1-15,-8-4-3 0,0-1 4 16,-12-2-4-16,0-9 1 15,0-7 0 1,0-11 0-16,0-8-2 0,0-10-1 16,0-9 2-16,0-6 7 15,0-7-7-15,0 0 1 16,0 0 8-16,0 0-5 16,0-7 7-16,0-13 4 15,-24-4-4-15,-12-8-6 16,0-6 0-16,0-6-1 15,5-2-4-15,-5 9 5 16,24 5-3-16,-8 8 0 16,16 10 13-16,-4 5-7 0,4 6 0 15,-4 3-7-15,8 0-1 16,0 0 0-16,0 0-6 16,0 17 1-16,0 16 2 15,0 9 0-15,32 5 6 16,4-3-3-16,0 1 0 15,11-8-2-15,-3-4 2 16,-8-8-1-16,-12-9 0 16,0-11 1-16,-4-5 0 15,4 0 3-15,3 0-2 16,17-17-1-16,4-22 2 16,0-11-1-16,0-5-1 15,-13 0 0-15,-3 3 0 16,-8 7-3-16,-12 7-8 0,-12 11-12 15,0 19-12-15,0 4-21 16,0 4-61-16,0 0-70 16,0 29-348-16</inkml:trace>
  <inkml:trace contextRef="#ctx0" brushRef="#br0" timeOffset="70800.39">12741 6753 300 0,'0'0'173'0,"0"0"-64"0,0 0-12 0,0 0-32 16,0 0 27-16,0 0-31 16,-339-60 9-16,279 50-45 15,-31 3 18-15,-1 2-19 16,-27-2-9-16,-9 3-4 16,-3 4 1-16,-8 0 4 0,-13 0-7 15,1 0 1-15,12 13-5 16,-1 11 0-16,9 6 0 15,-8 1 3-15,-1 5 0 16,21-1-4-16,3 3 2 16,21-4 1-16,15 7-6 15,9 8 0-15,3 2 1 16,8 6-1-16,0 9 0 16,-7 5 2-16,19 3-1 15,4 1 0-15,16-2-1 16,16-3 10-16,4-4 0 15,8 1 18-15,0-4-14 16,24-2-7-16,36 0-2 16,8-5 2-16,15-3-2 0,21-4-3 15,11-7 1-15,29-8 10 16,15-2-10 0,8-7-4-16,16 0 1 0,4-12 8 15,1-4-9-15,-1-5 2 16,4-4 2-16,4 0-4 15,-16-13 0-15,-4-13 0 16,-12-5 1-16,-15-3-1 16,-5-8 0-16,-15-5 5 15,-13-4-4-15,-11 0 3 16,-17-3-3-16,1-5 7 16,-17 7-8-16,-23-7 6 15,-12 7 8-15,-12-6 6 0,-16-2 15 16,-8 0-5-16,0 2 0 15,-32-3-8-15,-28 4-7 16,-23 2 3-16,-33 1-14 16,-35-8 0-16,-24 4-3 15,-20 5-2-15,-16 12-5 16,-4 19-8-16,-16 22-48 16,-4 3-63-16,-12 48-128 15,4 6-570-15</inkml:trace>
  <inkml:trace contextRef="#ctx0" brushRef="#br0" timeOffset="107383.53">4586 8562 45 0,'0'0'768'0,"0"0"-571"0,0 0-51 0,0 0-45 0,0 0-20 15,0 0-21-15,0 0-8 16,0 0-13-16,-175 0 0 16,175 0-17-16,0 0-20 15,72-15 3-15,19-10 4 16,49-8-3-16,-9 0-1 16,-3 6-5-16,-13 2 1 15,-7 3 2-15,-17 0 0 16,-11 9-2-16,-32 3-2 15,-36 5-1-15,-12 5 2 0,0 0 1 16,0 0 2-16,0 0 1 16,0-1 3-16,-20-7 6 15,-32 0-5-15,-16-5-8 16,20 3 0-16,1 0 3 16,11 0 2-16,4 5-2 15,8 2 0-15,24-1 11 16,0 4 3-16,0-2-12 15,0 2 5-15,0 0-7 16,0 0-6-16,0 0 2 16,12 0-3-16,44 0 4 15,-5 0 1-15,5 0 3 16,4 2-7-16,-4 15 8 0,-20 1-5 16,-1 9 0-16,-11 5 0 15,0 8 0-15,-16 0 0 16,-8 10-4-16,0 0 4 15,0 3-7-15,-44 9-17 16,-3 4-30-16,11 2-63 16,0-9-67-16,16-16-160 15,8-12-490-15</inkml:trace>
  <inkml:trace contextRef="#ctx0" brushRef="#br0" timeOffset="109083.98">13852 8700 495 0,'0'0'150'0,"0"0"15"0,0 0-36 0,0 0 1 16,0 0-18-16,0 0-24 15,-24 0-16-15,24 0-10 16,0 0-4-16,0 0-20 15,-12 0-5-15,12 0-7 16,0 0-11-16,0 0-2 16,0 0-7-16,0 0-1 15,12 0-2-15,47-4 5 16,13 4-2-16,8-3-2 0,-1-1 1 16,5 2-1-16,7-5-1 15,-7 7 4-15,12 0-3 16,-17 0 0-16,13 0-4 15,-20 0 0-15,11 0 0 16,-15 0 0-16,15 0 5 16,1 0-4-16,4 0-1 15,-1 0 0-15,1 0 2 16,-1 0-4-16,-7-6 7 16,0 2-7-16,-21 4 6 15,9 0-4-15,-16 0 0 16,4 0-1-16,-13 0-2 0,-7 0 3 15,0 0 0 1,-12 0 1-16,0 0-2 0,0 0 3 16,-12 0-2-16,0 0 2 15,-12 0-2-15,0 0 4 16,0 0-4-16,0 0 0 16,0 0 3-16,0 0-1 15,0 0-2-15,0 0-22 16,-24 0-63-16,-24 0-134 15,-20 10-443-15</inkml:trace>
  <inkml:trace contextRef="#ctx0" brushRef="#br0" timeOffset="111466.99">11351 8001 74 0,'0'0'0'0</inkml:trace>
  <inkml:trace contextRef="#ctx0" brushRef="#br0" timeOffset="111700.77">11351 7541 618 0,'0'0'122'16,"0"0"0"-16,0 0-100 16,0 0-10-16,0 0-12 0,0 0-34 15,-12-20-110-15,60 27-88 16</inkml:trace>
  <inkml:trace contextRef="#ctx0" brushRef="#br0" timeOffset="112001.75">14154 8725 337 0,'0'0'155'15,"0"0"-65"-15,0 0-2 16,0 0 13-16,0 0 8 15,0 0-58-15,0 2-21 16,0-2-18-16,0 0-12 16,0 0-23-16,-32-12-123 15,-20-3-286-15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1:40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20170 4959 582 0,'0'0'119'0,"0"0"-47"0,0 0 18 16,0 0-22-16,0 0 40 15,0 0-59-15,0 0-7 16,0 0-23-16,-55 0-11 16,146 0 7-16,17-3 27 15,27-1-9-15,20 4-14 16,8 0 4-16,25 0 0 15,19-4 1-15,16 3-10 16,12 1-5-16,7 0 1 16,-15 0-5-16,-20 0-1 15,-39 0 5-15,-21 0-3 16,-28 1-4-16,-23 7 1 0,-16-2-3 16,-25-3-3-16,-15 4 3 15,-20-5 6-15,-8-2-6 16,-8 0 0-16,-4 0 0 15,8 0 1-15,-8 0 2 16,0 0-3-16,0 0-4 16,0 0 0-16,12 5-79 15,24 1-133-15,8-6-189 16</inkml:trace>
  <inkml:trace contextRef="#ctx0" brushRef="#br0" timeOffset="932.82">28408 4870 576 0,'0'0'128'0,"0"0"1"0,0 0-57 0,0 0-18 16,0 0 57-16,0 0-29 15,-83-10-30-15,75 10-27 16,8 0 0-16,0 0-12 16,0 0 1-16,0 0-14 15,11 0 2-15,57 6 5 16,28 8 7-16,7-6-4 16,13 0 7-16,11-2-10 15,-7 0-4-15,11 0-1 16,-20-3 4-16,-15 1-4 15,-16 0-2-15,-17-2 0 16,-19-2 2-16,0 4 0 16,-20-4-2-16,-8 3 0 0,-8-1-4 15,-8-2 5-15,0 0-2 16,0 0 0-16,0 3-12 16,0-3-35-16,0 8-76 15,-36-8-176-15,-20 0-565 16</inkml:trace>
  <inkml:trace contextRef="#ctx0" brushRef="#br0" timeOffset="6948.67">30299 6175 655 0,'0'0'165'0,"0"0"-32"0,0 0-8 16,0 0-28-16,0 0-18 16,0 0-31-16,0 0-11 15,-83 16-7-15,75-12 15 16,8-4 0-16,0 1 1 16,0-1-3-16,0 0-18 15,44 0-16-15,63 0 0 16,56 0 0-16,13-1-3 15,-1-10-2-15,-8 3-4 16,4 1 3-16,-8 0 0 0,-23-1-3 16,-33 4 0-16,-35-2 0 15,-24-1 2-15,-24 7-2 16,-16-4-2-16,3 2 1 16,-11-1-4-16,12-1 1 15,-12 1-27-15,0 3-47 16,0 0-45-16,0 0-99 15,0 0-271-15</inkml:trace>
  <inkml:trace contextRef="#ctx0" brushRef="#br0" timeOffset="33617.15">1712 7835 205 0,'0'0'639'0,"0"0"-475"0,0 0-47 16,0 0-49-16,0 0 4 15,0 0-18-15,0 0-2 16,-32 11-10-16,76-11 4 16,23 0 24-16,17 0-23 15,8-4-12-15,-9-7-27 16,1-1 0-16,-29 3 2 15,-19 0-10-15,-12 5 0 0,-12-2 0 16,0 0 10-16,-12 0-8 16,0-5 7-16,0 0-7 15,0-3-3-15,-36-1 4 16,-19-1-4-16,3 0 5 16,-16-2-4-16,0 4 1 15,9-3 0-15,-1 5 0 16,24 0-2-16,4 2 0 15,16 3 1-15,16 5 5 16,0-1-3-16,0 3 0 16,0 0-2-16,0 0-6 15,4 0-4-15,52 0 9 0,4 0 0 16,23 5-4 0,-15 7 5-16,0 2 0 0,-20 6 4 15,-13 5-4-15,-11 0 0 16,-12 13-1-16,-12 2 1 15,0 11-3-15,0 8-13 16,0 4-62-16,-24 3-134 16,0-5-206-16</inkml:trace>
  <inkml:trace contextRef="#ctx0" brushRef="#br0" timeOffset="34399.5">4586 7652 660 0,'0'0'286'0,"0"0"-68"0,0 0-119 0,0 0-22 16,0 0-18-16,0 0-1 16,0 0-15-16,0 0-6 0,12 0-16 15,48 0 4-15,20 0 2 16,15 0-8-16,9-5-10 15,3-1-1-15,9 3-6 16,-1 0 1-16,-11 3-3 16,-21 0-3-16,1 0 1 15,-16 0-24-15,-9 0-51 16,-11 0-115-16,8 0-122 16,-20 0-584-16</inkml:trace>
  <inkml:trace contextRef="#ctx0" brushRef="#br0" timeOffset="44615.78">1306 8485 491 0,'0'0'201'0,"0"0"-56"0,0 0-42 16,0 0 0-16,0 0-8 15,0 0-30-15,0 0-25 0,-144 17-5 16,132-17-7 0,12 4 0-16,0-4 0 0,0 0 10 15,36 0-14-15,56-22-7 16,27-17 6-16,21-2-11 15,3-3-7-15,-4-1-2 16,-23 7 5-16,-1 2-8 16,-43 12 2-16,-28 11-1 15,-21 4 1-15,-19 2-1 16,-4 3 4-16,0-1 2 16,0-5-3-16,-23 3-4 15,-17-2 3-15,-16 0-1 0,20 2 2 16,0-1-4-16,16 3 1 15,9 5-6-15,11 0 11 16,0 0-3-16,0-2 3 16,0 2-2-16,0 0-4 15,0 0-1-15,7 0-4 16,33 0 1-16,16 0 4 16,4 0 0-16,-12 15 3 15,-5 1-3-15,-19 4-1 16,0 4 1-16,-12 8 2 15,0-1-2-15,-12 15-7 16,0 2-32-16,0 9-69 16,0 5-33-16,0-8-176 15,0-6-318-15</inkml:trace>
  <inkml:trace contextRef="#ctx0" brushRef="#br0" timeOffset="46065.81">4551 8575 156 0,'0'0'413'0,"0"0"-261"0,0 0 5 0,0 0-2 16,0 0-42-16,0 0-25 15,0-17-30-15,0 17-17 16,12 0 1-16,11 0-3 16,25-5-14-16,32-1 11 15,39-5 4-15,9-3-13 16,-1-1-12-16,12 8-7 16,13-4-1-16,-9 11-7 15,8-4 1-15,1 3 7 0,-1 1-8 16,-8 0 1-16,-15 0-1 15,-25 0-2-15,-11 0-2 16,-32 0 4-16,-1 0 1 16,-11 0 0-16,-24 0-1 15,0 0-1-15,-16 0 1 16,-4 0 0-16,-4 0-1 16,0 0-4-16,0 0-16 15,0 12-62-15,0 3-104 16,-40 1-209-16</inkml:trace>
  <inkml:trace contextRef="#ctx0" brushRef="#br0" timeOffset="65466.09">1361 9313 688 0,'0'0'175'0,"0"0"-43"0,0 0-46 15,0 0-21-15,0 0-24 16,0 0 3-16,0 0-27 16,-24 28 13-16,104-28 15 15,16-6 2-15,11-16-18 16,9-4-9-16,11-3-7 16,0 3 0-16,-19 1-11 15,-24 3 1-15,-17 2-3 16,-31 5 2-16,-12 3 2 0,-16 4-2 15,-4 3 8 1,-4-2-4-16,0-2-2 0,0-1 5 16,-36-2-7-16,-12-1-1 15,-7-3-1-15,3 0 1 16,-4 6 3-16,24-3 8 16,8 2-7-16,12 10 14 15,12-2-7-15,0 0 3 16,0 3-13-16,0 0 0 15,0 0-2-15,0 0-2 16,20 0-5-16,28 0 6 16,20 7 1-16,-17 12-2 15,-7-4 2-15,-8 2-1 16,8 12 1-16,-20 3-5 16,-12 9 5-16,-8 8-2 0,-4 4 2 15,0 12-2-15,0 1-34 16,0 5-64-16,-24-7-40 15,8-8-174-15,-4-19-438 16</inkml:trace>
  <inkml:trace contextRef="#ctx0" brushRef="#br0" timeOffset="68482.96">1278 10347 572 0,'0'0'174'0,"0"0"-69"0,0 0 7 0,0 0-11 0,0 0-17 15,0 0-35-15,-92 15-26 16,92-15-8-16,0 0-3 16,12 0 4-16,68 0 14 15,15 0 24-15,33-11-25 16,11-18-23-16,0-3 9 16,-7 0-10-16,-5 7 1 15,-7-1-3-15,-29 1-3 16,-7 9 3-16,-36 2 0 15,-17 5-2-15,-31 7-1 16,12 2 2-16,-12 0 3 0,0 0 5 16,0 0-3-16,-12-8 0 15,-23 6-5-15,-21-6 0 16,-4 7-2-16,24-2-3 16,-7-5 3-16,19 6 5 15,8-1-4-15,4-4 2 16,4 5-3-16,8-3 20 15,0 5-9-15,0 0-5 16,0 0-4-16,0 0-2 16,0 0-3-16,0 0-4 15,24 0 5-15,19 0 1 16,5 0 1-16,-12 0-1 16,0 0 1-16,-4 14-4 0,-16 3 3 15,-4 10 1 1,-4 2-5-16,-8 5 3 0,0 4-24 15,0 4-44-15,-36 5-22 16,-8 0-97-16,8 2-205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3:25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18701 7763 813 0,'0'0'132'16,"0"0"-13"-16,0 0-52 0,0 0 12 0,0 0-22 0,0 0-29 16,0 0-4-16,-16 0-21 15,16 0 4-15,24 0-5 16,28-4 3-16,15-2-3 15,-7-1-1-15,8-2-1 16,-20 1 0-16,-1 3 0 16,-3 5-4-16,-8 0-22 15,32 0-68-15,-9 0-96 16,1-5-150-16</inkml:trace>
  <inkml:trace contextRef="#ctx0" brushRef="#br0" timeOffset="399.83">20314 7753 798 0,'0'0'120'0,"0"0"27"0,0 0-95 0,0 0-11 0,0 0-2 16,0 0-32-16,-16 0-4 16,79 0-4-16,17 0 2 15,12-13-1-15,-21 7 0 16,25-4-32-16,-17 5-74 16,17-2-108-16,-16-3-125 15</inkml:trace>
  <inkml:trace contextRef="#ctx0" brushRef="#br0" timeOffset="883.28">22929 7692 553 0,'0'0'129'16,"0"0"-18"-16,0 0-36 15,0 0-23-15,0 0-1 16,0 0-20-16,-3 0-16 16,3 0-10-16,0 0-2 15,0 0-2-15,11 0 10 16,37 0 17-16,0 0-5 16,12 0-8-16,-5 0-9 15,5-3-6-15,0 0 4 16,8-5-4-16,3 7 0 15,-3-2 1-15,-4-3-1 16,-9 6 0-16,-7-4-3 16,-12 4 3-16,-4 0-8 0,-20 0-13 15,0 0-49-15,-8 0-77 16,4 0-136-16</inkml:trace>
  <inkml:trace contextRef="#ctx0" brushRef="#br0" timeOffset="1649.86">25637 7708 439 0,'0'0'332'16,"0"0"-197"-16,0 0-17 0,0 0-29 0,0 0-14 15,0 0-8 1,-211 0-11-16,199 0-18 0,12 0-3 16,0 0-7-1,0 4-8-15,0-4-3 0,0 3-13 16,4 1-2-16,56-3 0 15,19 3 7-15,29-4 3 16,15 0-7-16,-15 0-1 16,11 0 3-16,-3 0-6 15,-21 0 1-15,-3 0-2 16,-13 0 1-16,-19 0 1 16,-4 0 1-16,-16 0-1 15,-8 0 1-15,-17 0 2 16,-7 0 1-16,4 0-4 15,-12-4 6-15,0 4-6 0,12 0 1 16,-12 0 2 0,0 0-2-16,0-1-2 0,0 1 0 15,0 0-2-15,0 0 1 16,12 0-28-16,-12 0-34 16,12 0-55-16,-12 0-83 15,0 0-187-15</inkml:trace>
  <inkml:trace contextRef="#ctx0" brushRef="#br0" timeOffset="3400.19">29017 7661 308 0,'0'0'460'0,"0"0"-299"0,0 0-23 15,0 0-48-15,0 0-14 16,0 0-14-16,-59-4-23 0,59 4-10 16,0 0 2-16,0 0-8 15,19 0-6-15,45 0 20 16,16 0-11-16,3 0-6 15,-3 0-18-15,4 0 0 16,-5 0-2-16,-7 0 6 16,-4 0-12-16,-9 0 5 15,-11 0 1-15,-12 0-21 16,-4 0-41-16,-20 0-48 16,-12 0-104-16,0 0-214 15</inkml:trace>
  <inkml:trace contextRef="#ctx0" brushRef="#br0" timeOffset="6506.47">14485 8710 561 0,'0'0'143'0,"0"0"-22"0,0 0-41 0,0 0 7 16,0 0 17-16,0 0-32 15,-132-1-20-15,132 1-27 16,0 0-7-16,0 0-10 16,0 0-5-16,0 0-2 15,44 0-1-15,28 0 17 16,11 0 2-16,13 0-1 16,15 0-8-16,-3 0 5 15,-1 0-15-15,-3 0 2 16,-9-9-2-16,-27 2 0 15,0 1 2-15,-20-1-2 0,-21 4 1 16,-7 0-1-16,-8 3 0 16,0 0-9-16,0 0-37 15,0 0-51-15,0 0-58 16,-12 0-88-16,0 6-437 16</inkml:trace>
  <inkml:trace contextRef="#ctx0" brushRef="#br0" timeOffset="9650.19">5554 5668 319 0,'0'0'343'0,"0"0"-184"0,0 0-51 0,0 0 2 16,0 0-36-16,0 0 2 0,0 0-17 16,0-100-2-16,0 97-23 15,0 3-10-15,0 0 4 16,0 0-1-16,0 0-7 16,0 0-11-16,0 0-7 15,0 14-4-15,-12 23-1 16,0 17-1-16,-8 6 8 15,-4 14-3-15,12-1 0 16,-12 1 1-16,12 4-1 16,-11-5 0-16,-1-6 0 15,-8-10-1-15,4-10 0 0,8-13 0 16,8-14 0-16,0-10 1 16,12-8 0-16,-12-2 8 15,0 0 20-15,-8 0 34 16,-8-24-35-16,5-9-14 15,-13-2-7-15,4-2-3 16,8 2-4-16,0 0 4 16,4 6-4-16,4 7 0 15,4 3 1-15,4 6 0 16,4 9 2-16,4 4-3 16,0 0 0-16,0 0-1 15,0 0-4-15,0 13 0 16,0 15 2-16,4 9 6 15,32-3-3-15,-4 1 0 0,4 0 0 16,12-3 0-16,-1-1-2 16,-3-5 2-16,-8-4-1 15,8-10-2-15,-16-4 3 16,4-8-1-16,-8 0 0 16,11 0 1-16,13-10 0 15,8-19 1-15,-20-5 4 16,0-3-3-16,-1-3-2 15,-11-1 0-15,8 6-3 16,-8-3-6-16,-8 6-1 16,4 4-5-16,-8 3-18 15,0 5-7-15,-12 3-30 16,24 12-3-16,-12 1-39 0,19 1-126 16,-7-4-215-16</inkml:trace>
  <inkml:trace contextRef="#ctx0" brushRef="#br0" timeOffset="11566.29">3253 8209 667 0,'0'0'122'0,"0"0"-13"0,0 0-24 0,0 0 38 15,0 0-30-15,0 0-40 16,-92 0-32-16,92 0-6 16,0 0-9-16,0 0-5 15,12 4-1-15,44 3 9 16,3-1 9-16,13-3-13 15,0 3 1-15,-5-2-2 16,13-2 6-16,-20-2-4 16,-12 3-6-16,-5-3 3 15,-7 0-3-15,-20 0 1 16,4 0 2-16,-16 0-4 16,4 0 1-16,-4 6-3 0,4-6-3 15,4 5-37-15,0-5-35 16,24 0-89-16,-5 0-143 15</inkml:trace>
  <inkml:trace contextRef="#ctx0" brushRef="#br0" timeOffset="12717.48">7740 6978 710 0,'0'0'149'0,"0"0"-45"0,0 0 6 0,0 0 10 0,0 0-47 15,0 0-32-15,-8-22 2 16,8 22-4-16,-4-4-6 16,-4 4-4-16,4 0-11 15,-4 0-11-15,4 0-3 16,-20 0-4-16,-20 29-5 15,-15 14 3-15,-13 13 2 16,-20 10 0-16,21-4 2 16,-21 4-2-16,12-6 0 15,-3-6-3-15,15-6 3 0,8-7 5 16,1-10-5 0,23-9 0-16,12-9 0 0,4-4 0 15,16-6 0-15,-4-3 0 16,8 0 0-16,0 0 2 15,0 0 11-15,0 0 11 16,-4 0 8-16,-8-14-19 16,-8-9-7-16,16-3-6 15,-4-2 0-15,8-4-5 16,0 1 5-16,0-5 0 16,0 5 1-16,0 0 0 15,0 2-2-15,0 7 1 0,0 2 0 16,0 11 0-1,0 2 0-15,0 5 0 0,0 2 0 16,0 0 0-16,0 0-3 16,0 0 4-16,0 0-4 15,0 0 1-15,0 5-4 16,0 21 5-16,0 3 0 16,0 7-1-16,0 5 2 15,0 5-2-15,0-2 2 16,0-4-4-16,0-3 4 15,0-3 0-15,8-1 0 16,16-8 3-16,0-3-8 16,0-7 5-16,0-5-4 0,0-3 0 15,20-7 3 1,-9 0 1-16,5 0 3 0,4 0-3 16,4 0 2-16,-4 0-2 15,-9-7-6-15,1-5-3 16,-12 5-15-16,12-3-14 15,-12 0-19-15,8 2-13 16,-8-1-69-16,-1-6-152 16,-11 1-357-16</inkml:trace>
  <inkml:trace contextRef="#ctx0" brushRef="#br0" timeOffset="13716.82">3125 9178 636 0,'0'0'160'0,"0"0"-50"0,0 0 6 16,0 0-8-16,0 0-14 16,0 0-32-16,0 0-35 15,-103 0-8-15,103 0 0 16,0 0-17-16,0 0-2 0,43 0-1 15,29 3 1 1,44 8 7-16,-9-9-2 0,20-2 4 16,5 0-3-16,-9 0-3 15,-15 0-1-15,-13 0 3 16,-15 0-4-16,-20 0 0 16,-16 0-1-16,-21 0 0 15,-7 0 0-15,-8 0 0 16,-8 0-1-16,0 0 0 15,0 0-10-15,0 0-23 16,12 0-40-16,-12 0-84 16,24 0-100-16,-12 0-116 15</inkml:trace>
  <inkml:trace contextRef="#ctx0" brushRef="#br0" timeOffset="14867.26">7939 8204 648 0,'0'0'94'0,"0"0"37"0,0 0-46 16,0 0 35-16,0 0-42 15,0 0-24-15,103-82-9 16,-103 82-27-16,0 0 3 15,0 0-9-15,0 0-4 16,0 0-7-16,0 0 1 0,-35 24-2 16,-33 9 2-16,8 8 0 15,-19 6-1-15,-17 9 2 16,-20 9-1-16,13 2-1 16,-5-5 4-16,5-1-3 15,23-10-1-15,17-10-1 16,7-10 1-16,20-11 1 15,16-10-2-15,8-9-3 16,12-1 3-16,-4 0 7 16,4 0 5-16,0 0 30 15,-12 0 1-15,0-22-24 0,0 1-9 16,4-10-9-16,-4 2 2 16,8 4-3-16,4-8 0 15,0-2-2-15,0 5 2 16,0-5-1-16,0 6 1 15,0 4 0-15,0 6 1 16,0 4-1-16,0 10 0 16,0 1 0-16,0 3 1 15,0 1-1-15,0 0 1 16,0 0-1-16,0 0-1 16,0 0 1-16,0 0-6 15,0 9 2-15,0 14 2 0,0 14 2 16,0 10 0-16,0 0 2 15,-11 4-2-15,-9-2 0 16,20-4 0-16,-12-1 3 16,12-3-3-16,0-4 0 15,0-7 0-15,0-5 0 16,0-8 0-16,12-3 0 16,23-4 0-16,-3-4 0 15,4-2 0-15,0-4-2 16,20 0 2-16,-8 0 3 15,-1 0-2-15,1 0 1 16,-4-14-2-16,-4 4-2 16,-4 0-13-16,-5 2-43 0,5-1-50 15,-24 2-75 1,12-6-193-16</inkml:trace>
  <inkml:trace contextRef="#ctx0" brushRef="#br0" timeOffset="22333.12">21249 8732 600 0,'0'0'142'0,"0"0"9"0,0 0-29 0,0 0 15 15,0 0-49-15,0 0-14 16,0 0-16-16,-119 0-9 16,107 0-11-16,12 0-21 0,0 0 1 15,0 0-4 1,0 0-8-16,0 0-4 0,0 0-2 15,0 0 2 1,48 0 3-16,23 0 6 0,17 0-4 16,19 0-1-16,9 0-2 15,15 0 3-15,-3 0 1 16,11 0-6-16,4 0-2 16,5 0 0-16,-5-7 6 15,8 0-6-15,5-1 1 16,-5 3 1-16,8 1 0 15,-4 4-2-15,-3-5 2 16,-1 5 4-16,-12-3-5 16,5-1 5-16,3 2 2 15,-8 2-3-15,-19-10 5 0,-13 7-6 16,-15-1-4 0,-8 1 1-16,7 0-1 0,5-2 1 15,15 4 15-15,-3-2-13 16,19 3 2-16,-7-5-5 15,7 4 2-15,0-3-1 16,5-3 0-16,7 5 1 16,-11-8-1-16,11 0 1 15,-20 1-1-15,-27 0 0 16,3-2 7-16,-23 2-8 16,20 6 1-16,-1-6 2 15,29 1 3-15,-17 8-5 0,-19-5-1 16,-5 0 1-16,-19 5-1 15,-4-1 1-15,-20-6-2 16,8 7 2-16,-21-6 0 16,1 6 2-16,-8-3-2 15,-8-1 1-15,-4 1 0 16,-4 1-2-16,0-3 2 16,0 5 1-16,0-2 1 15,0 2-4-15,0 0 0 16,0 0-3-16,-4 0-40 15,-67 7-83-15,-41 7-155 16,5-10-731-16</inkml:trace>
  <inkml:trace contextRef="#ctx0" brushRef="#br0" timeOffset="38233.87">26071 9662 416 0,'0'0'225'0,"0"0"-86"0,0 0-2 16,0 0-44-16,0 0-25 15,0 0 2-15,0 0 7 16,-175 0-4-16,163 0-21 15,0 0-12-15,0 6-4 16,4-4 0-16,4 1-5 16,4-3-12-16,0 0 1 0,0 4-6 15,0 1-4-15,28 9-1 16,47-2-2-16,21 1 14 16,20-4 6-16,23 2-25 15,4-5 4-15,20-3 3 16,-7 0-8-16,-17 1 2 15,-4-2-2-15,-15-2-1 16,-5 4 5-16,-11-3-2 16,-20 5-1-16,-25-4-2 15,9 5 0-15,-16-5 0 16,-20 5 0-16,-9-3 1 16,1-1 0-16,-16-2 0 0,-8-1-1 15,0 0 0-15,0 0 0 16,0 5 3-16,0-5-2 15,0 0 0-15,0 0-1 16,0 0-20-16,0 3-64 16,0 7-70-16,0-5-115 15,0 1-150-15</inkml:trace>
  <inkml:trace contextRef="#ctx0" brushRef="#br0" timeOffset="40283.49">17248 10725 604 0,'0'0'108'0,"0"0"71"0,0 0-98 0,0 0-19 16,0 0 17-16,0 0 3 16,-327 0 8-16,315 0-39 15,4 0-4-15,8 0-12 16,0 0-5-16,0 0-18 16,0 0-4-16,0 4-7 15,44-2 2-15,40 1-2 0,59-3 18 16,28 0 3-16,28 0 5 15,12 0-17-15,0 0 3 16,8 0-4-16,-15 0 2 16,-9 0-11-16,-16 0 13 15,-20 0-9-15,-16 0 5 16,-15 0-1-16,-13 0 0 16,-19 2-1-16,-25 2 5 15,-3 0-9-15,-24-2 11 16,-16-2-9-16,-4 5-4 15,-16-5 10-15,-8 0-11 16,0 0 4-16,0 0-5 0,0 0 5 16,0 0-6-16,0 0 6 15,0 2-8 1,0 1 4-16,0-3-13 0,12 4-60 16,23-1-87-16,33-1-3 15,16-2-121-15,19 0-161 16</inkml:trace>
  <inkml:trace contextRef="#ctx0" brushRef="#br0" timeOffset="41100.15">24446 10644 609 0,'0'0'233'0,"0"0"-95"0,0 0-45 16,0 0-11-16,0 0 21 15,0 0-38-15,-83-15-33 16,83 15-16-16,0 0-8 16,0 0-7-16,52 0 0 15,27 0 10-15,49 0 7 16,3-6-7-16,40-5-6 16,8 6 8-16,20-4-4 15,13 2-2-15,-17-1 1 16,-16 7-4-16,-8-3-4 15,-20-2 0-15,1 3-2 16,-9 0 4-16,-16-2-3 16,-11 4 3-16,-13-3 0 15,-27 0 0-15,-8-1 15 0,-1 2-1 16,-31-3-5-16,0-1 3 16,-24 4 2-16,12-1-2 15,-12-2-5-15,-12 3 4 16,12-2-12-16,-12 4 5 15,8 1-3-15,-8-3-3 16,0 3 0-16,0 0-31 16,0 0-93-16,4 0-81 15,4 0-230-15</inkml:trace>
  <inkml:trace contextRef="#ctx0" brushRef="#br0" timeOffset="43666.77">3782 5191 585 0,'0'0'209'0,"0"0"-16"0,0 0-71 15,0 0 7-15,0 0-73 16,0 0 14-16,-83-86-36 16,83 86-20-16,0 0-14 15,0 16-7-15,0 27 5 16,0 22 2-16,35 18 11 15,-11 8-2-15,-4 11 0 16,-16-5-2-16,4-5-4 16,-8-5 4-16,0-13-7 15,0-14 0-15,0-14 2 16,0-19-2-16,0-15 1 16,0-10-1-16,0-2 1 0,0 0 26 15,0-5 56-15,0-21-38 16,-32-8-36-16,4-4-4 15,-3 0-5-15,7 4 0 16,12 8 0-16,0 9-1 16,12 10 2-16,0 7 1 15,0 0-2-15,0 0-10 16,0 4 3-16,0 21 3 16,12 10 4-16,12 1 0 15,19 2-1-15,-15-7 1 16,4-2-1-16,-4-9 3 15,-8-9-4-15,4-7 2 0,0-4 0 16,7 0 3-16,-7 0-3 16,16-26 0-16,4-8 4 15,-8-8-3-15,12 2 0 16,-25 4-1-16,1 5-9 16,-4 7-40-16,4 9-48 15,-12-2-55-15,12 2-184 16</inkml:trace>
  <inkml:trace contextRef="#ctx0" brushRef="#br0" timeOffset="50299.95">8114 5900 754 0,'0'0'290'0,"0"0"-131"0,0 0-37 0,0 0-42 16,0 0-8-16,0 0-11 15,0 0-20-15,-48-23-17 16,76 14-15-16,28-4-7 0,12 3-1 16,3 3 1-1,-3 7-2-15,8 0 0 0,-9 0 1 16,17 13-1-1,-16 9-1-15,-9 13-1 0,-3 7 2 16,-20 3 1-16,-12 8-1 16,-24 10-1-16,0 10 1 15,0 7 2-15,0 9-2 16,-12 3 0-16,-24 6 1 16,0 4 0-16,0 0-1 15,4 1 1-15,9-1 0 16,-1 0 0-16,12-2-1 15,0-6 0-15,4-8 0 16,8-7 0-16,0-8 0 0,0 0 0 16,0-3 0-1,0 1 0-15,0-2-1 0,0 0 1 16,0 0 2-16,8-5-2 16,8 2 0-16,-8 1 0 15,4 0-1-15,0 6 1 16,-12-5 0-16,0 1 0 15,12 2 0-15,-12-2 1 16,0 2 2-16,0-4-2 16,0-8-1-16,0 1 0 15,0-5 2-15,0-2-1 0,-12 2 1 16,0-5 2 0,0-5-3-16,0-1 1 0,-8-3-1 15,8-3 0 1,8-5-1-16,-4-5 1 0,4-8-1 15,-4-4 0-15,-8-4-2 16,-16 0 4-16,-28 7-1 16,-7 2 4-16,-29 0-4 15,13-3 4-15,-9-9-1 16,24-7-3-16,-3 0-2 16,11 0-1-16,16-13-13 15,32-20-97-15,12-17-134 16,0-17-407-16</inkml:trace>
  <inkml:trace contextRef="#ctx0" brushRef="#br0" timeOffset="50933.58">8640 7379 714 0,'0'0'432'0,"0"0"-295"15,0 0-67-15,0 0-17 0,0 0-6 16,0 0-4-16,481-214-20 15,-238 100-4-15,12-10-11 16,-32 13-5-16,-56 16-1 0,-51 25-1 16,-49 24 1-16,-51 15-2 15,-16 11 5-15,0 9 0 16,-51 0-5-16,-17 10-6 16,8 1 3-16,4 0 3 15,21 0 3-15,23 0 0 16,0 0 0-16,12 0 14 15,0-4-7-15,0 4-6 16,0 0-4-16,48 0-6 16,11 0 5-16,21 5 1 15,-8 23 0-15,-5 6 0 16,-19 6 0-16,-4 13 0 16,-32 3 1-16,-12 9 4 0,0 1-5 15,0-4-6-15,-44-7-54 16,8-8-58-16,0-15-100 15,12-22-311-15</inkml:trace>
  <inkml:trace contextRef="#ctx0" brushRef="#br0" timeOffset="51517.79">11152 5715 998 0,'0'0'276'0,"0"0"-150"0,0 0-87 16,0 0 28-16,0 0 13 15,92 202-28-15,-53-117-25 16,-7 6-13-16,-8-9-8 16,0-18-4-16,-4-25 0 15,-16-15-2-15,4-19-1 16,-4-5-1-16,-4 0 2 15,0-30 6-15,-12-25-3 16,-48-23-3-16,12-23 1 16,1-13 1-16,15-2 0 15,20 7-2-15,12 18-1 16,0 15 1-16,0 13-1 0,36 15 0 16,-12 19-3-1,-5 13 4-15,-15 16-4 0,-4 0-3 16,8 22-5-16,-8 23 11 15,4 6 1-15,4-4 0 16,4 0 1-16,0-1-1 16,24-6 0-16,12 2-5 15,0-8 2-15,7-2-1 16,13-1 2-16,-8 2 1 16,0-1 1-16,-13 9 0 15,1-4-1-15,-24 12 0 16,-12 2-3-16,-12 9 4 0,-4 1-1 15,-64-1 3 1,-3-9 3-16,3-15-5 0,8-7 1 16,0-12-1-16,25-17 0 15,3 0-25-15,28 0-66 16,4-22-50-16,0-20-97 16,48-5-75-16,11-12-120 15</inkml:trace>
  <inkml:trace contextRef="#ctx0" brushRef="#br0" timeOffset="52816.58">11960 5787 621 0,'0'0'290'0,"0"0"-107"15,0 0-61-15,0 0-74 16,0 0-35-16,0 0 44 16,0 106-25-16,0-62-16 0,0-1-11 15,0-4-1 1,32-5-3-16,4-10-2 0,0-15 1 15,8-9-1-15,-9 0 1 16,1 0 4-16,-12-25 2 16,-24-10-5-16,0 4 2 15,0 4 6-15,-12 9-4 16,-24 1 0-16,-11 4 9 16,3-1 10-16,8-6 9 15,16 2 11-15,16-9-14 16,4-4-15-16,0-7-6 15,12 2-9-15,56 4 0 16,-5 11-5-16,5 11 5 0,12 10-5 16,-9 0 3-16,9 6 1 15,-8 23-3-15,-13 6 1 16,-11 3 0-16,-16 4-3 16,-20-1-2-16,-12-10-10 15,0-11-2-15,0-11 10 16,0-9 10-16,0 0 2 15,-20-25 17-15,-4-17-9 16,12-5 6-16,0-1-6 16,12 2-9-16,0 9 5 15,20 9-6-15,28 9-4 16,4 6-6-16,15 4-23 16,13 5-45-16,4-1-9 15,11-3-40-15,-3 0-48 0,3-2 7 16,-27 0-11-16,0-4 104 15,-44 0 75-15,-12-5 1 16,-12-3 96-16,0 0 80 16,0 2-40-16,-8 1 0 15,-8 10-42-15,-16 1-20 16,8 8-13-16,-12 0-32 16,0 0-24-16,-8 17-5 15,5 22 3-15,-5 7-4 16,20 6 0-16,24 0 1 0,0-1-1 15,0-10 0 1,12-12 0-16,36-12-2 0,7-13-4 16,-7-4-8-16,0-7 7 15,0-31 5-15,-24-15 2 16,-4-9 3-16,-20-3-2 16,0-16 1-16,0-5-2 15,-32-9 15-15,-28 7 8 16,12 9-2-16,4 21 5 15,9 27 29-15,11 11-4 16,0 16-8-16,12 4-12 16,12 0-26-16,-12 14-5 15,12 20-1-15,0 17-2 16,0 10 3-16,56 12 0 16,-5 0 0-16,17-1 0 0,-8-10-1 15,8-18-5-15,-9-9-10 16,1-12-2-16,0-8 1 15,-5-12 1-15,1-3 3 16,-4 0-1-16,4-8 11 16,3-23-2-16,-11-6 5 15,-12-11 0-15,-16 2 2 16,4 7-1-16,-24 6 2 16,0 15 2-16,0 5 12 15,0 13 3-15,0 0-7 16,0 0-13-16,-24 0-7 15,4 6 2-15,-4 16-2 16,20 1 5-16,-4-4 1 16,8-1 1-16,0-3-8 15,0-1 4-15,36-1-8 0,20-6-6 16,15 2 7-16,9-1-15 16,0 2-7-16,3 3 4 15,-3 7 20-15,-16 2 6 16,-9 3-2-16,-19 4 4 15,-24-7-8-15,-12 3 6 16,0-12 0-16,0-8-2 16,-24-5 5-16,0 0 5 15,0-1 36-15,5-34 16 16,15-12-17-16,4-3-11 16,0-2-12-16,0 1-12 15,12 6-2-15,11 3-3 0,13 7 0 16,8 7-17-16,4 9-76 15,0 1-88-15,19 4-260 16</inkml:trace>
  <inkml:trace contextRef="#ctx0" brushRef="#br0" timeOffset="53383.38">15134 5163 831 0,'0'0'264'0,"0"0"-37"0,0 0-105 0,0 0-39 16,0 0-43-16,0 0-27 15,-24 6-11-15,71 40 7 16,5 25 36-16,-8 17-24 15,12 21 2-15,-16 10-15 16,3 5-5-16,-7-12 8 16,12-17-6-16,-12-26 1 15,-12-28 1-15,-16-14 5 16,-8-20-10-16,0-7 0 16,0 0 12-16,0-16 37 0,-32-39-2 15,-40-34-37 1,0-27-4-16,-11-32-4 0,3-14-1 15,21 8-3-15,23 10-2 16,28 25-1-16,8 23 6 16,0 15-6-16,44 29 3 15,-5 20-3-15,-7 17 0 16,16 15-1-16,8 0 1 16,3 7-3-16,-11 34 1 15,-4 18 3-15,-32 4-10 16,-12 9 7-16,-20 1-10 15,-52 5-1-15,-7-8-11 16,-5-10-5-16,24-9-10 16,13-16-11-16,15-14-28 0,20-9-43 15,12-12-46-15,0 0-91 16,60 0-105-16</inkml:trace>
  <inkml:trace contextRef="#ctx0" brushRef="#br0" timeOffset="54666.39">15687 5098 559 0,'0'0'239'0,"0"0"5"16,0 0-61-16,0 0-48 0,0 0-61 15,0 0-49-15,68-68-24 16,-56 99 0-16,12 4 8 16,7-1-6-16,-3-1 1 15,8 1-4-15,8-8 0 0,-8-11 0 16,19-5-1-16,-15-10-4 15,-4 0 1-15,-4-19 4 16,-8-17 3-16,0-7-1 16,-12-6 1-16,-12-2 0 15,0 4 0-15,-12 3 2 16,-36 10 6-16,-12 5 8 16,1 9 7-16,3 14-9 15,-4 6-6-15,12 0-6 16,-7 0-5-16,11 17-1 15,20 10-1-15,-4 7 2 16,8 3-3-16,20 3 0 0,0-3 2 16,0-1 1-16,8-1-4 15,40-9-1-15,0-1-22 16,7-8 1-16,-3-4 0 16,4-12 3-16,0-1 8 15,-5 0 14-15,5-28 1 16,-8-9 0-16,0-8 0 15,-1 2 2-15,-3 4 3 16,-8 6 12-16,0 5 9 16,-16 13 2-16,-4 4 1 15,-8 11-10-15,-8 0-9 16,4 0-8-16,8 0-2 16,11 23-6-16,9 3 6 0,-8 5 7 15,8-2-7-15,-16-7 0 16,-4-4 0-16,0-5 0 15,0-10-2-15,0-3 5 16,0 0-3-16,0 0 0 16,0 0 3-16,8-25-1 15,3-1 3-15,13 5-2 16,-16-1-3-16,-4 9 2 16,-4 6 0-16,-4 7-2 15,-4 0 0-15,4 0-4 16,8 0 1-16,4 0 1 15,4 20 0-15,11-4 0 16,-11-3 2-16,0-2-13 0,-4-4 3 16,-8-7-4-16,0 0 8 15,0 0 6-15,0-7 1 16,12-15 2-16,0-9-1 16,8-4 0-16,-16 3 2 15,3 7 5-15,-7 10-3 16,-8 8 2-16,4 3 5 15,-8 4-11-15,0 0-2 16,0 0 0-16,12 0-10 16,0 20 9-16,12-2 1 15,0 2 0-15,0-6 0 16,12-6 0-16,-12-2-6 16,-1-6-10-16,1 0 6 15,-4-10 10-15,4-25 2 0,0-2-2 16,-24-6 0-1,0-3 4-15,0-11 9 0,0-10 9 16,-24-10-7-16,-8 6 2 16,8 16-6-16,1 17 18 15,7 21 8-15,8 13-6 16,4 4-11-16,-4 0-20 16,-4 22-7-16,8 24-1 15,4 14 8-15,0 16 0 16,0 4-1-16,16-5-3 15,28-2 2-15,-9-14-23 16,1-12-5-16,12-16-1 0,-12-15 0 16,-4-12 3-16,-4-4 12 15,3-4 13-15,5-30 3 16,0-11 0-16,8 4 8 16,-16 7-8-16,4 7 1 15,-9 16-1-15,-3 4 6 16,-8 7-4-16,4 0 0 15,20 0-3-15,8 14 3 16,16 13 2-16,-5 5 15 16,-7 0-7-16,-12-1-2 15,-24-2-6-15,-12 0-3 16,0-7 1-16,0-6-2 16,-24-1-13-16,-44-6-51 0,-27-2-82 15,-21-7-173-15,1 0-325 16</inkml:trace>
  <inkml:trace contextRef="#ctx0" brushRef="#br0" timeOffset="54833.19">17319 4616 931 0,'0'0'197'0,"0"0"-96"0,0 0-63 16,387-143-30-16,-284 114-8 15,-31 7-8-15,-24 5-164 0,-28 5-236 16</inkml:trace>
  <inkml:trace contextRef="#ctx0" brushRef="#br0" timeOffset="54999.48">15556 4263 1173 0,'0'0'236'0,"0"0"-134"16,0 0-53-16,0 0-30 15,0 0-19-15,0 0-25 16,-44 62-202-16,44-25-321 0</inkml:trace>
  <inkml:trace contextRef="#ctx0" brushRef="#br0" timeOffset="58817.59">17096 12463 714 0,'0'0'213'0,"0"0"-73"0,0 0-73 16,0 0 5-16,0 0-9 15,0 0-13-15,0 0-18 16,-31 8-9-16,31-8 3 16,0 0-19-16,0 0 1 15,0 0-8-15,0 3-5 16,0 3-89-16,0 1-189 15,47-1-135-15</inkml:trace>
  <inkml:trace contextRef="#ctx0" brushRef="#br0" timeOffset="60816.14">1560 10143 136 0,'0'0'558'0,"0"0"-368"0,0 0-62 16,0 0-57-16,0 0 15 15,0 0-8-15,-143 23-34 16,143-23-21-16,0 0-12 16,48 0-4-16,35 0 5 15,57-23 12-15,-9-5-10 16,5-5-14-16,-17 6 0 0,-23 7 0 16,-17 8-2-1,-19 9-17-15,-16 3-91 0,-8 0-73 16,-24 0-51-16,-1 13-73 15</inkml:trace>
  <inkml:trace contextRef="#ctx0" brushRef="#br0" timeOffset="61099.47">1501 11214 736 0,'0'0'217'16,"0"0"-144"-16,0 0-21 15,0 0 43-15,0 0-48 16,0 0-30-16,326-143-11 15,-218 104-5-15,7 1-1 16,-7 13-32-16,-5 3-143 16,-19 2-213-16</inkml:trace>
  <inkml:trace contextRef="#ctx0" brushRef="#br0" timeOffset="61450.49">1700 11768 729 0,'0'0'319'0,"0"0"-228"16,0 0-23-16,0 0-29 16,0 0 13-16,0 0-28 15,119-36-19-15,-15-10-5 16,23-1-4-16,12 9-83 15,-19 1-139-15,-5 10-176 16</inkml:trace>
  <inkml:trace contextRef="#ctx0" brushRef="#br0" timeOffset="61866.98">1815 12674 805 0,'0'0'196'0,"0"0"-127"0,0 0 10 16,0 0 5-16,0 0-20 15,0 0-45-15,72-17-12 16,12-12-4-16,7 3-3 16,17-7-3-16,-5 8-100 15,5-1-154-15,-29 1-220 16</inkml:trace>
  <inkml:trace contextRef="#ctx0" brushRef="#br0" timeOffset="62166.52">2018 13884 897 0,'0'0'108'16,"0"0"-97"-16,0 0 23 0,0 0 51 15,0 0-14-15,0 0-22 16,207-54-22-16,-51 3-27 16,15-8-16-16,-4-1-219 15,-16-1-404-15</inkml:trace>
  <inkml:trace contextRef="#ctx0" brushRef="#br0" timeOffset="63882.89">9412 9321 62 0,'0'0'491'0,"0"0"-371"0,0 0 5 0,0 0 47 16,0 0-58-16,0 0-23 15,-24-105 4-15,24 99-26 16,0-2-34-16,0 0-16 16,12-5-11-16,36 1-8 15,8-1 1-15,-9 11 1 16,1 2-2-16,-4 0 0 15,-4 0 0-15,-8 0 2 16,3 22-2-16,1 9-3 16,-12 10 2-16,-4 10 1 15,-8 9-1-15,-12 4 1 0,0 5 0 16,0 2 1 0,0 2-2-16,0 4 2 0,0 5-1 15,-12-1 1-15,-8 6-1 16,16-2 2-16,-8 8-4 15,4 0 1-15,-4 13 1 16,0 3 5-16,12 2-5 16,-12 3 3-16,1 3-2 15,11 2 4-15,0 3-4 16,0-4 1-16,-12 3 2 16,12 2-3-16,-12-4 4 15,12 11 1-15,-12-5 1 16,12 4-1-16,0-2-6 15,0 2 1-15,0-3-1 16,0-2 0-16,12-2 1 0,0-5 0 16,11-2-1-16,-11-5-1 15,12-8 1-15,-4-5 0 16,-8-7 0-16,4-5 0 16,-4 2 0-16,0 6 1 15,-12 2-1-15,8-2 1 16,-4-3-1-16,-4-10 0 15,8-15 0-15,4-6 3 16,0-6-2-16,0-5 4 16,0-6-4-16,-12-4 4 15,12-3-3-15,-12-6 4 16,0-6-6-16,0-3 11 0,0-3-8 16,0-3 3-16,0-4-5 15,0 4 5-15,0-7 8 16,-12-6 5-16,0-1-1 15,-24 0 6-15,0 0-9 16,-12 0-5-16,-7 0-6 16,-1-8-4-16,-4-8-7 15,0 1 2-15,5-2-43 16,7 0-59-16,8-4-53 16,-4-4-229-16</inkml:trace>
  <inkml:trace contextRef="#ctx0" brushRef="#br0" timeOffset="71499.98">20955 13668 949 0,'0'0'60'0,"0"0"58"0,0 0 10 0,0 0-49 16,-307 6-17-16,287-3-12 0,20 0 3 16,0 1-25-1,0-1-23-15,0 0 3 0,48 1-4 16,75-4 10-16,57 0 43 15,54 0-34-15,33-24-11 16,24-3-11-16,3 1 4 16,-3 4-5-16,-8 5 1 15,-28 7-2-15,-24 8 2 16,-40-1 4-16,-32 3 0 16,-28 0-2-16,-27 0-2 15,-21 0-1-15,-27 0 0 16,-20 0 4-16,-12 0-4 0,-24 3 4 15,0-3-7 1,0 2 7-16,0-2-7 16,0 4 3-16,0 7-9 0,-8 5-84 15,-44 4-120-15,-15 4-178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5:03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1548 5460 620 0,'0'0'180'0,"0"0"-39"0,0 0 25 16,0 0-73-16,0 0-10 16,0 0-19-16,0 0-1 15,-211 7-19-15,211-7-11 16,0 0-2-16,0 0-3 16,0 0 0-16,0 0-8 15,48 0-9-15,44-13 7 16,27-15 1-16,9-9-18 15,11 4 0-15,-8-9-1 16,9 2 0-16,-25 1 0 16,-19 5 2-16,-40 6 1 0,-33 11-3 15,-11 3 4-15,-12 2-2 16,0 3 1-16,0 0 2 16,0-5-5-16,-35 7 0 15,3-3 0-15,-8 3 0 16,8 0 2-16,8 1-2 15,12 3 0-15,12 3 0 16,0 0 1-16,0-4-1 16,0 4-5-16,0 0-2 15,0-4 1-15,0 4-2 16,24 0 1-16,20 0 6 16,8 0 2-16,-9 0-6 15,5 4 8-15,-4 18-6 16,-16 0 3-16,-8 7-2 15,-8 0-10-15,-12 6-24 0,0 6-39 16,-8 10-70-16,-44 3-76 16,-16 6-333-16</inkml:trace>
  <inkml:trace contextRef="#ctx0" brushRef="#br0" timeOffset="1099.58">1513 9525 917 0,'0'0'156'0,"0"0"-1"0,0 0-57 0,0 0-11 16,0 0-9-16,0 0-21 16,-68 0-20-16,76 0-25 15,52-22-9-15,23-7-3 16,21-9 0-16,11-1 4 16,-7 5-3-16,11-1-1 15,-7 6 1-15,-17 3-1 16,-15 5 0-16,-32 5-2 15,-24 2 2-15,-24-1 0 16,0 0 0-16,0-8-6 0,0 4-1 16,-36-4 3-1,-12 5 1-15,-8 5 3 0,12 4 1 16,9 5-1-16,7 4 2 16,16 0 7-16,0-4-1 15,12 4 6-15,0 0 2 16,0-3-10-16,0 3 7 15,0 0-13-15,0 0-5 16,40 0 2-16,15 0 3 16,5 7 2-16,12 6-1 15,-17 0 1-15,5 5-2 16,-12 5 2-16,-4 3 0 16,-20 8-2-16,-12 14-1 15,-12 7-1-15,0 24-22 16,-12 3-41-16,-44 3-135 0,-4-5-120 15,0-17-663-15</inkml:trace>
  <inkml:trace contextRef="#ctx0" brushRef="#br0" timeOffset="2249.98">3699 5602 519 0,'0'0'499'0,"0"0"-392"0,0 0 40 0,0 0-68 15,0 0 17-15,0 0-24 16,-144 0-26-16,144 0-24 16,28 0-20-16,99-1 0 15,69-19 8-15,54-5 2 16,17 3-7-16,24 2-2 15,-1 6 0-15,5 5-2 16,20 8 0-16,-9-3-2 16,-27 1 1-16,-20 3-2 15,-60 0 2-15,-36 0-1 16,-40 0 0-16,-39 0-3 16,-24 0 2-16,-16 0 2 15,-20 0-3-15,-21 0 3 16,-3 0 0-16,0 0-14 15,0 0-24-15,0 0-40 0,0 0-45 16,0 0-59-16,0 0-247 16</inkml:trace>
  <inkml:trace contextRef="#ctx0" brushRef="#br0" timeOffset="13634.81">13840 5423 847 0,'0'0'158'0,"0"0"-47"0,0 0-27 15,0 0-5-15,0 0-26 16,0 0-16-16,0 0-9 15,0 0-9-15,-36 12 5 16,36-7-1-16,71-5 13 16,33 5 11-16,47-5-11 15,16 0-15-15,21 0-9 16,19 0-5-16,16-13 0 16,0 7-5-16,0-4 5 0,-4 3-5 15,-20 1-2-15,0 0 0 16,-24-2-2-16,0 0 0 15,0-1 4-15,-23 0-2 16,11 2 0-16,-12 1 0 16,-12-4-4-16,-7 7 4 15,-17 0 0-15,-19-5 4 16,-17 5 1-16,-31-3-3 16,8 1 1-16,-28-2-2 15,-8 3 7-15,-8-1 2 16,-8 1 2-16,4 1-11 15,-8 0 2-15,0 3-1 16,0 0-2-16,0 0-5 0,0 0-60 16,-96 0-124-1,-39 6-310-15</inkml:trace>
  <inkml:trace contextRef="#ctx0" brushRef="#br0" timeOffset="17534.82">21516 5628 1005 0,'0'0'100'0,"0"0"50"16,0 0-83-16,0 0-15 0,0 0 20 16,0 0-31-16,0 0-29 15,0 0-10-15,171-9 7 16,-15-13 5-16,7 0 0 15,-12 6-10-15,-8 3-4 16,-27 9-4-16,-13 3 3 16,-11 1-18-16,-8 0-116 15,-17 0-130-15,-27 0-381 16</inkml:trace>
  <inkml:trace contextRef="#ctx0" brushRef="#br0" timeOffset="23968.69">4224 7550 912 0,'0'0'93'0,"0"0"-48"0,0 0 16 16,0 0-34-16,0 0 35 16,0 0-23-16,0 0 16 15,68 44-17-15,39-44-16 16,13 0-7-16,7 0-9 0,-11 0-1 16,-13-9-5-16,-7 3 0 15,-1 2-2-15,-3 1-50 16,11 3-116-16,-11-6-128 15,3-10-411-15</inkml:trace>
  <inkml:trace contextRef="#ctx0" brushRef="#br0" timeOffset="24919.77">9551 7771 1041 0,'0'0'31'0,"0"0"2"0,0 0 56 0,0 0-32 15,0 0-5-15,0 0-7 16,-59 9-35-16,130-4 10 0,61-5 13 15,27 0-9-15,32 0-20 16,16-5-2-16,16 0 3 16,-12-2 0-16,-24 5-5 15,-23 2-24-15,-25 0-63 16,-20 0-159-16,-31 0-248 16</inkml:trace>
  <inkml:trace contextRef="#ctx0" brushRef="#br0" timeOffset="31436.11">16758 7601 723 0,'0'0'165'0,"0"0"-6"0,0 0-34 0,0 0-32 16,0 0-5-16,0 0-28 15,0 0-33-15,-103 9-18 16,222-9-3-16,64-9 31 16,32-13-15-16,16-5-9 15,16 3-13-15,-16 0 0 16,-20 12-48-16,-36 3-148 16,-32 3-290-16</inkml:trace>
  <inkml:trace contextRef="#ctx0" brushRef="#br0" timeOffset="34470.69">22973 7683 932 0,'0'0'129'0,"0"0"22"0,0 0-81 0,0 0-30 15,0 0-3-15,0 0-18 16,0 0-19-16,187 3 48 16,16 9 4-16,52-8-14 15,48-4-26-15,27 0-4 16,29 0-3-16,-17 4-2 16,-19 9-3-16,-53 5-6 15,-71 8-11-15,-35 5-68 16,-49 6-67-16,-31 5-100 15,-25-7-307-15</inkml:trace>
  <inkml:trace contextRef="#ctx0" brushRef="#br0" timeOffset="41792.66">4901 9481 531 0,'0'0'80'16,"0"0"-13"-16,0 0-4 0,0 0 18 15,0 0 25-15,0 0-7 0,0 0-38 16,-68 0-4-16,68 0-14 16,0 0-15-1,-4 0-3-15,4 0-2 16,0 0-4-16,0 0-3 0,0 2-2 16,0-2-4-16,0 0-8 15,0 4 3-15,16-4-4 16,40 0 15-16,16 0 3 15,11 0 5-15,9 0-8 16,-1-10-4-16,5 1-1 16,19-2 2-16,17 1-6 15,15 0-2-15,8 3-5 16,-3 3 0-16,-1 1-1 0,0 3 1 16,-7 0 0-1,3 0 3-15,8 0-3 0,-3 0 1 16,-13-3-1-1,12-3 2-15,-19-2-1 0,3 3-1 16,-16-2 0-16,-3 5 1 16,-13-5 5-16,-7 3-1 15,-12 2-5-15,-5-2 10 16,-7 4-6-16,-16 0 4 16,-5 0-2-16,-19 0-2 15,4 0 0-15,-12 0-1 16,-4 0 0-16,-16 0 0 15,4 0-1-15,-8 0-1 16,0 0 2-16,0 0 0 16,0 0 2-16,0 0 2 0,0 0-7 15,0 0-1-15,0 11-97 16,-56 4-216-16,-36-10-801 16</inkml:trace>
  <inkml:trace contextRef="#ctx0" brushRef="#br0" timeOffset="44605.47">15779 9733 749 0,'0'0'61'0,"0"0"39"0,0 0-14 16,0 0 16-16,0 0-3 16,0 0-26-16,0 0-39 15,-104-21-19-15,104 21-12 16,32 0-2-16,52 0 6 16,43 0 10-16,28 0 5 15,28 0-9-15,-3 0-1 0,19-6-12 16,8-7 8-1,4 1-6-15,-16-1 3 0,-28 4-5 16,-16 1 4-16,-31 5-2 16,-17 3-1-16,-19 0 2 15,-28 0-3-15,-13 0 2 16,-27 0 0-16,-4 0-2 16,-12 0-1-16,0 0-1 15,0 0 1-15,0 0-3 16,0 0-44-16,0 0-54 15,0 0-113-15,0 11-162 16</inkml:trace>
  <inkml:trace contextRef="#ctx0" brushRef="#br0" timeOffset="49505.56">21926 9591 579 0,'0'0'139'0,"0"0"6"0,0 0-38 0,0 0-1 16,0 0 18-16,0 0-43 15,0 0-29-15,-131 0-6 16,131 0-19-16,0 0-15 15,0 0-12-15,59 0 5 16,45 0 4-16,39 0 9 16,29 0-7-16,-5 0-7 15,4-6-2-15,-16 1 0 16,-15 4 1-16,-9-3 0 16,-20 4-3-16,-15 0 0 15,-24 0 1-15,-25 0-1 0,-3 0 0 16,-20 0-1-1,-12 0-2-15,8 0-36 0,-8 0-113 16,4 0-145-16,4 0-201 16</inkml:trace>
  <inkml:trace contextRef="#ctx0" brushRef="#br0" timeOffset="51072.23">3535 10455 812 0,'0'0'116'0,"0"0"9"0,0 0-59 16,0 0 3-16,0 0-9 15,0 0-43-15,-36 15-10 16,140-8-7-16,39 0 17 15,40-4 5-15,28-1-4 0,12-2-11 16,12 0-6-16,-12 0 4 16,-12 0-3-16,-24 0 0 15,-23 0-2-15,-25 0 0 16,-12 0 5-16,-19 7-5 16,3 3-16-16,-3 2-52 15,19 1-102-15,17-4-188 16</inkml:trace>
  <inkml:trace contextRef="#ctx0" brushRef="#br0" timeOffset="52139.73">11980 10736 946 0,'0'0'122'0,"0"0"19"0,0 0-83 0,0 0 3 16,0 0 9-16,0 0-28 15,-36-7-21-15,36 7-21 16,24 0 0-16,48 0 4 0,43 0-1 15,5 0-3-15,7 0 0 16,13 0 0-16,3 0-12 16,8 0-152-16,-3 0-204 15</inkml:trace>
  <inkml:trace contextRef="#ctx0" brushRef="#br0" timeOffset="53057.74">22870 10859 189 0,'0'0'719'0,"0"0"-534"0,0 0-44 15,0 0-63-15,0 0 20 16,0 0-12-16,-24 0-27 16,24 0-14-16,0 0-20 15,0 0 1-15,0 0 0 16,0 0-10-16,0 0-9 15,72 0-6-15,35-4 4 16,40-9-3-16,17-2-1 16,-1 4 0-16,12 2-1 0,-8 2 0 15,-7 2 0-15,-29 1-27 16,-24 4-89-16,-15 0-65 16,-20 0-86-16,-25 0-392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6:17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3627 5412 592 0,'0'0'281'0,"0"0"-68"0,0 0-61 15,0 0-53-15,0 0-6 16,0 0-16-16,0 0-27 16,-104 0-19-16,104 0-15 0,0 0 2 15,0 0-12-15,32 0-5 16,44 0 0-16,35 0 10 15,21 0-4-15,7-5-7 16,0-5 0-16,-7 2 0 16,-5 7 0-16,-19-2 3 15,-29-1-3-15,1 4 0 16,-44 0-1-16,-12 0-3 16,-24 0-23-16,0 7-34 15,0 12-24-15,0 6-62 16,-24 3-119-16,-8 2-435 15</inkml:trace>
  <inkml:trace contextRef="#ctx0" brushRef="#br0" timeOffset="566.86">3603 6362 740 0,'0'0'269'0,"0"0"-85"0,0 0-90 15,0 0-27-15,0 0-11 16,0 0-26-16,0 0-19 16,119 0 18-16,-15 0 16 15,23 0-20-15,-7-4-17 16,7 2 0-16,-7 2-6 15,-5 0 1-15,-11 0-2 16,-13 0-1-16,-19 0-2 16,-24 0-39-16,-13 0-124 15,-15 0-57-15,-8 6-269 16</inkml:trace>
  <inkml:trace contextRef="#ctx0" brushRef="#br0" timeOffset="10785.14">14262 5440 536 0,'0'0'220'0,"0"0"-34"0,0 0-85 16,0 0-7-16,0 0-7 0,0 0-34 16,0 0-4-16,0 0-27 15,-40-22-18-15,40 22 7 16,12-6-7-16,59-3 1 16,25 0 6-16,19-4 7 15,17 4-8-15,7 0-2 16,20 2-2-16,9 1 2 15,19 2 6-15,12-2-9 16,8 0 2-16,4-2-3 16,0 3-5-16,8-4 2 15,-8 2 0-15,-8 3-1 16,-4 2 0-16,-12 2 2 16,-16 0 0-16,-7 0-2 15,-21 0 0-15,-4 0 0 16,-11 0 1-16,3 0 2 0,-3 0-3 15,-13 0 1-15,5 0 6 16,-9 0-6-16,-23 0 7 16,3 0-2-16,-7 0 3 15,3 0 6-15,-11 0-2 16,-20 0 3-16,-8 0-8 16,-17 0-2-16,-15 0 0 15,-4 0-1-15,-4 0-3 16,-8 0 0-16,0 0 0 15,0 0-2-15,0 0-22 16,-71 15-114-16,-41 8-73 16,-19 3-328-16</inkml:trace>
  <inkml:trace contextRef="#ctx0" brushRef="#br0" timeOffset="35674.08">1198 6799 700 0,'0'0'279'0,"0"0"-196"0,0 0-1 0,0 0 19 15,0 0 5 1,0 0-55-16,0 0-27 0,-80 50-2 16,80-50 11-16,24 0-4 15,56-23 0-15,59-31 3 16,37-22 6-16,35-11-33 15,-12-4-2-15,-12 4-2 16,-24 9 0-16,-12 7 0 16,-35 15 2-16,-57 14-4 15,-23 20 2-15,-36 5 2 16,0 9 0-16,-59-1 4 16,-37 2-6-16,-39 4 1 15,-9 3-4-15,17 0 5 16,19 0-6-16,29 0 6 15,43 0-1-15,36 0-1 16,0 0 2-16,0 0-1 0,0 0-1 16,0 0 1-16,24-7-2 15,32-2 0-15,19 1-2 16,5 7 2-16,23 1-1 16,-7 0-2-16,-4 0 3 15,-9 15 2-15,-15 17-2 16,-32 12-1-16,-1 7-8 15,-23 16 2-15,-12 9-33 16,0 17-68-16,0 10-31 16,-23 6-187-16,-45 6-437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7:03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11574 7365 712 0,'0'0'315'0,"0"0"-125"0,0 0-82 0,0 0-38 16,0 0-4-16,0 0-34 15,0 0-5-15,-24 0-9 16,12 0 0-16,12 0-4 0,0 0 0 16,0 0-6-1,0 4-7-15,0 8 6 16,0 4 3-16,24 3 4 0,8-5-4 15,-16-3-1-15,8 0-7 16,-4-5 11-16,-8-3-6 16,12-3 0-16,-1 0 2 15,13 0 3-15,32-20 11 16,23-19-3-16,5-4-17 16,8-2-3-16,-9-2 0 15,1 3 1-15,-5 6-1 16,-7-1-14-16,-4 10-18 15,-13 4-20-15,-7 7-23 16,0-2-51-16,-13 4-49 0,1 2-139 16,0 4-291-16</inkml:trace>
  <inkml:trace contextRef="#ctx0" brushRef="#br0" timeOffset="7816.11">28281 7117 167 0,'0'0'580'0,"0"0"-458"0,0 0-51 15,0 0-28-15,0 0 16 16,0 0-16-16,0 0-10 15,0 0-2-15,0 9 2 16,0-4-3-16,0-2 5 0,0-2-24 16,8 7 9-16,8 3-16 15,7 0 13-15,-3 5 7 16,4 4 1-16,-12 2-1 16,12 0-5-16,0 0 0 15,-4 2-4-15,-8-1 5 16,4 0-4-16,-8-9 2 15,-4 0-6-15,8-8 3 16,-4-6-7-16,-4 0-2 16,4 0 6-16,8 0 16 15,27-2 3-15,41-33-1 16,19-13-3-16,13-6-23 0,-9-1 4 16,-3 9-7-1,-9 0 1-15,-23 9 0 0,-4 9-1 16,-32 8-1-16,-12 7 0 15,-12 7 0-15,-5 3 0 16,-7 3 0-16,0-2 0 16,0 2 0-16,0 0-7 15,0 0-8-15,0 0-24 16,0 0-57-16,0 0-28 16,0 0-107-16,0 2-85 15,0-2-419-15</inkml:trace>
  <inkml:trace contextRef="#ctx0" brushRef="#br0" timeOffset="18568.54">12215 9673 875 0,'0'0'155'0,"0"0"-4"0,0 0-87 15,0 0 20-15,0 0-16 16,0 0-16-16,0 0-11 16,0-42-13-16,0 42-11 15,0 0 6-15,0 0-12 16,0 0-8-16,36 8 3 15,0 12 14-15,8 2-2 16,-17-4-6-16,5 4-2 16,4 4-2-16,-4-9 0 15,-4 0 1-15,-8-3 1 0,-4-13-3 16,-4-1 0-16,8 0-3 16,15 0 5-16,25-1 2 15,20-37 2-15,35-13 3 16,-7-7-15-16,-1 1 2 15,-7 3 0-15,-17 5-3 16,-11 6 0-16,-4 4 0 16,-21 8 0-16,1 6-4 15,-16 9 4-15,-4 3-15 16,-8 10-39-16,-8-2-29 16,-8 5-37-16,-4 0-41 15,0 0-111-15,0 0-263 0</inkml:trace>
  <inkml:trace contextRef="#ctx0" brushRef="#br0" timeOffset="30935.56">24801 9759 891 0,'0'0'6'0,"0"0"67"0,0 0 3 0,0 0-35 16,0 0 11-16,0 0-29 16,0 0-23-16,0 0 6 15,-28 51 4-15,68-38 10 16,4-3 12-16,23-4-10 15,-15 1-5-15,16-6 8 16,11-1-6-16,5 0-7 16,19 0 2-16,5 0-9 15,19-12 1-15,13-13-6 16,11-4 0-16,0-2-40 16,1-7-153-16,-21-4-262 0</inkml:trace>
  <inkml:trace contextRef="#ctx0" brushRef="#br0" timeOffset="31552.86">28102 9730 252 0,'0'0'642'0,"0"0"-523"0,0 0-49 0,0 0-26 0,0 0 44 16,0 0-59-16,0 0-25 16,0 7-2-16,0 3-1 15,4 0 2-15,15 3 13 16,-3-4 4-16,8 4 4 15,0-1-3-15,8-6-1 16,-8-1-2-16,8-5-6 16,16 0-2-16,23 0-1 0,33-23-3 15,27-22-6-15,8-12 0 16,37-7-39-16,-13-15-93 16,0-16-223-16</inkml:trace>
  <inkml:trace contextRef="#ctx0" brushRef="#br0" timeOffset="36720.47">12239 12436 801 0,'0'0'74'0,"0"0"10"0,0 0-23 16,0 0 32-16,0 0 14 15,0 0-52-15,0 0-21 0,0 0-9 16,36-61 5-16,-16 58-13 16,16 0-2-16,-9 3-1 15,5 0-9-15,16 0-1 16,-12 12 0-16,-4 10-2 15,-4 1 5-15,-8 0 5 16,3-9-4-16,1-3 12 16,-12-8-9-16,12-3-4 15,32 0-3-15,39-14 12 16,45-32 12-16,47-14-19 16,32-11-9-16,-16 2-3 15,-8 8 2-15,-20 14-16 16,-31 14-42-16,-17 19-50 15,-43 6-72-15,-25 2-216 0</inkml:trace>
  <inkml:trace contextRef="#ctx0" brushRef="#br0" timeOffset="57372.03">27238 11414 575 0,'0'0'95'0,"0"0"83"0,0 0-22 0,0 0-5 16,0 0-54-16,0 0-11 15,0 0-3-15,0 0-18 16,-255-42-23-16,255 36-3 15,-12 6-6-15,12 0-6 16,0 0-8-16,0 0-9 16,0 0 4-16,0 0-14 15,12-3-1-15,67-1-3 16,41-6 4-16,31 0 11 16,24 3-6-16,0 0-1 15,-7-1-3-15,3 8 0 0,-8 0 2 16,-20 0-3-16,-3 0 1 15,-13 0 1-15,-19 0-1 16,-17 0 0-16,-19 8-1 16,-16 1 0-16,-20-5 1 15,-5 1-1-15,-19-1 0 16,-12-4 0-16,0 2 0 16,0 3-5-16,0-5 5 15,0 0 0-15,0 0-8 16,0 0-43-16,12 0-79 15,-8 9-89-15,4-2-132 16,-4-7-503-16</inkml:trace>
  <inkml:trace contextRef="#ctx0" brushRef="#br0" timeOffset="62540.05">27938 12468 607 0,'0'0'95'0,"0"0"50"0,0 0-40 0,0 0 46 16,0 0-30-16,0 0-52 15,0 0-6-15,0-5-10 16,0 5-8-16,0 0-19 16,0 0-7-16,0 0-11 15,52 0 0-15,40 0 7 16,15 0-2-16,21 0-6 0,7 0-5 16,-4 0 1-16,1 0-1 15,3 0-2-15,-27 0 0 16,-13 0 2-16,-27-1-2 15,-24-3 2-15,-17 4-3 16,-15-4 2-16,-4 4-2 16,-8-1-3-16,0 1-38 15,0 0-89-15,-43 0-53 16,-53 1-252-16</inkml:trace>
  <inkml:trace contextRef="#ctx0" brushRef="#br0" timeOffset="63089.52">25314 13353 410 0,'0'0'562'0,"0"0"-429"0,0 0-28 0,0 0-46 15,0 0 36-15,0 0-25 16,-4 0-33-16,4 0-11 15,0 0-13-15,28 0 19 16,28 4 1-16,16-1-18 0,7-3-1 16,29 0 3-1,7 0 3-15,5-10-12 0,7-12-4 16,9-4-2-16,7 5-2 16,-4-2-11-16,1 4-53 15,-9 7-101-15,-16-5-95 16,-19 1-305-16</inkml:trace>
  <inkml:trace contextRef="#ctx0" brushRef="#br0" timeOffset="70460.82">12446 16032 966 0,'0'0'40'0,"0"0"30"0,0 0-8 16,0 0 48-16,0 0-38 15,0 0-5-15,0 0-17 16,-8-116-15-16,8 116-5 16,0 0-11-16,0 0 1 15,0 0-14-15,0 0-3 0,0 0-3 16,0 3-3 0,12 13 3-16,24 3 4 0,0-3-2 15,-4 0 1-15,3-3-2 16,-11-7 6-16,-4-3-1 15,-4-3 0-15,8 0 1 16,12 0 7-16,20-26 4 16,35-21-3-16,-7-8-12 15,11 3-2-15,-3-1 3 16,-9 2-4-16,-3 8-2 16,-8 1-21-16,-5 4-12 15,-19 7-38-15,0 9-59 16,-16 5-49-16,-20 5-232 0</inkml:trace>
  <inkml:trace contextRef="#ctx0" brushRef="#br0" timeOffset="74974.42">27755 15119 852 0,'0'0'131'0,"0"0"18"16,0 0-65-16,0 0 30 0,0 0-14 15,0 0-23-15,0 0-19 16,-4-12-21-16,-4 12-18 16,8 0-1-16,0 0-4 15,0 0-6-15,0 0-4 16,12 0-1-16,56 0 5 15,23-11 3-15,17-4-1 16,19-8-1-16,17-8-3 16,15-11-2-16,8 2-2 15,8-5-1-15,-11 2 0 16,-13 6-1-16,-20-1 0 16,-27 10-2-16,-21 3-12 0,-3 9-42 15,-20 12-84-15,-24 1-148 16,-24 0-485-16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28T06:28:33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22762 5238 745 0,'0'0'121'0,"0"0"-112"0,0 0 16 16,0 0 13-16,0 0 77 15,0 0-46-15,0 0-14 16,88-126-16-16,-88 126-7 16,0 0-2-16,0 0-15 15,0 0 3-15,0 0-4 16,0 0-9-16,0 0 0 16,0 0-5-16,0 0 1 15,0 24 0-15,12 9 13 0,-4 1-14 16,4-2 8-16,0-4-7 15,0-8 2-15,8-7-1 16,-5-8-1-16,9-5 1 16,8 0 1-16,28 0 4 15,31-35 4-15,29-17 7 16,19-12-11-16,13-5-4 16,-13 7-2-16,-20 8-1 15,-3 3-2-15,-13 7-6 16,-19 6-48-16,0 0-76 15,-37-3-244-15</inkml:trace>
  <inkml:trace contextRef="#ctx0" brushRef="#br0" timeOffset="2083.19">12860 6121 641 0,'0'0'38'0,"0"0"48"0,0 0 30 0,0 0-44 15,0 0-18-15,0 0-9 16,0 0-4-16,0-79-16 16,0 79-11-16,0 0-3 15,0 0-1-15,0 0-5 16,0 19 2-16,12 2 6 16,8 5-4-16,-8 3 1 15,0-4-7-15,12-5 7 16,-12-6-4-16,-12 0 0 15,20-11 2-15,-16 4 2 16,15-7 0-16,9 0-2 16,28 0-1-16,28-45 2 15,43-26 5-15,12-12-7 0,13-10-4 16,-1-3-3-16,-8 3-2 16,9 7-30-16,-25 8-198 15,-43 2-421-15</inkml:trace>
  <inkml:trace contextRef="#ctx0" brushRef="#br0" timeOffset="11617.62">17984 7880 980 0,'0'0'44'0,"0"0"-11"15,0 0 42-15,0 0-17 16,0 0 11-16,0 0-28 0,0 0-6 16,12-34-17-16,-12 34-7 15,0 0-2-15,0 0 10 16,0 0-4-16,4 15 7 16,16 10-3-16,-8 3-1 15,4-2-9-15,4-4 1 16,4-10-1-16,20-7-5 15,15-5-1-15,37-26 7 16,43-34 9-16,25-25-11 16,15-11-2-16,4 1-5 15,-8 6 1-15,-24 5-2 0,-11 19 4 16,-45 16-4 0,-15 15-4-16,-32 21-1 0,-32 6-35 15,-16 7-41-15,0 0-46 16,0 23-107-16,0 12-43 15</inkml:trace>
  <inkml:trace contextRef="#ctx0" brushRef="#br0" timeOffset="12484.56">12096 8874 779 0,'0'0'35'16,"0"0"64"-16,-363-16 29 0,248 16-35 0,11-4-23 16,33 4 30-16,35-3-61 15,24 3 15-15,12 0-24 16,0 0-30-16,12 0 0 16,95-2-6-16,69-5 6 15,58-8 8-15,33-1 0 0,12-2-3 16,-20 7-2-16,-4 5-2 15,-29 2 0-15,-18 1 3 16,-41 3-3-16,-28 0-2 16,-47 0-2-16,-13 0 2 15,-39 7-4-15,-8-1 0 16,-20-6-12-16,-12 1-5 16,0 5-20-16,0 5-29 15,0 16-51-15,-56 0-144 16,-39 4-550-16</inkml:trace>
  <inkml:trace contextRef="#ctx0" brushRef="#br0" timeOffset="23836.27">8608 15351 932 0,'0'0'119'0,"0"0"-3"0,0 0-24 0,0 0-7 16,0 0 1-16,0 0-48 16,0 0-17-16,20-86-6 15,-8 86-10-15,23 0 3 16,1 20 13-16,8 12 15 16,-4 8-20-16,-8 0 8 15,-8-1-7-15,8-10 1 16,-9-7-8-16,-7-12 0 15,4-4-5-15,-4-6-1 16,16 0-1-16,40-35 9 0,23-32 10 16,41-18-10-16,15-10-11 15,-20-1 2-15,21 5-6 16,-21 4 0-16,20 7-40 16,9 5-65-16,-21 12-161 15,-20 9-341-15</inkml:trace>
  <inkml:trace contextRef="#ctx0" brushRef="#br0" timeOffset="33137.11">16547 17999 606 0,'0'0'479'0,"0"0"-289"0,0 0-86 0,0 0-23 16,0 0-30-16,0 0-20 15,0 0-20-15,-92 5-6 16,128-5 6-16,20 0 7 16,16 0 3-16,-1 0-16 15,21 0 3-15,-8 0-1 0,-1 0-4 16,-3 0 3-16,-13 0-5 16,-15 0-1-16,-8 0 1 15,-8 0-1-15,0 0-2 16,-12 0-17-16,-1 0-81 15,-11 0-92-15,-4 11-115 16,-8-10-374-16</inkml:trace>
  <inkml:trace contextRef="#ctx0" brushRef="#br0" timeOffset="34920.31">18661 17992 908 0,'0'0'245'0,"0"0"-87"0,0 0-69 16,0 0-9-16,0 0-8 15,0 0-35-15,0 0-21 16,-20 0-7-16,20 0 1 0,72 0-10 15,20 0 22-15,27 0-9 16,4-7 1-16,-3 1-6 16,-5 0-8-16,1 3-4 15,-9 1 4-15,-15-2 5 16,-20 4-3-16,-5 0-1 16,-27 0-1-16,-16 0 0 15,0 0 4-15,-16 0-4 16,-8 0 0-16,0 0-1 15,0 0 1-15,0 0-7 0,0 0 6 16,0 0-30 0,0 0-37-16,0 11-73 0,-12 13-58 15,-12-7-256-15</inkml:trace>
  <inkml:trace contextRef="#ctx0" brushRef="#br0" timeOffset="40871.37">26875 17706 628 0,'0'0'192'0,"0"0"17"15,0 0-68-15,0 0-46 0,0 0-6 16,0 0-10-16,0 0-27 16,-115 0-8-16,115 0-11 15,0 0-14-15,0 0-10 16,0 0-9-16,12 0 0 16,59 0 0-16,33 0 4 15,27 0 3-15,9 0 2 16,-1 0-3-16,0 0-3 15,1 0-1-15,-21 0 2 16,-3 0-4-16,-13 0 2 16,-19 0 2-16,-13 0-4 0,-15 0 0 15,-20 0 0-15,0 0 2 16,-16 0-3-16,-8 0 1 16,-12 0-2-16,0 0 1 15,0 0-30-15,0 10-97 16,-44 9-86-16,-36-5-338 15</inkml:trace>
  <inkml:trace contextRef="#ctx0" brushRef="#br0" timeOffset="45038.44">29503 13977 969 0,'0'0'262'0,"0"0"-191"0,0 0 10 0,0 0-28 16,0 0 17-16,0 0-26 15,0 0-29-15,-20-113-13 16,68 154 10-16,0 4 4 0,-16-8-5 16,-9-7 10-16,-11-10-6 15,0-19-1-15,0-1-11 16,36-17-1-16,32-60 8 15,35-41-3-15,40-28-7 16,29-13-12-16,27 1-70 16,24 0-99-16,-13 10-251 15</inkml:trace>
  <inkml:trace contextRef="#ctx0" brushRef="#br0" timeOffset="49155.55">27086 14751 1200 0,'0'0'80'15,"0"0"8"-15,0 0-67 0,0 0 43 16,0 0-20-16,0 0-31 16,0 0 27-16,84 75-19 0,-40-68-2 15,-5-5 6 1,9-2 4-16,20-9-18 0,16-42 10 15,27-21-11-15,20-17-10 16,13-9-9-16,7-3-98 16,-28-5-239-16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309F-D4B8-452D-BC77-DEB69A8603D9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75701-B17A-4AA0-909E-FBEBBC4D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06BDB1-8E0A-45C9-A0E9-4C66032D1CF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5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1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4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8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Euclidean_distanc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371600"/>
            <a:ext cx="9144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46179" y="408087"/>
            <a:ext cx="100007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 25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DBSCAN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Clustering Algorithms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7" y="1325562"/>
            <a:ext cx="101776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Clustering algorithms can be generally classified into four categories: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	Partitioning based: K-means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	Hierarchy based: AGNES, DIANA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	Density based: DBSCAN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	Grid based: CLIQUE</a:t>
            </a:r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04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7" y="0"/>
            <a:ext cx="917326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Density based clustering algorithms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76300" y="91440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1007196" y="1120494"/>
            <a:ext cx="1017760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body"/>
                <a:ea typeface="+mj-ea"/>
                <a:cs typeface="Times New Roman" pitchFamily="18" charset="0"/>
              </a:rPr>
              <a:t>Density based clustering algorithms assume that clusters are dense regions in space separated by regions of lower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Calibri body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body"/>
                <a:ea typeface="+mj-ea"/>
                <a:cs typeface="Times New Roman" pitchFamily="18" charset="0"/>
              </a:rPr>
              <a:t>A dense cluster is a region which is “density connected”, i.e. the density of points in that region is greater than a minimum.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Calibri body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body"/>
                <a:ea typeface="+mj-ea"/>
                <a:cs typeface="Times New Roman" pitchFamily="18" charset="0"/>
              </a:rPr>
              <a:t>Since these algorithms expand clusters based on dense connectivity, they can find clusters of arbitrary shapes.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Calibri body"/>
              <a:ea typeface="+mj-ea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body"/>
                <a:ea typeface="+mj-ea"/>
                <a:cs typeface="Times New Roman" pitchFamily="18" charset="0"/>
              </a:rPr>
              <a:t>DBSCAN is an example of density-based clustering algorithm.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2C8AF-53E0-B8DE-FD2F-617D6EF8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994" y="4598369"/>
            <a:ext cx="5929361" cy="22221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BB974F-B78B-9FD7-73C2-143C07FF52D4}"/>
                  </a:ext>
                </a:extLst>
              </p14:cNvPr>
              <p14:cNvContentPartPr/>
              <p14:nvPr/>
            </p14:nvContentPartPr>
            <p14:xfrm>
              <a:off x="3375360" y="1591200"/>
              <a:ext cx="7062480" cy="388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BB974F-B78B-9FD7-73C2-143C07FF52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6000" y="1581840"/>
                <a:ext cx="7081200" cy="39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30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(Density Based Spatial Clustering</a:t>
            </a:r>
            <a:b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Applications with Noise)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861310" y="1648919"/>
            <a:ext cx="102226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Published by Ester et al. in 1996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algorithm finds dense areas and expands these recursively to find dense arbitrarily shaped clusters.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Since it has a concept of noise, it works well even with noisy datasets.</a:t>
            </a:r>
            <a:endParaRPr lang="en-US" sz="2400" dirty="0">
              <a:latin typeface="+mj-lt"/>
              <a:ea typeface="+mj-ea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150C1D-DA4A-20D6-C3A0-1F4DB0F8F67F}"/>
                  </a:ext>
                </a:extLst>
              </p14:cNvPr>
              <p14:cNvContentPartPr/>
              <p14:nvPr/>
            </p14:nvContentPartPr>
            <p14:xfrm>
              <a:off x="4519440" y="1963440"/>
              <a:ext cx="4870800" cy="210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150C1D-DA4A-20D6-C3A0-1F4DB0F8F6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0080" y="1954080"/>
                <a:ext cx="4889520" cy="212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6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(Density Based Spatial Clustering</a:t>
            </a:r>
            <a:b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Applications with Noise)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560613" y="1963712"/>
            <a:ext cx="57043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Two main parameters to DBSCAN to define density are: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Eps (ε):</a:t>
            </a:r>
            <a:r>
              <a:rPr lang="en-US" sz="2400" dirty="0"/>
              <a:t> defines radius of the ‘neighborhood region’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minPoints</a:t>
            </a:r>
            <a:r>
              <a:rPr lang="en-US" sz="2400" b="1" dirty="0"/>
              <a:t>:</a:t>
            </a:r>
            <a:r>
              <a:rPr lang="en-US" sz="2400" dirty="0"/>
              <a:t> defines the minimum number of points (a threshold) that should be contained within that neighborhood (to be considered as dense).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" name="Picture 4" descr="Figure">
            <a:extLst>
              <a:ext uri="{FF2B5EF4-FFF2-40B4-BE49-F238E27FC236}">
                <a16:creationId xmlns:a16="http://schemas.microsoft.com/office/drawing/2014/main" id="{041FF250-0D5E-A3A3-F36F-71A98F32C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979" y="1963712"/>
            <a:ext cx="5414021" cy="340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75416B-B370-AF82-A0AD-7B3A393ACE8C}"/>
                  </a:ext>
                </a:extLst>
              </p14:cNvPr>
              <p14:cNvContentPartPr/>
              <p14:nvPr/>
            </p14:nvContentPartPr>
            <p14:xfrm>
              <a:off x="489960" y="1445400"/>
              <a:ext cx="7726320" cy="3393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75416B-B370-AF82-A0AD-7B3A393ACE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600" y="1436040"/>
                <a:ext cx="7745040" cy="341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078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(Density Based Spatial Clustering</a:t>
            </a:r>
            <a:b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Applications with Noise)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560613" y="2308481"/>
            <a:ext cx="57043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0" i="0" dirty="0">
                <a:effectLst/>
                <a:latin typeface="Calibri body"/>
                <a:cs typeface="Times New Roman" panose="02020603050405020304" pitchFamily="18" charset="0"/>
              </a:rPr>
              <a:t>The DBSCAN algorithm takes two input parameters: </a:t>
            </a:r>
            <a:r>
              <a:rPr lang="en-US" sz="2400" b="1" i="1" dirty="0">
                <a:effectLst/>
                <a:latin typeface="Calibri body"/>
                <a:cs typeface="Times New Roman" panose="02020603050405020304" pitchFamily="18" charset="0"/>
              </a:rPr>
              <a:t>eps</a:t>
            </a:r>
            <a:r>
              <a:rPr lang="en-US" sz="2400" b="0" i="0" dirty="0">
                <a:effectLst/>
                <a:latin typeface="Calibri body"/>
                <a:cs typeface="Times New Roman" panose="02020603050405020304" pitchFamily="18" charset="0"/>
              </a:rPr>
              <a:t> and </a:t>
            </a:r>
            <a:r>
              <a:rPr lang="en-US" sz="2400" b="1" i="1" dirty="0" err="1">
                <a:effectLst/>
                <a:latin typeface="Calibri body"/>
                <a:cs typeface="Times New Roman" panose="02020603050405020304" pitchFamily="18" charset="0"/>
              </a:rPr>
              <a:t>minpts</a:t>
            </a:r>
            <a:r>
              <a:rPr lang="en-US" sz="2400" b="0" i="0" dirty="0">
                <a:effectLst/>
                <a:latin typeface="Calibri body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400" dirty="0">
              <a:latin typeface="Calibri body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400" b="0" i="0" dirty="0">
                <a:effectLst/>
                <a:latin typeface="Calibri body"/>
                <a:cs typeface="Times New Roman" panose="02020603050405020304" pitchFamily="18" charset="0"/>
              </a:rPr>
              <a:t>Considering the example, consider the point (1.5,2.5), if we take </a:t>
            </a:r>
            <a:r>
              <a:rPr lang="en-US" sz="2400" b="0" i="1" dirty="0">
                <a:effectLst/>
                <a:latin typeface="Calibri body"/>
                <a:cs typeface="Times New Roman" panose="02020603050405020304" pitchFamily="18" charset="0"/>
              </a:rPr>
              <a:t>eps</a:t>
            </a:r>
            <a:r>
              <a:rPr lang="en-US" sz="2400" b="0" i="0" dirty="0">
                <a:effectLst/>
                <a:latin typeface="Calibri body"/>
                <a:cs typeface="Times New Roman" panose="02020603050405020304" pitchFamily="18" charset="0"/>
              </a:rPr>
              <a:t> = 0.3, then the circle around the point with radius = 0.3, will contain only one other point inside it (1.2,2.5) as shown here</a:t>
            </a:r>
          </a:p>
        </p:txBody>
      </p:sp>
      <p:pic>
        <p:nvPicPr>
          <p:cNvPr id="5" name="Picture 2" descr="A graph with dots and numbers&#10;&#10;Description automatically generated">
            <a:extLst>
              <a:ext uri="{FF2B5EF4-FFF2-40B4-BE49-F238E27FC236}">
                <a16:creationId xmlns:a16="http://schemas.microsoft.com/office/drawing/2014/main" id="{E3323F28-A7AD-DA91-1714-86A537F20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8110" y="1963712"/>
            <a:ext cx="5427770" cy="351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C25FC4-1529-F165-0AB2-685632008882}"/>
                  </a:ext>
                </a:extLst>
              </p14:cNvPr>
              <p14:cNvContentPartPr/>
              <p14:nvPr/>
            </p14:nvContentPartPr>
            <p14:xfrm>
              <a:off x="527400" y="3161520"/>
              <a:ext cx="7921080" cy="224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C25FC4-1529-F165-0AB2-6856320088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040" y="3152160"/>
                <a:ext cx="7939800" cy="22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370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(Density Based Spatial Clustering</a:t>
            </a:r>
            <a:b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Applications with Noise)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B275E0-60C0-FB99-861A-30651F256A1A}"/>
              </a:ext>
            </a:extLst>
          </p:cNvPr>
          <p:cNvSpPr txBox="1"/>
          <p:nvPr/>
        </p:nvSpPr>
        <p:spPr>
          <a:xfrm>
            <a:off x="560613" y="1618934"/>
            <a:ext cx="5535387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latin typeface="Calibri body"/>
                <a:cs typeface="Times New Roman" panose="02020603050405020304" pitchFamily="18" charset="0"/>
              </a:rPr>
              <a:t>In this, we have 3 types of data points:</a:t>
            </a:r>
            <a:endParaRPr lang="en-US" sz="2400" b="1" i="0" dirty="0">
              <a:effectLst/>
              <a:latin typeface="Calibri body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400" i="0" dirty="0">
              <a:effectLst/>
              <a:latin typeface="Calibri body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Point: 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point is a core point if it has more than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points within eps. </a:t>
            </a:r>
          </a:p>
          <a:p>
            <a:pPr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 Point: 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point which has fewer than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within “eps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it is in the neighborhood of a core point. </a:t>
            </a:r>
          </a:p>
          <a:p>
            <a:pPr>
              <a:spcAft>
                <a:spcPts val="60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or outlier: 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point which is not a core point or border point.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400" i="0" dirty="0">
              <a:effectLst/>
              <a:latin typeface="Calibri body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1AF168-AD59-9885-A683-FF1E30E9A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70125" y="1790256"/>
            <a:ext cx="6059563" cy="369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343E08A-1E3E-88C6-1B76-8C996927FEB5}"/>
                  </a:ext>
                </a:extLst>
              </p14:cNvPr>
              <p14:cNvContentPartPr/>
              <p14:nvPr/>
            </p14:nvContentPartPr>
            <p14:xfrm>
              <a:off x="136080" y="2655000"/>
              <a:ext cx="11521800" cy="2983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343E08A-1E3E-88C6-1B76-8C996927FE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20" y="2645640"/>
                <a:ext cx="11540520" cy="300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7779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Algo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619A823-7510-5008-D98B-309504322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94" y="2047659"/>
            <a:ext cx="5674401" cy="36561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A72D38-F9B4-8CF1-D7F1-DEBA36AA851C}"/>
              </a:ext>
            </a:extLst>
          </p:cNvPr>
          <p:cNvSpPr txBox="1"/>
          <p:nvPr/>
        </p:nvSpPr>
        <p:spPr>
          <a:xfrm>
            <a:off x="6096000" y="1505443"/>
            <a:ext cx="58661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algorithm proceeds by arbitrarily picking up point in the dataset (until all points have been visited).</a:t>
            </a:r>
          </a:p>
          <a:p>
            <a:endParaRPr lang="en-US" sz="2200" dirty="0"/>
          </a:p>
          <a:p>
            <a:r>
              <a:rPr lang="en-US" sz="2200" dirty="0"/>
              <a:t>▪ If there are at least ‘</a:t>
            </a:r>
            <a:r>
              <a:rPr lang="en-US" sz="2200" dirty="0" err="1"/>
              <a:t>minPoint</a:t>
            </a:r>
            <a:r>
              <a:rPr lang="en-US" sz="2200" dirty="0"/>
              <a:t>’ points within a radius of ‘ε’ to the point then we consider all these points to be part of the same cluster.</a:t>
            </a:r>
          </a:p>
          <a:p>
            <a:endParaRPr lang="en-US" sz="2200" dirty="0"/>
          </a:p>
          <a:p>
            <a:r>
              <a:rPr lang="en-US" sz="2200" dirty="0"/>
              <a:t>▪ The clusters are then expanded by recursively repeating the neighborhood calculation for each neighboring point.</a:t>
            </a:r>
          </a:p>
          <a:p>
            <a:endParaRPr lang="en-US" sz="2200" dirty="0"/>
          </a:p>
          <a:p>
            <a:r>
              <a:rPr lang="en-US" sz="2200" dirty="0"/>
              <a:t>▪ The complexity of this algorithm is O(n2), where n is the number of points.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EA04C0-9C27-A085-B925-DF6ADC874BB7}"/>
                  </a:ext>
                </a:extLst>
              </p14:cNvPr>
              <p14:cNvContentPartPr/>
              <p14:nvPr/>
            </p14:nvContentPartPr>
            <p14:xfrm>
              <a:off x="1744200" y="2270520"/>
              <a:ext cx="9181080" cy="379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EA04C0-9C27-A085-B925-DF6ADC874B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4840" y="2261160"/>
                <a:ext cx="9199800" cy="381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77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Numerical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A72D38-F9B4-8CF1-D7F1-DEBA36AA851C}"/>
              </a:ext>
            </a:extLst>
          </p:cNvPr>
          <p:cNvSpPr txBox="1"/>
          <p:nvPr/>
        </p:nvSpPr>
        <p:spPr>
          <a:xfrm>
            <a:off x="861310" y="1505443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Q. Given the points A(3, 7), B(4, 6), C(5, 5), D(6, 4), E(7, 3), F(6, 2), G(7, 2) and H(8, 4), Find the core points and outliers using DBSCAN. Take Eps = 2.5 and 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source-serif-pro"/>
              </a:rPr>
              <a:t>MinPts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= 3.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5F466-D4A9-C327-368D-D295F6EB9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907" y="2897330"/>
            <a:ext cx="3704856" cy="32484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F85D66-AE96-591D-8784-8B88339D1664}"/>
                  </a:ext>
                </a:extLst>
              </p14:cNvPr>
              <p14:cNvContentPartPr/>
              <p14:nvPr/>
            </p14:nvContentPartPr>
            <p14:xfrm>
              <a:off x="2445120" y="1904040"/>
              <a:ext cx="9730080" cy="206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F85D66-AE96-591D-8784-8B88339D16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5760" y="1894680"/>
                <a:ext cx="9748800" cy="20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494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Numerical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A72D38-F9B4-8CF1-D7F1-DEBA36AA851C}"/>
              </a:ext>
            </a:extLst>
          </p:cNvPr>
          <p:cNvSpPr txBox="1"/>
          <p:nvPr/>
        </p:nvSpPr>
        <p:spPr>
          <a:xfrm>
            <a:off x="861310" y="1505443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Step 1: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To find the </a:t>
            </a:r>
            <a:r>
              <a:rPr lang="en-US" sz="2400" b="0" i="1" dirty="0">
                <a:solidFill>
                  <a:srgbClr val="242424"/>
                </a:solidFill>
                <a:effectLst/>
                <a:latin typeface="source-serif-pro"/>
              </a:rPr>
              <a:t>core points, outliers and clusters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by using DBSCAN we need to first calculate the distance among all pairs of given data point. Let us use </a:t>
            </a:r>
            <a:r>
              <a:rPr lang="en-US" sz="2400" b="0" i="1" u="sng" dirty="0">
                <a:effectLst/>
                <a:latin typeface="source-serif-pro"/>
                <a:hlinkClick r:id="rId2"/>
              </a:rPr>
              <a:t>Euclidean distance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measure for distance calculation.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943E4-0379-8E73-E056-106DC9154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44" y="3056974"/>
            <a:ext cx="6907926" cy="26467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E3D9EF-1E5E-043A-98DB-566DE5F2F4A9}"/>
                  </a:ext>
                </a:extLst>
              </p14:cNvPr>
              <p14:cNvContentPartPr/>
              <p14:nvPr/>
            </p14:nvContentPartPr>
            <p14:xfrm>
              <a:off x="2710440" y="1947240"/>
              <a:ext cx="6722640" cy="353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E3D9EF-1E5E-043A-98DB-566DE5F2F4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1080" y="1937880"/>
                <a:ext cx="6741360" cy="355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30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Numerical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8838048-E40A-AA64-15EE-865280869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7" y="1819745"/>
            <a:ext cx="6008603" cy="3884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051A1B-4A3B-4972-5B57-B2D137444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392" y="1636116"/>
            <a:ext cx="5839608" cy="43250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5E63B9-6C84-AEC7-F73C-C2416E2869FA}"/>
                  </a:ext>
                </a:extLst>
              </p14:cNvPr>
              <p14:cNvContentPartPr/>
              <p14:nvPr/>
            </p14:nvContentPartPr>
            <p14:xfrm>
              <a:off x="14040" y="1500480"/>
              <a:ext cx="9880560" cy="4163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5E63B9-6C84-AEC7-F73C-C2416E2869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80" y="1491120"/>
                <a:ext cx="9899280" cy="418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26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Numerical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1C0934B-EAF6-35B3-629F-23268BFB1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64" y="2116762"/>
            <a:ext cx="8884072" cy="2797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995742-A9E2-8520-DDEA-C9E1FCDD49BE}"/>
              </a:ext>
            </a:extLst>
          </p:cNvPr>
          <p:cNvSpPr txBox="1"/>
          <p:nvPr/>
        </p:nvSpPr>
        <p:spPr>
          <a:xfrm>
            <a:off x="1007196" y="1439056"/>
            <a:ext cx="89312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final distance matrix becomes as shown below: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21099-6E20-499D-7D3D-9F4646DCA4F1}"/>
              </a:ext>
            </a:extLst>
          </p:cNvPr>
          <p:cNvSpPr txBox="1"/>
          <p:nvPr/>
        </p:nvSpPr>
        <p:spPr>
          <a:xfrm>
            <a:off x="2493364" y="5418944"/>
            <a:ext cx="72514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 In the above table, Distance ≤ Epsilon (i.e. 2.5) is marked red.</a:t>
            </a:r>
            <a:endParaRPr lang="en-US" sz="2200" dirty="0">
              <a:latin typeface="Calibri body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B9BDF1-8473-5D08-DA23-D24BAFF91C63}"/>
                  </a:ext>
                </a:extLst>
              </p14:cNvPr>
              <p14:cNvContentPartPr/>
              <p14:nvPr/>
            </p14:nvContentPartPr>
            <p14:xfrm>
              <a:off x="1536480" y="1915560"/>
              <a:ext cx="6397560" cy="4099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B9BDF1-8473-5D08-DA23-D24BAFF91C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7120" y="1906200"/>
                <a:ext cx="6416280" cy="411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658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Numerical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995742-A9E2-8520-DDEA-C9E1FCDD49BE}"/>
              </a:ext>
            </a:extLst>
          </p:cNvPr>
          <p:cNvSpPr txBox="1"/>
          <p:nvPr/>
        </p:nvSpPr>
        <p:spPr>
          <a:xfrm>
            <a:off x="861310" y="1351508"/>
            <a:ext cx="1074509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i="0" dirty="0">
                <a:solidFill>
                  <a:srgbClr val="242424"/>
                </a:solidFill>
                <a:effectLst/>
                <a:latin typeface="Calibri body"/>
              </a:rPr>
              <a:t>Step 2:</a:t>
            </a: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 Now, finding all the data points that lie in the </a:t>
            </a:r>
            <a:r>
              <a:rPr lang="en-US" sz="2200" b="0" i="1" dirty="0">
                <a:solidFill>
                  <a:srgbClr val="242424"/>
                </a:solidFill>
                <a:effectLst/>
                <a:latin typeface="Calibri body"/>
              </a:rPr>
              <a:t>Eps-neighborhood</a:t>
            </a: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 of each data points. That is, put all the points in the neighborhood set of each data point whose distance is &lt;=2.5.</a:t>
            </a:r>
          </a:p>
          <a:p>
            <a:pPr algn="l"/>
            <a:endParaRPr lang="en-US" sz="2200" b="0" i="0" dirty="0">
              <a:solidFill>
                <a:srgbClr val="242424"/>
              </a:solidFill>
              <a:effectLst/>
              <a:latin typeface="Calibri body"/>
            </a:endParaRP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N(A) = {B}; — — — — — — -→ because distance of B is &lt;= 2.5 with A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N(B) = {A, C}; — — — — — → because distance of A and C is &lt;= 2.5 with B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N(C) = {B, D}; — — — — —→ because distance of B and D is &lt;=2.5 with C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N(D) = {C, E, F, G, H}; — → because distance of C, E, F,G and H is &lt;=2.5 with D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N(E) = {D, F, G, H}; — — → because distance of D, F, G and H is &lt;=2.5 with E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N(F) = {D, E, G}; — — — — → because distance of D, E and G is &lt;=2.5 with F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N(G) = {D, E, F, H}; — — -→ because distance of D, E, F and H is &lt;=2.5 with G</a:t>
            </a:r>
            <a:b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</a:b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N(H) = {D, E, G}; — — — — → because distance of D, E and G is &lt;=2.5 with 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3EA192-750B-8332-B4F0-19C17412F3AD}"/>
                  </a:ext>
                </a:extLst>
              </p14:cNvPr>
              <p14:cNvContentPartPr/>
              <p14:nvPr/>
            </p14:nvContentPartPr>
            <p14:xfrm>
              <a:off x="414000" y="1749600"/>
              <a:ext cx="11032920" cy="200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3EA192-750B-8332-B4F0-19C17412F3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640" y="1740240"/>
                <a:ext cx="11051640" cy="20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6614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Numerical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995742-A9E2-8520-DDEA-C9E1FCDD49BE}"/>
              </a:ext>
            </a:extLst>
          </p:cNvPr>
          <p:cNvSpPr txBox="1"/>
          <p:nvPr/>
        </p:nvSpPr>
        <p:spPr>
          <a:xfrm>
            <a:off x="861310" y="2228670"/>
            <a:ext cx="28862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N(A) = {B};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N(B) = {A, C};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N(C) = {B, D};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N(D) = {C, E, F, G, H};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N(E) = {D, F, G, H};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N(F) = {D, E, G};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N(G) = {D, E, F, H}; </a:t>
            </a: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N(H) = {D, E, G};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8809F-2EA1-867B-DEF3-83A55F15726E}"/>
              </a:ext>
            </a:extLst>
          </p:cNvPr>
          <p:cNvSpPr txBox="1"/>
          <p:nvPr/>
        </p:nvSpPr>
        <p:spPr>
          <a:xfrm>
            <a:off x="4620717" y="2367171"/>
            <a:ext cx="660504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Here, data points A, B and C have neighbors &lt;= </a:t>
            </a:r>
            <a:r>
              <a:rPr lang="en-US" sz="2200" b="1" i="0" dirty="0" err="1">
                <a:solidFill>
                  <a:srgbClr val="242424"/>
                </a:solidFill>
                <a:effectLst/>
                <a:latin typeface="Calibri body"/>
              </a:rPr>
              <a:t>MinPts</a:t>
            </a:r>
            <a:r>
              <a:rPr lang="en-US" sz="2200" b="1" i="0" dirty="0">
                <a:solidFill>
                  <a:srgbClr val="242424"/>
                </a:solidFill>
                <a:effectLst/>
                <a:latin typeface="Calibri body"/>
              </a:rPr>
              <a:t> (i.e. 3)</a:t>
            </a: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 so can’t be considered as core points. Since they belong to the neighborhood of other data points, hence there exist </a:t>
            </a:r>
            <a:r>
              <a:rPr lang="en-US" sz="2200" b="0" i="1" dirty="0">
                <a:solidFill>
                  <a:srgbClr val="242424"/>
                </a:solidFill>
                <a:effectLst/>
                <a:latin typeface="Calibri body"/>
              </a:rPr>
              <a:t>no outliers</a:t>
            </a: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 in the given set of data points.</a:t>
            </a:r>
          </a:p>
          <a:p>
            <a:pPr algn="l"/>
            <a:endParaRPr lang="en-US" sz="2200" b="0" i="0" dirty="0">
              <a:solidFill>
                <a:srgbClr val="242424"/>
              </a:solidFill>
              <a:effectLst/>
              <a:latin typeface="Calibri body"/>
            </a:endParaRP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Data points D, E, F, G and H have neighbors &gt;= </a:t>
            </a:r>
            <a:r>
              <a:rPr lang="en-US" sz="2200" b="1" i="0" dirty="0" err="1">
                <a:solidFill>
                  <a:srgbClr val="242424"/>
                </a:solidFill>
                <a:effectLst/>
                <a:latin typeface="Calibri body"/>
              </a:rPr>
              <a:t>MinPts</a:t>
            </a:r>
            <a:r>
              <a:rPr lang="en-US" sz="2200" b="1" i="0" dirty="0">
                <a:solidFill>
                  <a:srgbClr val="242424"/>
                </a:solidFill>
                <a:effectLst/>
                <a:latin typeface="Calibri body"/>
              </a:rPr>
              <a:t> (i.e. 3)</a:t>
            </a: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 and hence are the </a:t>
            </a:r>
            <a:r>
              <a:rPr lang="en-US" sz="2200" b="0" i="1" dirty="0">
                <a:solidFill>
                  <a:srgbClr val="242424"/>
                </a:solidFill>
                <a:effectLst/>
                <a:latin typeface="Calibri body"/>
              </a:rPr>
              <a:t>core data points</a:t>
            </a:r>
            <a:r>
              <a:rPr lang="en-US" sz="2200" b="0" i="0" dirty="0">
                <a:solidFill>
                  <a:srgbClr val="242424"/>
                </a:solidFill>
                <a:effectLst/>
                <a:latin typeface="Calibri body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5C61D0-6F1C-BA6A-B834-437BE3B102AA}"/>
                  </a:ext>
                </a:extLst>
              </p14:cNvPr>
              <p14:cNvContentPartPr/>
              <p14:nvPr/>
            </p14:nvContentPartPr>
            <p14:xfrm>
              <a:off x="510120" y="1534680"/>
              <a:ext cx="10208880" cy="359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5C61D0-6F1C-BA6A-B834-437BE3B102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760" y="1525320"/>
                <a:ext cx="10227600" cy="361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1995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DBSCAN: Evaluation metrics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B8809F-2EA1-867B-DEF3-83A55F15726E}"/>
              </a:ext>
            </a:extLst>
          </p:cNvPr>
          <p:cNvSpPr txBox="1"/>
          <p:nvPr/>
        </p:nvSpPr>
        <p:spPr>
          <a:xfrm>
            <a:off x="861310" y="1536174"/>
            <a:ext cx="105155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400" b="1" i="0" dirty="0">
                <a:solidFill>
                  <a:srgbClr val="273239"/>
                </a:solidFill>
                <a:effectLst/>
                <a:latin typeface="Calibri body"/>
              </a:rPr>
              <a:t>Silhouette's score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 body"/>
              </a:rPr>
              <a:t> is in the range of -1 to 1. A score near 1 denotes the data point is very compact within the cluster to which it belongs and far away from the other clusters. The worst value is -1. Values near 0 denote overlapping clusters.</a:t>
            </a:r>
          </a:p>
          <a:p>
            <a:pPr algn="l" fontAlgn="base"/>
            <a:endParaRPr lang="en-US" sz="2400" b="0" i="0" dirty="0">
              <a:solidFill>
                <a:srgbClr val="273239"/>
              </a:solidFill>
              <a:effectLst/>
              <a:latin typeface="Calibri body"/>
            </a:endParaRPr>
          </a:p>
          <a:p>
            <a:pPr algn="l" fontAlgn="base"/>
            <a:r>
              <a:rPr lang="en-US" sz="2400" b="1" i="0" dirty="0">
                <a:solidFill>
                  <a:srgbClr val="273239"/>
                </a:solidFill>
                <a:effectLst/>
                <a:latin typeface="Calibri body"/>
              </a:rPr>
              <a:t>Absolute Rand Score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 body"/>
              </a:rPr>
              <a:t> is in the range of 0 to 1. More than 0.9 denotes excellent cluster recovery and above 0.8 is a good recovery. Less than 0.5 is considered to be poor recovery. 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16D439-BFE0-F698-B23E-8378F8EEEE93}"/>
                  </a:ext>
                </a:extLst>
              </p14:cNvPr>
              <p14:cNvContentPartPr/>
              <p14:nvPr/>
            </p14:nvContentPartPr>
            <p14:xfrm>
              <a:off x="481320" y="1818000"/>
              <a:ext cx="8938800" cy="209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16D439-BFE0-F698-B23E-8378F8EEEE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960" y="1808640"/>
                <a:ext cx="8957520" cy="211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397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DBSCAN: Key points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B8809F-2EA1-867B-DEF3-83A55F15726E}"/>
              </a:ext>
            </a:extLst>
          </p:cNvPr>
          <p:cNvSpPr txBox="1"/>
          <p:nvPr/>
        </p:nvSpPr>
        <p:spPr>
          <a:xfrm>
            <a:off x="861310" y="1536174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body"/>
              </a:rPr>
              <a:t>If eps is too small most points will be classified as noise.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body"/>
              </a:rPr>
              <a:t>If eps is too large clusters may merge and the algorithm may fail to distinguish between them.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F6A288-4119-5720-C500-218E99CC6E1C}"/>
                  </a:ext>
                </a:extLst>
              </p14:cNvPr>
              <p14:cNvContentPartPr/>
              <p14:nvPr/>
            </p14:nvContentPartPr>
            <p14:xfrm>
              <a:off x="402480" y="1907640"/>
              <a:ext cx="6472080" cy="558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F6A288-4119-5720-C500-218E99CC6E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120" y="1898280"/>
                <a:ext cx="6490800" cy="57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2728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vs K-means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5E7678-83A4-462A-94C5-68FE780AC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762589"/>
              </p:ext>
            </p:extLst>
          </p:nvPr>
        </p:nvGraphicFramePr>
        <p:xfrm>
          <a:off x="861310" y="1398460"/>
          <a:ext cx="10515600" cy="43053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044840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5280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effectLst/>
                        </a:rPr>
                        <a:t>                  DBSCAN                             </a:t>
                      </a:r>
                    </a:p>
                  </a:txBody>
                  <a:tcPr marL="38100" marR="3810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effectLst/>
                        </a:rPr>
                        <a:t>                           K-Means                            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900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b="0">
                          <a:effectLst/>
                        </a:rPr>
                        <a:t>In DBSCAN we need not specify the number of clusters.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b="0">
                          <a:effectLst/>
                        </a:rPr>
                        <a:t>It is very sensitive to the number of clusters so it need to specified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65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Clusters formed in DBSCAN can be of any arbitrary shape.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b="0">
                          <a:effectLst/>
                        </a:rPr>
                        <a:t>Clusters formed are spherical or convex in shape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1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dirty="0">
                          <a:effectLst/>
                        </a:rPr>
                        <a:t>It can work well with datasets having noise and outliers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b="0">
                          <a:effectLst/>
                        </a:rPr>
                        <a:t>It does not work well with outliers data. Outliers can skew the clusters in K-Means to a very large extent. 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41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In DBSCAN two parameters are required for training the Model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000" b="0" dirty="0">
                          <a:effectLst/>
                        </a:rPr>
                        <a:t>In K-Means only one parameter is required is for training the model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40069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631500-47E2-D773-EA1C-5161B1893DB1}"/>
                  </a:ext>
                </a:extLst>
              </p14:cNvPr>
              <p14:cNvContentPartPr/>
              <p14:nvPr/>
            </p14:nvContentPartPr>
            <p14:xfrm>
              <a:off x="4153680" y="2511360"/>
              <a:ext cx="6508080" cy="326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631500-47E2-D773-EA1C-5161B1893D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44320" y="2502000"/>
                <a:ext cx="6526800" cy="327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3646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DBSCAN 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30229DE-DF41-5F7E-D49D-09127C13C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42" y="3428999"/>
            <a:ext cx="9332828" cy="3008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EBF5FD-2C20-6978-ACEE-1736BED936EF}"/>
              </a:ext>
            </a:extLst>
          </p:cNvPr>
          <p:cNvSpPr txBox="1"/>
          <p:nvPr/>
        </p:nvSpPr>
        <p:spPr>
          <a:xfrm>
            <a:off x="861310" y="1585206"/>
            <a:ext cx="97585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Advantages</a:t>
            </a:r>
            <a:r>
              <a:rPr lang="en-US" sz="2200" dirty="0"/>
              <a:t>: Can handle clusters of different shapes and sizes</a:t>
            </a:r>
          </a:p>
          <a:p>
            <a:r>
              <a:rPr lang="en-US" sz="2200" dirty="0"/>
              <a:t>			  Resistant to noise</a:t>
            </a:r>
          </a:p>
          <a:p>
            <a:endParaRPr lang="en-US" sz="2200" dirty="0"/>
          </a:p>
          <a:p>
            <a:r>
              <a:rPr lang="en-US" sz="2200" b="1" dirty="0"/>
              <a:t>Disadvantages</a:t>
            </a:r>
            <a:r>
              <a:rPr lang="en-US" sz="2200" dirty="0"/>
              <a:t>: Sensitive in parameter selection.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45BE01-B5CC-4104-5579-56BD6A6AE16D}"/>
                  </a:ext>
                </a:extLst>
              </p14:cNvPr>
              <p14:cNvContentPartPr/>
              <p14:nvPr/>
            </p14:nvContentPartPr>
            <p14:xfrm>
              <a:off x="3098880" y="1711080"/>
              <a:ext cx="8032680" cy="4775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45BE01-B5CC-4104-5579-56BD6A6AE1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9520" y="1701720"/>
                <a:ext cx="8051400" cy="479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1150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96" y="0"/>
            <a:ext cx="1051559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861310" y="1154240"/>
            <a:ext cx="105156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EBF5FD-2C20-6978-ACEE-1736BED936EF}"/>
              </a:ext>
            </a:extLst>
          </p:cNvPr>
          <p:cNvSpPr txBox="1"/>
          <p:nvPr/>
        </p:nvSpPr>
        <p:spPr>
          <a:xfrm>
            <a:off x="1259174" y="1543987"/>
            <a:ext cx="97585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https://medium.com/@karna.sujan52/density-based-dbscan-numerical-f4e00b9cce68</a:t>
            </a:r>
          </a:p>
        </p:txBody>
      </p:sp>
    </p:spTree>
    <p:extLst>
      <p:ext uri="{BB962C8B-B14F-4D97-AF65-F5344CB8AC3E}">
        <p14:creationId xmlns:p14="http://schemas.microsoft.com/office/powerpoint/2010/main" val="168145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2045159" y="2362983"/>
            <a:ext cx="7793037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11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4585</TotalTime>
  <Words>1366</Words>
  <Application>Microsoft Office PowerPoint</Application>
  <PresentationFormat>Widescreen</PresentationFormat>
  <Paragraphs>99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Calibri body</vt:lpstr>
      <vt:lpstr>Calibri Light</vt:lpstr>
      <vt:lpstr>Monotype Corsiva</vt:lpstr>
      <vt:lpstr>source-serif-pro</vt:lpstr>
      <vt:lpstr>Times New Roman</vt:lpstr>
      <vt:lpstr>Office 2013 - 2022 Theme</vt:lpstr>
      <vt:lpstr>PowerPoint Presentation</vt:lpstr>
      <vt:lpstr>Clustering Algorithms</vt:lpstr>
      <vt:lpstr>Density based clustering algorithms</vt:lpstr>
      <vt:lpstr>DBSCAN (Density Based Spatial Clustering of Applications with Noise)</vt:lpstr>
      <vt:lpstr>DBSCAN (Density Based Spatial Clustering of Applications with Noise)</vt:lpstr>
      <vt:lpstr>DBSCAN (Density Based Spatial Clustering of Applications with Noise)</vt:lpstr>
      <vt:lpstr>DBSCAN (Density Based Spatial Clustering of Applications with Noise)</vt:lpstr>
      <vt:lpstr>DBSCAN Algo</vt:lpstr>
      <vt:lpstr>DBSCAN Numerical</vt:lpstr>
      <vt:lpstr>DBSCAN Numerical</vt:lpstr>
      <vt:lpstr>DBSCAN Numerical</vt:lpstr>
      <vt:lpstr>DBSCAN Numerical</vt:lpstr>
      <vt:lpstr>DBSCAN Numerical</vt:lpstr>
      <vt:lpstr>DBSCAN Numerical</vt:lpstr>
      <vt:lpstr>DBSCAN: Evaluation metrics</vt:lpstr>
      <vt:lpstr>DBSCAN: Key points</vt:lpstr>
      <vt:lpstr>DBSCAN vs K-means</vt:lpstr>
      <vt:lpstr>DBSCAN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 Fatima</dc:creator>
  <cp:lastModifiedBy>Deepika Vatsa</cp:lastModifiedBy>
  <cp:revision>1</cp:revision>
  <dcterms:created xsi:type="dcterms:W3CDTF">2025-07-21T17:24:10Z</dcterms:created>
  <dcterms:modified xsi:type="dcterms:W3CDTF">2025-10-28T06:30:26Z</dcterms:modified>
</cp:coreProperties>
</file>