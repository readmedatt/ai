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395" r:id="rId2"/>
    <p:sldId id="631" r:id="rId3"/>
    <p:sldId id="632" r:id="rId4"/>
    <p:sldId id="633" r:id="rId5"/>
    <p:sldId id="634" r:id="rId6"/>
    <p:sldId id="638" r:id="rId7"/>
    <p:sldId id="637" r:id="rId8"/>
    <p:sldId id="642" r:id="rId9"/>
    <p:sldId id="635" r:id="rId10"/>
    <p:sldId id="636" r:id="rId11"/>
    <p:sldId id="639" r:id="rId12"/>
    <p:sldId id="640" r:id="rId13"/>
    <p:sldId id="641" r:id="rId14"/>
    <p:sldId id="58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DE8FA7-E508-495E-ACAD-58980084EB43}" v="64" dt="2025-08-06T11:43:38.5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Deepika Vatsa" userId="f7100972-27fe-4ee6-8fb4-ec9b7931b409" providerId="ADAL" clId="{49DE8FA7-E508-495E-ACAD-58980084EB43}"/>
    <pc:docChg chg="undo redo custSel addSld delSld modSld">
      <pc:chgData name="Deepika Vatsa" userId="f7100972-27fe-4ee6-8fb4-ec9b7931b409" providerId="ADAL" clId="{49DE8FA7-E508-495E-ACAD-58980084EB43}" dt="2025-08-11T08:26:48.941" v="2050" actId="20577"/>
      <pc:docMkLst>
        <pc:docMk/>
      </pc:docMkLst>
      <pc:sldChg chg="add del">
        <pc:chgData name="Deepika Vatsa" userId="f7100972-27fe-4ee6-8fb4-ec9b7931b409" providerId="ADAL" clId="{49DE8FA7-E508-495E-ACAD-58980084EB43}" dt="2025-08-06T10:16:19.177" v="748" actId="47"/>
        <pc:sldMkLst>
          <pc:docMk/>
          <pc:sldMk cId="0" sldId="265"/>
        </pc:sldMkLst>
      </pc:sldChg>
      <pc:sldChg chg="add del">
        <pc:chgData name="Deepika Vatsa" userId="f7100972-27fe-4ee6-8fb4-ec9b7931b409" providerId="ADAL" clId="{49DE8FA7-E508-495E-ACAD-58980084EB43}" dt="2025-08-06T10:16:19.177" v="748" actId="47"/>
        <pc:sldMkLst>
          <pc:docMk/>
          <pc:sldMk cId="0" sldId="266"/>
        </pc:sldMkLst>
      </pc:sldChg>
      <pc:sldChg chg="add del">
        <pc:chgData name="Deepika Vatsa" userId="f7100972-27fe-4ee6-8fb4-ec9b7931b409" providerId="ADAL" clId="{49DE8FA7-E508-495E-ACAD-58980084EB43}" dt="2025-08-06T10:16:19.177" v="748" actId="47"/>
        <pc:sldMkLst>
          <pc:docMk/>
          <pc:sldMk cId="0" sldId="267"/>
        </pc:sldMkLst>
      </pc:sldChg>
      <pc:sldChg chg="add del">
        <pc:chgData name="Deepika Vatsa" userId="f7100972-27fe-4ee6-8fb4-ec9b7931b409" providerId="ADAL" clId="{49DE8FA7-E508-495E-ACAD-58980084EB43}" dt="2025-08-06T10:16:19.177" v="748" actId="47"/>
        <pc:sldMkLst>
          <pc:docMk/>
          <pc:sldMk cId="0" sldId="268"/>
        </pc:sldMkLst>
      </pc:sldChg>
      <pc:sldChg chg="add del">
        <pc:chgData name="Deepika Vatsa" userId="f7100972-27fe-4ee6-8fb4-ec9b7931b409" providerId="ADAL" clId="{49DE8FA7-E508-495E-ACAD-58980084EB43}" dt="2025-08-06T10:16:19.177" v="748" actId="47"/>
        <pc:sldMkLst>
          <pc:docMk/>
          <pc:sldMk cId="0" sldId="269"/>
        </pc:sldMkLst>
      </pc:sldChg>
      <pc:sldChg chg="add del">
        <pc:chgData name="Deepika Vatsa" userId="f7100972-27fe-4ee6-8fb4-ec9b7931b409" providerId="ADAL" clId="{49DE8FA7-E508-495E-ACAD-58980084EB43}" dt="2025-08-06T10:16:19.177" v="748" actId="47"/>
        <pc:sldMkLst>
          <pc:docMk/>
          <pc:sldMk cId="0" sldId="270"/>
        </pc:sldMkLst>
      </pc:sldChg>
      <pc:sldChg chg="add del">
        <pc:chgData name="Deepika Vatsa" userId="f7100972-27fe-4ee6-8fb4-ec9b7931b409" providerId="ADAL" clId="{49DE8FA7-E508-495E-ACAD-58980084EB43}" dt="2025-08-06T10:16:19.177" v="748" actId="47"/>
        <pc:sldMkLst>
          <pc:docMk/>
          <pc:sldMk cId="0" sldId="271"/>
        </pc:sldMkLst>
      </pc:sldChg>
      <pc:sldChg chg="add del">
        <pc:chgData name="Deepika Vatsa" userId="f7100972-27fe-4ee6-8fb4-ec9b7931b409" providerId="ADAL" clId="{49DE8FA7-E508-495E-ACAD-58980084EB43}" dt="2025-08-06T10:16:19.177" v="748" actId="47"/>
        <pc:sldMkLst>
          <pc:docMk/>
          <pc:sldMk cId="0" sldId="272"/>
        </pc:sldMkLst>
      </pc:sldChg>
      <pc:sldChg chg="add del">
        <pc:chgData name="Deepika Vatsa" userId="f7100972-27fe-4ee6-8fb4-ec9b7931b409" providerId="ADAL" clId="{49DE8FA7-E508-495E-ACAD-58980084EB43}" dt="2025-08-06T10:16:19.177" v="748" actId="47"/>
        <pc:sldMkLst>
          <pc:docMk/>
          <pc:sldMk cId="0" sldId="273"/>
        </pc:sldMkLst>
      </pc:sldChg>
      <pc:sldChg chg="add del">
        <pc:chgData name="Deepika Vatsa" userId="f7100972-27fe-4ee6-8fb4-ec9b7931b409" providerId="ADAL" clId="{49DE8FA7-E508-495E-ACAD-58980084EB43}" dt="2025-08-06T10:16:19.177" v="748" actId="47"/>
        <pc:sldMkLst>
          <pc:docMk/>
          <pc:sldMk cId="0" sldId="274"/>
        </pc:sldMkLst>
      </pc:sldChg>
      <pc:sldChg chg="add del">
        <pc:chgData name="Deepika Vatsa" userId="f7100972-27fe-4ee6-8fb4-ec9b7931b409" providerId="ADAL" clId="{49DE8FA7-E508-495E-ACAD-58980084EB43}" dt="2025-08-06T10:16:19.177" v="748" actId="47"/>
        <pc:sldMkLst>
          <pc:docMk/>
          <pc:sldMk cId="0" sldId="275"/>
        </pc:sldMkLst>
      </pc:sldChg>
      <pc:sldChg chg="add del">
        <pc:chgData name="Deepika Vatsa" userId="f7100972-27fe-4ee6-8fb4-ec9b7931b409" providerId="ADAL" clId="{49DE8FA7-E508-495E-ACAD-58980084EB43}" dt="2025-08-06T10:16:19.177" v="748" actId="47"/>
        <pc:sldMkLst>
          <pc:docMk/>
          <pc:sldMk cId="0" sldId="276"/>
        </pc:sldMkLst>
      </pc:sldChg>
      <pc:sldChg chg="modSp mod">
        <pc:chgData name="Deepika Vatsa" userId="f7100972-27fe-4ee6-8fb4-ec9b7931b409" providerId="ADAL" clId="{49DE8FA7-E508-495E-ACAD-58980084EB43}" dt="2025-08-11T08:26:48.941" v="2050" actId="20577"/>
        <pc:sldMkLst>
          <pc:docMk/>
          <pc:sldMk cId="0" sldId="395"/>
        </pc:sldMkLst>
        <pc:spChg chg="mod">
          <ac:chgData name="Deepika Vatsa" userId="f7100972-27fe-4ee6-8fb4-ec9b7931b409" providerId="ADAL" clId="{49DE8FA7-E508-495E-ACAD-58980084EB43}" dt="2025-08-11T08:26:48.941" v="2050" actId="20577"/>
          <ac:spMkLst>
            <pc:docMk/>
            <pc:sldMk cId="0" sldId="395"/>
            <ac:spMk id="2" creationId="{00000000-0000-0000-0000-000000000000}"/>
          </ac:spMkLst>
        </pc:spChg>
      </pc:sldChg>
      <pc:sldChg chg="add del">
        <pc:chgData name="Deepika Vatsa" userId="f7100972-27fe-4ee6-8fb4-ec9b7931b409" providerId="ADAL" clId="{49DE8FA7-E508-495E-ACAD-58980084EB43}" dt="2025-08-06T10:16:23.941" v="749" actId="2696"/>
        <pc:sldMkLst>
          <pc:docMk/>
          <pc:sldMk cId="384587310" sldId="590"/>
        </pc:sldMkLst>
      </pc:sldChg>
      <pc:sldChg chg="del">
        <pc:chgData name="Deepika Vatsa" userId="f7100972-27fe-4ee6-8fb4-ec9b7931b409" providerId="ADAL" clId="{49DE8FA7-E508-495E-ACAD-58980084EB43}" dt="2025-08-06T10:16:19.177" v="748" actId="47"/>
        <pc:sldMkLst>
          <pc:docMk/>
          <pc:sldMk cId="3439049211" sldId="591"/>
        </pc:sldMkLst>
      </pc:sldChg>
      <pc:sldChg chg="del">
        <pc:chgData name="Deepika Vatsa" userId="f7100972-27fe-4ee6-8fb4-ec9b7931b409" providerId="ADAL" clId="{49DE8FA7-E508-495E-ACAD-58980084EB43}" dt="2025-08-01T09:30:10.652" v="22" actId="47"/>
        <pc:sldMkLst>
          <pc:docMk/>
          <pc:sldMk cId="494535748" sldId="592"/>
        </pc:sldMkLst>
      </pc:sldChg>
      <pc:sldChg chg="del">
        <pc:chgData name="Deepika Vatsa" userId="f7100972-27fe-4ee6-8fb4-ec9b7931b409" providerId="ADAL" clId="{49DE8FA7-E508-495E-ACAD-58980084EB43}" dt="2025-08-01T09:30:10.652" v="22" actId="47"/>
        <pc:sldMkLst>
          <pc:docMk/>
          <pc:sldMk cId="3539443453" sldId="593"/>
        </pc:sldMkLst>
      </pc:sldChg>
      <pc:sldChg chg="del">
        <pc:chgData name="Deepika Vatsa" userId="f7100972-27fe-4ee6-8fb4-ec9b7931b409" providerId="ADAL" clId="{49DE8FA7-E508-495E-ACAD-58980084EB43}" dt="2025-08-01T09:30:10.652" v="22" actId="47"/>
        <pc:sldMkLst>
          <pc:docMk/>
          <pc:sldMk cId="2249137657" sldId="594"/>
        </pc:sldMkLst>
      </pc:sldChg>
      <pc:sldChg chg="del">
        <pc:chgData name="Deepika Vatsa" userId="f7100972-27fe-4ee6-8fb4-ec9b7931b409" providerId="ADAL" clId="{49DE8FA7-E508-495E-ACAD-58980084EB43}" dt="2025-08-01T09:30:10.652" v="22" actId="47"/>
        <pc:sldMkLst>
          <pc:docMk/>
          <pc:sldMk cId="2043304788" sldId="595"/>
        </pc:sldMkLst>
      </pc:sldChg>
      <pc:sldChg chg="del">
        <pc:chgData name="Deepika Vatsa" userId="f7100972-27fe-4ee6-8fb4-ec9b7931b409" providerId="ADAL" clId="{49DE8FA7-E508-495E-ACAD-58980084EB43}" dt="2025-08-01T09:30:10.652" v="22" actId="47"/>
        <pc:sldMkLst>
          <pc:docMk/>
          <pc:sldMk cId="2365471124" sldId="596"/>
        </pc:sldMkLst>
      </pc:sldChg>
      <pc:sldChg chg="del">
        <pc:chgData name="Deepika Vatsa" userId="f7100972-27fe-4ee6-8fb4-ec9b7931b409" providerId="ADAL" clId="{49DE8FA7-E508-495E-ACAD-58980084EB43}" dt="2025-08-01T09:30:10.652" v="22" actId="47"/>
        <pc:sldMkLst>
          <pc:docMk/>
          <pc:sldMk cId="3613863550" sldId="597"/>
        </pc:sldMkLst>
      </pc:sldChg>
      <pc:sldChg chg="del">
        <pc:chgData name="Deepika Vatsa" userId="f7100972-27fe-4ee6-8fb4-ec9b7931b409" providerId="ADAL" clId="{49DE8FA7-E508-495E-ACAD-58980084EB43}" dt="2025-08-01T09:30:10.652" v="22" actId="47"/>
        <pc:sldMkLst>
          <pc:docMk/>
          <pc:sldMk cId="4006034928" sldId="598"/>
        </pc:sldMkLst>
      </pc:sldChg>
      <pc:sldChg chg="del">
        <pc:chgData name="Deepika Vatsa" userId="f7100972-27fe-4ee6-8fb4-ec9b7931b409" providerId="ADAL" clId="{49DE8FA7-E508-495E-ACAD-58980084EB43}" dt="2025-08-01T09:30:10.652" v="22" actId="47"/>
        <pc:sldMkLst>
          <pc:docMk/>
          <pc:sldMk cId="2158759759" sldId="599"/>
        </pc:sldMkLst>
      </pc:sldChg>
      <pc:sldChg chg="del">
        <pc:chgData name="Deepika Vatsa" userId="f7100972-27fe-4ee6-8fb4-ec9b7931b409" providerId="ADAL" clId="{49DE8FA7-E508-495E-ACAD-58980084EB43}" dt="2025-08-01T09:30:10.652" v="22" actId="47"/>
        <pc:sldMkLst>
          <pc:docMk/>
          <pc:sldMk cId="1407172059" sldId="600"/>
        </pc:sldMkLst>
      </pc:sldChg>
      <pc:sldChg chg="del">
        <pc:chgData name="Deepika Vatsa" userId="f7100972-27fe-4ee6-8fb4-ec9b7931b409" providerId="ADAL" clId="{49DE8FA7-E508-495E-ACAD-58980084EB43}" dt="2025-08-01T09:30:10.652" v="22" actId="47"/>
        <pc:sldMkLst>
          <pc:docMk/>
          <pc:sldMk cId="3854070128" sldId="601"/>
        </pc:sldMkLst>
      </pc:sldChg>
      <pc:sldChg chg="del">
        <pc:chgData name="Deepika Vatsa" userId="f7100972-27fe-4ee6-8fb4-ec9b7931b409" providerId="ADAL" clId="{49DE8FA7-E508-495E-ACAD-58980084EB43}" dt="2025-08-01T09:30:10.652" v="22" actId="47"/>
        <pc:sldMkLst>
          <pc:docMk/>
          <pc:sldMk cId="3816700751" sldId="602"/>
        </pc:sldMkLst>
      </pc:sldChg>
      <pc:sldChg chg="del">
        <pc:chgData name="Deepika Vatsa" userId="f7100972-27fe-4ee6-8fb4-ec9b7931b409" providerId="ADAL" clId="{49DE8FA7-E508-495E-ACAD-58980084EB43}" dt="2025-08-01T09:30:10.652" v="22" actId="47"/>
        <pc:sldMkLst>
          <pc:docMk/>
          <pc:sldMk cId="3109653638" sldId="603"/>
        </pc:sldMkLst>
      </pc:sldChg>
      <pc:sldChg chg="del">
        <pc:chgData name="Deepika Vatsa" userId="f7100972-27fe-4ee6-8fb4-ec9b7931b409" providerId="ADAL" clId="{49DE8FA7-E508-495E-ACAD-58980084EB43}" dt="2025-08-01T09:30:10.652" v="22" actId="47"/>
        <pc:sldMkLst>
          <pc:docMk/>
          <pc:sldMk cId="649285932" sldId="604"/>
        </pc:sldMkLst>
      </pc:sldChg>
      <pc:sldChg chg="del">
        <pc:chgData name="Deepika Vatsa" userId="f7100972-27fe-4ee6-8fb4-ec9b7931b409" providerId="ADAL" clId="{49DE8FA7-E508-495E-ACAD-58980084EB43}" dt="2025-08-01T09:30:10.652" v="22" actId="47"/>
        <pc:sldMkLst>
          <pc:docMk/>
          <pc:sldMk cId="2666969699" sldId="605"/>
        </pc:sldMkLst>
      </pc:sldChg>
      <pc:sldChg chg="del">
        <pc:chgData name="Deepika Vatsa" userId="f7100972-27fe-4ee6-8fb4-ec9b7931b409" providerId="ADAL" clId="{49DE8FA7-E508-495E-ACAD-58980084EB43}" dt="2025-08-01T09:30:10.652" v="22" actId="47"/>
        <pc:sldMkLst>
          <pc:docMk/>
          <pc:sldMk cId="1055965943" sldId="606"/>
        </pc:sldMkLst>
      </pc:sldChg>
      <pc:sldChg chg="del">
        <pc:chgData name="Deepika Vatsa" userId="f7100972-27fe-4ee6-8fb4-ec9b7931b409" providerId="ADAL" clId="{49DE8FA7-E508-495E-ACAD-58980084EB43}" dt="2025-08-01T09:30:10.652" v="22" actId="47"/>
        <pc:sldMkLst>
          <pc:docMk/>
          <pc:sldMk cId="3928892522" sldId="607"/>
        </pc:sldMkLst>
      </pc:sldChg>
      <pc:sldChg chg="del">
        <pc:chgData name="Deepika Vatsa" userId="f7100972-27fe-4ee6-8fb4-ec9b7931b409" providerId="ADAL" clId="{49DE8FA7-E508-495E-ACAD-58980084EB43}" dt="2025-08-01T09:30:10.652" v="22" actId="47"/>
        <pc:sldMkLst>
          <pc:docMk/>
          <pc:sldMk cId="2914318388" sldId="608"/>
        </pc:sldMkLst>
      </pc:sldChg>
      <pc:sldChg chg="del">
        <pc:chgData name="Deepika Vatsa" userId="f7100972-27fe-4ee6-8fb4-ec9b7931b409" providerId="ADAL" clId="{49DE8FA7-E508-495E-ACAD-58980084EB43}" dt="2025-08-01T09:30:10.652" v="22" actId="47"/>
        <pc:sldMkLst>
          <pc:docMk/>
          <pc:sldMk cId="726719763" sldId="609"/>
        </pc:sldMkLst>
      </pc:sldChg>
      <pc:sldChg chg="del">
        <pc:chgData name="Deepika Vatsa" userId="f7100972-27fe-4ee6-8fb4-ec9b7931b409" providerId="ADAL" clId="{49DE8FA7-E508-495E-ACAD-58980084EB43}" dt="2025-08-01T09:30:10.652" v="22" actId="47"/>
        <pc:sldMkLst>
          <pc:docMk/>
          <pc:sldMk cId="3648386067" sldId="610"/>
        </pc:sldMkLst>
      </pc:sldChg>
      <pc:sldChg chg="del">
        <pc:chgData name="Deepika Vatsa" userId="f7100972-27fe-4ee6-8fb4-ec9b7931b409" providerId="ADAL" clId="{49DE8FA7-E508-495E-ACAD-58980084EB43}" dt="2025-08-01T09:30:10.652" v="22" actId="47"/>
        <pc:sldMkLst>
          <pc:docMk/>
          <pc:sldMk cId="1440736019" sldId="611"/>
        </pc:sldMkLst>
      </pc:sldChg>
      <pc:sldChg chg="del">
        <pc:chgData name="Deepika Vatsa" userId="f7100972-27fe-4ee6-8fb4-ec9b7931b409" providerId="ADAL" clId="{49DE8FA7-E508-495E-ACAD-58980084EB43}" dt="2025-08-01T09:30:10.652" v="22" actId="47"/>
        <pc:sldMkLst>
          <pc:docMk/>
          <pc:sldMk cId="1106724558" sldId="612"/>
        </pc:sldMkLst>
      </pc:sldChg>
      <pc:sldChg chg="add del">
        <pc:chgData name="Deepika Vatsa" userId="f7100972-27fe-4ee6-8fb4-ec9b7931b409" providerId="ADAL" clId="{49DE8FA7-E508-495E-ACAD-58980084EB43}" dt="2025-08-06T10:16:19.177" v="748" actId="47"/>
        <pc:sldMkLst>
          <pc:docMk/>
          <pc:sldMk cId="1541715323" sldId="613"/>
        </pc:sldMkLst>
      </pc:sldChg>
      <pc:sldChg chg="add del">
        <pc:chgData name="Deepika Vatsa" userId="f7100972-27fe-4ee6-8fb4-ec9b7931b409" providerId="ADAL" clId="{49DE8FA7-E508-495E-ACAD-58980084EB43}" dt="2025-08-06T10:16:19.177" v="748" actId="47"/>
        <pc:sldMkLst>
          <pc:docMk/>
          <pc:sldMk cId="3437106407" sldId="614"/>
        </pc:sldMkLst>
      </pc:sldChg>
      <pc:sldChg chg="add del">
        <pc:chgData name="Deepika Vatsa" userId="f7100972-27fe-4ee6-8fb4-ec9b7931b409" providerId="ADAL" clId="{49DE8FA7-E508-495E-ACAD-58980084EB43}" dt="2025-08-06T10:16:19.177" v="748" actId="47"/>
        <pc:sldMkLst>
          <pc:docMk/>
          <pc:sldMk cId="636319763" sldId="615"/>
        </pc:sldMkLst>
      </pc:sldChg>
      <pc:sldChg chg="add del">
        <pc:chgData name="Deepika Vatsa" userId="f7100972-27fe-4ee6-8fb4-ec9b7931b409" providerId="ADAL" clId="{49DE8FA7-E508-495E-ACAD-58980084EB43}" dt="2025-08-06T10:16:19.177" v="748" actId="47"/>
        <pc:sldMkLst>
          <pc:docMk/>
          <pc:sldMk cId="2614854379" sldId="616"/>
        </pc:sldMkLst>
      </pc:sldChg>
      <pc:sldChg chg="addSp delSp modSp add mod">
        <pc:chgData name="Deepika Vatsa" userId="f7100972-27fe-4ee6-8fb4-ec9b7931b409" providerId="ADAL" clId="{49DE8FA7-E508-495E-ACAD-58980084EB43}" dt="2025-08-06T11:43:38.517" v="2038"/>
        <pc:sldMkLst>
          <pc:docMk/>
          <pc:sldMk cId="4140097351" sldId="631"/>
        </pc:sldMkLst>
        <pc:spChg chg="mod">
          <ac:chgData name="Deepika Vatsa" userId="f7100972-27fe-4ee6-8fb4-ec9b7931b409" providerId="ADAL" clId="{49DE8FA7-E508-495E-ACAD-58980084EB43}" dt="2025-08-06T09:36:23.141" v="89" actId="20577"/>
          <ac:spMkLst>
            <pc:docMk/>
            <pc:sldMk cId="4140097351" sldId="631"/>
            <ac:spMk id="2" creationId="{00000000-0000-0000-0000-000000000000}"/>
          </ac:spMkLst>
        </pc:spChg>
        <pc:spChg chg="mod">
          <ac:chgData name="Deepika Vatsa" userId="f7100972-27fe-4ee6-8fb4-ec9b7931b409" providerId="ADAL" clId="{49DE8FA7-E508-495E-ACAD-58980084EB43}" dt="2025-08-06T10:55:07.811" v="2032" actId="2711"/>
          <ac:spMkLst>
            <pc:docMk/>
            <pc:sldMk cId="4140097351" sldId="631"/>
            <ac:spMk id="11" creationId="{06381CCD-359B-D8A2-1997-A5B56A02FD41}"/>
          </ac:spMkLst>
        </pc:spChg>
        <pc:picChg chg="del">
          <ac:chgData name="Deepika Vatsa" userId="f7100972-27fe-4ee6-8fb4-ec9b7931b409" providerId="ADAL" clId="{49DE8FA7-E508-495E-ACAD-58980084EB43}" dt="2025-08-06T09:30:28.527" v="43" actId="478"/>
          <ac:picMkLst>
            <pc:docMk/>
            <pc:sldMk cId="4140097351" sldId="631"/>
            <ac:picMk id="4" creationId="{64E9B5E2-5ACA-C5D4-87B6-779BB80A868F}"/>
          </ac:picMkLst>
        </pc:picChg>
        <pc:picChg chg="add del mod">
          <ac:chgData name="Deepika Vatsa" userId="f7100972-27fe-4ee6-8fb4-ec9b7931b409" providerId="ADAL" clId="{49DE8FA7-E508-495E-ACAD-58980084EB43}" dt="2025-08-06T09:38:02.295" v="167" actId="478"/>
          <ac:picMkLst>
            <pc:docMk/>
            <pc:sldMk cId="4140097351" sldId="631"/>
            <ac:picMk id="1026" creationId="{DA7ECD50-09C0-E950-7E16-D14BDFA96E60}"/>
          </ac:picMkLst>
        </pc:picChg>
        <pc:picChg chg="add del mod">
          <ac:chgData name="Deepika Vatsa" userId="f7100972-27fe-4ee6-8fb4-ec9b7931b409" providerId="ADAL" clId="{49DE8FA7-E508-495E-ACAD-58980084EB43}" dt="2025-08-06T09:38:03.741" v="168" actId="478"/>
          <ac:picMkLst>
            <pc:docMk/>
            <pc:sldMk cId="4140097351" sldId="631"/>
            <ac:picMk id="1028" creationId="{9EB38397-7677-688E-50C9-38241A8E4560}"/>
          </ac:picMkLst>
        </pc:picChg>
        <pc:inkChg chg="del">
          <ac:chgData name="Deepika Vatsa" userId="f7100972-27fe-4ee6-8fb4-ec9b7931b409" providerId="ADAL" clId="{49DE8FA7-E508-495E-ACAD-58980084EB43}" dt="2025-08-06T09:30:30.772" v="44" actId="478"/>
          <ac:inkMkLst>
            <pc:docMk/>
            <pc:sldMk cId="4140097351" sldId="631"/>
            <ac:inkMk id="5" creationId="{C4B7BF62-94CA-7A39-96A2-ACB74ABC1474}"/>
          </ac:inkMkLst>
        </pc:inkChg>
        <pc:inkChg chg="add">
          <ac:chgData name="Deepika Vatsa" userId="f7100972-27fe-4ee6-8fb4-ec9b7931b409" providerId="ADAL" clId="{49DE8FA7-E508-495E-ACAD-58980084EB43}" dt="2025-08-06T11:43:38.517" v="2038"/>
          <ac:inkMkLst>
            <pc:docMk/>
            <pc:sldMk cId="4140097351" sldId="631"/>
            <ac:inkMk id="6" creationId="{0DB0EBFB-DD28-6329-106E-49651B2DAB99}"/>
          </ac:inkMkLst>
        </pc:inkChg>
      </pc:sldChg>
      <pc:sldChg chg="addSp delSp modSp add mod">
        <pc:chgData name="Deepika Vatsa" userId="f7100972-27fe-4ee6-8fb4-ec9b7931b409" providerId="ADAL" clId="{49DE8FA7-E508-495E-ACAD-58980084EB43}" dt="2025-08-11T07:57:26.350" v="2039" actId="478"/>
        <pc:sldMkLst>
          <pc:docMk/>
          <pc:sldMk cId="1599636904" sldId="632"/>
        </pc:sldMkLst>
        <pc:spChg chg="del">
          <ac:chgData name="Deepika Vatsa" userId="f7100972-27fe-4ee6-8fb4-ec9b7931b409" providerId="ADAL" clId="{49DE8FA7-E508-495E-ACAD-58980084EB43}" dt="2025-08-06T09:36:29.538" v="90" actId="478"/>
          <ac:spMkLst>
            <pc:docMk/>
            <pc:sldMk cId="1599636904" sldId="632"/>
            <ac:spMk id="2" creationId="{00000000-0000-0000-0000-000000000000}"/>
          </ac:spMkLst>
        </pc:spChg>
        <pc:spChg chg="add del mod">
          <ac:chgData name="Deepika Vatsa" userId="f7100972-27fe-4ee6-8fb4-ec9b7931b409" providerId="ADAL" clId="{49DE8FA7-E508-495E-ACAD-58980084EB43}" dt="2025-08-06T09:36:32.078" v="92" actId="478"/>
          <ac:spMkLst>
            <pc:docMk/>
            <pc:sldMk cId="1599636904" sldId="632"/>
            <ac:spMk id="5" creationId="{74993472-0BCA-645A-3C9E-9E3AE896C493}"/>
          </ac:spMkLst>
        </pc:spChg>
        <pc:spChg chg="add mod">
          <ac:chgData name="Deepika Vatsa" userId="f7100972-27fe-4ee6-8fb4-ec9b7931b409" providerId="ADAL" clId="{49DE8FA7-E508-495E-ACAD-58980084EB43}" dt="2025-08-06T09:36:30.056" v="91"/>
          <ac:spMkLst>
            <pc:docMk/>
            <pc:sldMk cId="1599636904" sldId="632"/>
            <ac:spMk id="6" creationId="{0A191B73-2A5B-B08B-C8EA-242ACAC94AC3}"/>
          </ac:spMkLst>
        </pc:spChg>
        <pc:spChg chg="add mod">
          <ac:chgData name="Deepika Vatsa" userId="f7100972-27fe-4ee6-8fb4-ec9b7931b409" providerId="ADAL" clId="{49DE8FA7-E508-495E-ACAD-58980084EB43}" dt="2025-08-06T09:39:44.265" v="255" actId="1076"/>
          <ac:spMkLst>
            <pc:docMk/>
            <pc:sldMk cId="1599636904" sldId="632"/>
            <ac:spMk id="8" creationId="{8EC78668-7651-C465-961C-037128C81F64}"/>
          </ac:spMkLst>
        </pc:spChg>
        <pc:spChg chg="del">
          <ac:chgData name="Deepika Vatsa" userId="f7100972-27fe-4ee6-8fb4-ec9b7931b409" providerId="ADAL" clId="{49DE8FA7-E508-495E-ACAD-58980084EB43}" dt="2025-08-06T09:36:03.064" v="63" actId="478"/>
          <ac:spMkLst>
            <pc:docMk/>
            <pc:sldMk cId="1599636904" sldId="632"/>
            <ac:spMk id="11" creationId="{06381CCD-359B-D8A2-1997-A5B56A02FD41}"/>
          </ac:spMkLst>
        </pc:spChg>
        <pc:picChg chg="mod">
          <ac:chgData name="Deepika Vatsa" userId="f7100972-27fe-4ee6-8fb4-ec9b7931b409" providerId="ADAL" clId="{49DE8FA7-E508-495E-ACAD-58980084EB43}" dt="2025-08-06T09:37:02.297" v="106" actId="14100"/>
          <ac:picMkLst>
            <pc:docMk/>
            <pc:sldMk cId="1599636904" sldId="632"/>
            <ac:picMk id="1026" creationId="{DA7ECD50-09C0-E950-7E16-D14BDFA96E60}"/>
          </ac:picMkLst>
        </pc:picChg>
        <pc:picChg chg="del">
          <ac:chgData name="Deepika Vatsa" userId="f7100972-27fe-4ee6-8fb4-ec9b7931b409" providerId="ADAL" clId="{49DE8FA7-E508-495E-ACAD-58980084EB43}" dt="2025-08-06T09:36:04.763" v="64" actId="478"/>
          <ac:picMkLst>
            <pc:docMk/>
            <pc:sldMk cId="1599636904" sldId="632"/>
            <ac:picMk id="1028" creationId="{9EB38397-7677-688E-50C9-38241A8E4560}"/>
          </ac:picMkLst>
        </pc:picChg>
        <pc:inkChg chg="add del">
          <ac:chgData name="Deepika Vatsa" userId="f7100972-27fe-4ee6-8fb4-ec9b7931b409" providerId="ADAL" clId="{49DE8FA7-E508-495E-ACAD-58980084EB43}" dt="2025-08-11T07:57:26.350" v="2039" actId="478"/>
          <ac:inkMkLst>
            <pc:docMk/>
            <pc:sldMk cId="1599636904" sldId="632"/>
            <ac:inkMk id="9" creationId="{F9B0DFFD-EA19-EB9E-A60D-64C5A3251CF6}"/>
          </ac:inkMkLst>
        </pc:inkChg>
      </pc:sldChg>
      <pc:sldChg chg="addSp delSp modSp add mod">
        <pc:chgData name="Deepika Vatsa" userId="f7100972-27fe-4ee6-8fb4-ec9b7931b409" providerId="ADAL" clId="{49DE8FA7-E508-495E-ACAD-58980084EB43}" dt="2025-08-11T07:57:29.262" v="2040" actId="478"/>
        <pc:sldMkLst>
          <pc:docMk/>
          <pc:sldMk cId="584481740" sldId="633"/>
        </pc:sldMkLst>
        <pc:spChg chg="del">
          <ac:chgData name="Deepika Vatsa" userId="f7100972-27fe-4ee6-8fb4-ec9b7931b409" providerId="ADAL" clId="{49DE8FA7-E508-495E-ACAD-58980084EB43}" dt="2025-08-06T09:36:35.984" v="93" actId="478"/>
          <ac:spMkLst>
            <pc:docMk/>
            <pc:sldMk cId="584481740" sldId="633"/>
            <ac:spMk id="2" creationId="{00000000-0000-0000-0000-000000000000}"/>
          </ac:spMkLst>
        </pc:spChg>
        <pc:spChg chg="add del mod">
          <ac:chgData name="Deepika Vatsa" userId="f7100972-27fe-4ee6-8fb4-ec9b7931b409" providerId="ADAL" clId="{49DE8FA7-E508-495E-ACAD-58980084EB43}" dt="2025-08-06T09:36:38.992" v="94" actId="478"/>
          <ac:spMkLst>
            <pc:docMk/>
            <pc:sldMk cId="584481740" sldId="633"/>
            <ac:spMk id="5" creationId="{03419C0D-DC49-FFEA-E40A-88B07D428904}"/>
          </ac:spMkLst>
        </pc:spChg>
        <pc:spChg chg="add mod">
          <ac:chgData name="Deepika Vatsa" userId="f7100972-27fe-4ee6-8fb4-ec9b7931b409" providerId="ADAL" clId="{49DE8FA7-E508-495E-ACAD-58980084EB43}" dt="2025-08-06T09:36:39.469" v="95"/>
          <ac:spMkLst>
            <pc:docMk/>
            <pc:sldMk cId="584481740" sldId="633"/>
            <ac:spMk id="6" creationId="{DC27C3A4-E070-A2AE-22EA-6B8270443DBB}"/>
          </ac:spMkLst>
        </pc:spChg>
        <pc:spChg chg="add mod">
          <ac:chgData name="Deepika Vatsa" userId="f7100972-27fe-4ee6-8fb4-ec9b7931b409" providerId="ADAL" clId="{49DE8FA7-E508-495E-ACAD-58980084EB43}" dt="2025-08-06T09:39:38.268" v="254" actId="1076"/>
          <ac:spMkLst>
            <pc:docMk/>
            <pc:sldMk cId="584481740" sldId="633"/>
            <ac:spMk id="7" creationId="{5B342FCF-FAC6-0422-9A8B-211B67755622}"/>
          </ac:spMkLst>
        </pc:spChg>
        <pc:spChg chg="del">
          <ac:chgData name="Deepika Vatsa" userId="f7100972-27fe-4ee6-8fb4-ec9b7931b409" providerId="ADAL" clId="{49DE8FA7-E508-495E-ACAD-58980084EB43}" dt="2025-08-06T09:36:42.371" v="96" actId="478"/>
          <ac:spMkLst>
            <pc:docMk/>
            <pc:sldMk cId="584481740" sldId="633"/>
            <ac:spMk id="11" creationId="{06381CCD-359B-D8A2-1997-A5B56A02FD41}"/>
          </ac:spMkLst>
        </pc:spChg>
        <pc:picChg chg="del">
          <ac:chgData name="Deepika Vatsa" userId="f7100972-27fe-4ee6-8fb4-ec9b7931b409" providerId="ADAL" clId="{49DE8FA7-E508-495E-ACAD-58980084EB43}" dt="2025-08-06T09:36:43.850" v="97" actId="478"/>
          <ac:picMkLst>
            <pc:docMk/>
            <pc:sldMk cId="584481740" sldId="633"/>
            <ac:picMk id="1026" creationId="{DA7ECD50-09C0-E950-7E16-D14BDFA96E60}"/>
          </ac:picMkLst>
        </pc:picChg>
        <pc:picChg chg="mod">
          <ac:chgData name="Deepika Vatsa" userId="f7100972-27fe-4ee6-8fb4-ec9b7931b409" providerId="ADAL" clId="{49DE8FA7-E508-495E-ACAD-58980084EB43}" dt="2025-08-06T09:36:53.552" v="102" actId="1076"/>
          <ac:picMkLst>
            <pc:docMk/>
            <pc:sldMk cId="584481740" sldId="633"/>
            <ac:picMk id="1028" creationId="{9EB38397-7677-688E-50C9-38241A8E4560}"/>
          </ac:picMkLst>
        </pc:picChg>
        <pc:inkChg chg="add del">
          <ac:chgData name="Deepika Vatsa" userId="f7100972-27fe-4ee6-8fb4-ec9b7931b409" providerId="ADAL" clId="{49DE8FA7-E508-495E-ACAD-58980084EB43}" dt="2025-08-11T07:57:29.262" v="2040" actId="478"/>
          <ac:inkMkLst>
            <pc:docMk/>
            <pc:sldMk cId="584481740" sldId="633"/>
            <ac:inkMk id="8" creationId="{21B410E0-5495-9150-F9C6-FF5A0EAD8B46}"/>
          </ac:inkMkLst>
        </pc:inkChg>
      </pc:sldChg>
      <pc:sldChg chg="addSp delSp modSp add mod">
        <pc:chgData name="Deepika Vatsa" userId="f7100972-27fe-4ee6-8fb4-ec9b7931b409" providerId="ADAL" clId="{49DE8FA7-E508-495E-ACAD-58980084EB43}" dt="2025-08-06T11:43:38.517" v="2038"/>
        <pc:sldMkLst>
          <pc:docMk/>
          <pc:sldMk cId="2190308485" sldId="634"/>
        </pc:sldMkLst>
        <pc:spChg chg="add mod">
          <ac:chgData name="Deepika Vatsa" userId="f7100972-27fe-4ee6-8fb4-ec9b7931b409" providerId="ADAL" clId="{49DE8FA7-E508-495E-ACAD-58980084EB43}" dt="2025-08-06T10:55:14.934" v="2034" actId="20577"/>
          <ac:spMkLst>
            <pc:docMk/>
            <pc:sldMk cId="2190308485" sldId="634"/>
            <ac:spMk id="2" creationId="{EE930AA0-10C3-0C0E-64FB-9421BB3921B2}"/>
          </ac:spMkLst>
        </pc:spChg>
        <pc:spChg chg="mod">
          <ac:chgData name="Deepika Vatsa" userId="f7100972-27fe-4ee6-8fb4-ec9b7931b409" providerId="ADAL" clId="{49DE8FA7-E508-495E-ACAD-58980084EB43}" dt="2025-08-06T09:40:06.298" v="260" actId="6549"/>
          <ac:spMkLst>
            <pc:docMk/>
            <pc:sldMk cId="2190308485" sldId="634"/>
            <ac:spMk id="6" creationId="{DC27C3A4-E070-A2AE-22EA-6B8270443DBB}"/>
          </ac:spMkLst>
        </pc:spChg>
        <pc:spChg chg="del">
          <ac:chgData name="Deepika Vatsa" userId="f7100972-27fe-4ee6-8fb4-ec9b7931b409" providerId="ADAL" clId="{49DE8FA7-E508-495E-ACAD-58980084EB43}" dt="2025-08-06T09:39:57.086" v="258" actId="478"/>
          <ac:spMkLst>
            <pc:docMk/>
            <pc:sldMk cId="2190308485" sldId="634"/>
            <ac:spMk id="7" creationId="{5B342FCF-FAC6-0422-9A8B-211B67755622}"/>
          </ac:spMkLst>
        </pc:spChg>
        <pc:picChg chg="del">
          <ac:chgData name="Deepika Vatsa" userId="f7100972-27fe-4ee6-8fb4-ec9b7931b409" providerId="ADAL" clId="{49DE8FA7-E508-495E-ACAD-58980084EB43}" dt="2025-08-06T09:39:53.623" v="257" actId="478"/>
          <ac:picMkLst>
            <pc:docMk/>
            <pc:sldMk cId="2190308485" sldId="634"/>
            <ac:picMk id="1028" creationId="{9EB38397-7677-688E-50C9-38241A8E4560}"/>
          </ac:picMkLst>
        </pc:picChg>
        <pc:inkChg chg="add">
          <ac:chgData name="Deepika Vatsa" userId="f7100972-27fe-4ee6-8fb4-ec9b7931b409" providerId="ADAL" clId="{49DE8FA7-E508-495E-ACAD-58980084EB43}" dt="2025-08-06T11:43:38.517" v="2038"/>
          <ac:inkMkLst>
            <pc:docMk/>
            <pc:sldMk cId="2190308485" sldId="634"/>
            <ac:inkMk id="4" creationId="{ED329AF8-7CAC-215D-8EB4-8C6455877A61}"/>
          </ac:inkMkLst>
        </pc:inkChg>
      </pc:sldChg>
      <pc:sldChg chg="addSp delSp modSp add mod modNotesTx">
        <pc:chgData name="Deepika Vatsa" userId="f7100972-27fe-4ee6-8fb4-ec9b7931b409" providerId="ADAL" clId="{49DE8FA7-E508-495E-ACAD-58980084EB43}" dt="2025-08-11T07:57:46.449" v="2044" actId="478"/>
        <pc:sldMkLst>
          <pc:docMk/>
          <pc:sldMk cId="1665750313" sldId="635"/>
        </pc:sldMkLst>
        <pc:spChg chg="mod">
          <ac:chgData name="Deepika Vatsa" userId="f7100972-27fe-4ee6-8fb4-ec9b7931b409" providerId="ADAL" clId="{49DE8FA7-E508-495E-ACAD-58980084EB43}" dt="2025-08-06T10:21:09.992" v="779" actId="20577"/>
          <ac:spMkLst>
            <pc:docMk/>
            <pc:sldMk cId="1665750313" sldId="635"/>
            <ac:spMk id="2" creationId="{EE930AA0-10C3-0C0E-64FB-9421BB3921B2}"/>
          </ac:spMkLst>
        </pc:spChg>
        <pc:spChg chg="mod">
          <ac:chgData name="Deepika Vatsa" userId="f7100972-27fe-4ee6-8fb4-ec9b7931b409" providerId="ADAL" clId="{49DE8FA7-E508-495E-ACAD-58980084EB43}" dt="2025-08-06T09:42:47.899" v="358" actId="20577"/>
          <ac:spMkLst>
            <pc:docMk/>
            <pc:sldMk cId="1665750313" sldId="635"/>
            <ac:spMk id="6" creationId="{DC27C3A4-E070-A2AE-22EA-6B8270443DBB}"/>
          </ac:spMkLst>
        </pc:spChg>
        <pc:spChg chg="add del">
          <ac:chgData name="Deepika Vatsa" userId="f7100972-27fe-4ee6-8fb4-ec9b7931b409" providerId="ADAL" clId="{49DE8FA7-E508-495E-ACAD-58980084EB43}" dt="2025-08-06T10:04:20.230" v="624" actId="21"/>
          <ac:spMkLst>
            <pc:docMk/>
            <pc:sldMk cId="1665750313" sldId="635"/>
            <ac:spMk id="7" creationId="{59A66B06-864F-15C0-D4D1-2DB576C670E9}"/>
          </ac:spMkLst>
        </pc:spChg>
        <pc:spChg chg="add mod">
          <ac:chgData name="Deepika Vatsa" userId="f7100972-27fe-4ee6-8fb4-ec9b7931b409" providerId="ADAL" clId="{49DE8FA7-E508-495E-ACAD-58980084EB43}" dt="2025-08-06T10:19:04.036" v="758" actId="255"/>
          <ac:spMkLst>
            <pc:docMk/>
            <pc:sldMk cId="1665750313" sldId="635"/>
            <ac:spMk id="10" creationId="{07B2E911-A5C8-7DD9-1534-6A5BCEB80E5D}"/>
          </ac:spMkLst>
        </pc:spChg>
        <pc:picChg chg="add mod">
          <ac:chgData name="Deepika Vatsa" userId="f7100972-27fe-4ee6-8fb4-ec9b7931b409" providerId="ADAL" clId="{49DE8FA7-E508-495E-ACAD-58980084EB43}" dt="2025-08-06T10:02:43.528" v="622" actId="1076"/>
          <ac:picMkLst>
            <pc:docMk/>
            <pc:sldMk cId="1665750313" sldId="635"/>
            <ac:picMk id="4" creationId="{A1E86822-6C96-D531-ADFC-B512574B7A6F}"/>
          </ac:picMkLst>
        </pc:picChg>
        <pc:picChg chg="add del mod">
          <ac:chgData name="Deepika Vatsa" userId="f7100972-27fe-4ee6-8fb4-ec9b7931b409" providerId="ADAL" clId="{49DE8FA7-E508-495E-ACAD-58980084EB43}" dt="2025-08-06T10:15:11.530" v="741" actId="478"/>
          <ac:picMkLst>
            <pc:docMk/>
            <pc:sldMk cId="1665750313" sldId="635"/>
            <ac:picMk id="9" creationId="{7207CD4F-AD49-CA70-2685-28651DF3D0AD}"/>
          </ac:picMkLst>
        </pc:picChg>
        <pc:picChg chg="add del mod">
          <ac:chgData name="Deepika Vatsa" userId="f7100972-27fe-4ee6-8fb4-ec9b7931b409" providerId="ADAL" clId="{49DE8FA7-E508-495E-ACAD-58980084EB43}" dt="2025-08-06T10:22:59.415" v="963" actId="21"/>
          <ac:picMkLst>
            <pc:docMk/>
            <pc:sldMk cId="1665750313" sldId="635"/>
            <ac:picMk id="11" creationId="{8F435305-09C6-C865-DC4F-BD51B417AFCD}"/>
          </ac:picMkLst>
        </pc:picChg>
        <pc:picChg chg="add mod">
          <ac:chgData name="Deepika Vatsa" userId="f7100972-27fe-4ee6-8fb4-ec9b7931b409" providerId="ADAL" clId="{49DE8FA7-E508-495E-ACAD-58980084EB43}" dt="2025-08-06T10:23:02.925" v="964" actId="1076"/>
          <ac:picMkLst>
            <pc:docMk/>
            <pc:sldMk cId="1665750313" sldId="635"/>
            <ac:picMk id="13" creationId="{F61DEAB3-BC33-BA7B-B91B-4C145689918F}"/>
          </ac:picMkLst>
        </pc:picChg>
        <pc:picChg chg="add del">
          <ac:chgData name="Deepika Vatsa" userId="f7100972-27fe-4ee6-8fb4-ec9b7931b409" providerId="ADAL" clId="{49DE8FA7-E508-495E-ACAD-58980084EB43}" dt="2025-08-06T10:02:12.281" v="614" actId="478"/>
          <ac:picMkLst>
            <pc:docMk/>
            <pc:sldMk cId="1665750313" sldId="635"/>
            <ac:picMk id="2050" creationId="{738AC366-82E2-F9CC-B21B-BC8B05FC4184}"/>
          </ac:picMkLst>
        </pc:picChg>
        <pc:picChg chg="add del mod">
          <ac:chgData name="Deepika Vatsa" userId="f7100972-27fe-4ee6-8fb4-ec9b7931b409" providerId="ADAL" clId="{49DE8FA7-E508-495E-ACAD-58980084EB43}" dt="2025-08-06T10:14:31.928" v="739"/>
          <ac:picMkLst>
            <pc:docMk/>
            <pc:sldMk cId="1665750313" sldId="635"/>
            <ac:picMk id="2052" creationId="{8999FE73-3290-E1D5-9E61-4F09925D8E0D}"/>
          </ac:picMkLst>
        </pc:picChg>
        <pc:inkChg chg="add del">
          <ac:chgData name="Deepika Vatsa" userId="f7100972-27fe-4ee6-8fb4-ec9b7931b409" providerId="ADAL" clId="{49DE8FA7-E508-495E-ACAD-58980084EB43}" dt="2025-08-11T07:57:46.449" v="2044" actId="478"/>
          <ac:inkMkLst>
            <pc:docMk/>
            <pc:sldMk cId="1665750313" sldId="635"/>
            <ac:inkMk id="14" creationId="{EA44C6EF-A095-D179-3C38-8EFE2616E074}"/>
          </ac:inkMkLst>
        </pc:inkChg>
      </pc:sldChg>
      <pc:sldChg chg="addSp delSp modSp add mod">
        <pc:chgData name="Deepika Vatsa" userId="f7100972-27fe-4ee6-8fb4-ec9b7931b409" providerId="ADAL" clId="{49DE8FA7-E508-495E-ACAD-58980084EB43}" dt="2025-08-11T07:57:51.553" v="2045" actId="478"/>
        <pc:sldMkLst>
          <pc:docMk/>
          <pc:sldMk cId="593920427" sldId="636"/>
        </pc:sldMkLst>
        <pc:spChg chg="del">
          <ac:chgData name="Deepika Vatsa" userId="f7100972-27fe-4ee6-8fb4-ec9b7931b409" providerId="ADAL" clId="{49DE8FA7-E508-495E-ACAD-58980084EB43}" dt="2025-08-06T09:52:28.910" v="391" actId="478"/>
          <ac:spMkLst>
            <pc:docMk/>
            <pc:sldMk cId="593920427" sldId="636"/>
            <ac:spMk id="2" creationId="{EE930AA0-10C3-0C0E-64FB-9421BB3921B2}"/>
          </ac:spMkLst>
        </pc:spChg>
        <pc:spChg chg="add mod">
          <ac:chgData name="Deepika Vatsa" userId="f7100972-27fe-4ee6-8fb4-ec9b7931b409" providerId="ADAL" clId="{49DE8FA7-E508-495E-ACAD-58980084EB43}" dt="2025-08-06T10:34:38.193" v="1111" actId="1076"/>
          <ac:spMkLst>
            <pc:docMk/>
            <pc:sldMk cId="593920427" sldId="636"/>
            <ac:spMk id="4" creationId="{009313FB-39A2-997F-D984-8C0CFCA7FD88}"/>
          </ac:spMkLst>
        </pc:spChg>
        <pc:picChg chg="add mod">
          <ac:chgData name="Deepika Vatsa" userId="f7100972-27fe-4ee6-8fb4-ec9b7931b409" providerId="ADAL" clId="{49DE8FA7-E508-495E-ACAD-58980084EB43}" dt="2025-08-06T10:34:41.624" v="1112" actId="14100"/>
          <ac:picMkLst>
            <pc:docMk/>
            <pc:sldMk cId="593920427" sldId="636"/>
            <ac:picMk id="7" creationId="{0F70E2A2-CC2E-79A8-B9F4-FB242BE84FB8}"/>
          </ac:picMkLst>
        </pc:picChg>
        <pc:picChg chg="del mod">
          <ac:chgData name="Deepika Vatsa" userId="f7100972-27fe-4ee6-8fb4-ec9b7931b409" providerId="ADAL" clId="{49DE8FA7-E508-495E-ACAD-58980084EB43}" dt="2025-08-06T10:07:03.409" v="629" actId="478"/>
          <ac:picMkLst>
            <pc:docMk/>
            <pc:sldMk cId="593920427" sldId="636"/>
            <ac:picMk id="2050" creationId="{738AC366-82E2-F9CC-B21B-BC8B05FC4184}"/>
          </ac:picMkLst>
        </pc:picChg>
        <pc:inkChg chg="add del">
          <ac:chgData name="Deepika Vatsa" userId="f7100972-27fe-4ee6-8fb4-ec9b7931b409" providerId="ADAL" clId="{49DE8FA7-E508-495E-ACAD-58980084EB43}" dt="2025-08-11T07:57:51.553" v="2045" actId="478"/>
          <ac:inkMkLst>
            <pc:docMk/>
            <pc:sldMk cId="593920427" sldId="636"/>
            <ac:inkMk id="8" creationId="{94C666FF-217C-8425-9AB2-C91975E028C5}"/>
          </ac:inkMkLst>
        </pc:inkChg>
      </pc:sldChg>
      <pc:sldChg chg="addSp delSp modSp add mod">
        <pc:chgData name="Deepika Vatsa" userId="f7100972-27fe-4ee6-8fb4-ec9b7931b409" providerId="ADAL" clId="{49DE8FA7-E508-495E-ACAD-58980084EB43}" dt="2025-08-11T07:57:41.765" v="2042" actId="478"/>
        <pc:sldMkLst>
          <pc:docMk/>
          <pc:sldMk cId="3241687910" sldId="637"/>
        </pc:sldMkLst>
        <pc:spChg chg="mod">
          <ac:chgData name="Deepika Vatsa" userId="f7100972-27fe-4ee6-8fb4-ec9b7931b409" providerId="ADAL" clId="{49DE8FA7-E508-495E-ACAD-58980084EB43}" dt="2025-08-06T10:01:12.426" v="613" actId="20577"/>
          <ac:spMkLst>
            <pc:docMk/>
            <pc:sldMk cId="3241687910" sldId="637"/>
            <ac:spMk id="2" creationId="{EE930AA0-10C3-0C0E-64FB-9421BB3921B2}"/>
          </ac:spMkLst>
        </pc:spChg>
        <pc:inkChg chg="add del">
          <ac:chgData name="Deepika Vatsa" userId="f7100972-27fe-4ee6-8fb4-ec9b7931b409" providerId="ADAL" clId="{49DE8FA7-E508-495E-ACAD-58980084EB43}" dt="2025-08-11T07:57:41.765" v="2042" actId="478"/>
          <ac:inkMkLst>
            <pc:docMk/>
            <pc:sldMk cId="3241687910" sldId="637"/>
            <ac:inkMk id="4" creationId="{8A2DA161-56DE-E39C-FAF3-31B22906A0A3}"/>
          </ac:inkMkLst>
        </pc:inkChg>
      </pc:sldChg>
      <pc:sldChg chg="addSp delSp modSp add mod">
        <pc:chgData name="Deepika Vatsa" userId="f7100972-27fe-4ee6-8fb4-ec9b7931b409" providerId="ADAL" clId="{49DE8FA7-E508-495E-ACAD-58980084EB43}" dt="2025-08-11T07:57:39.203" v="2041" actId="478"/>
        <pc:sldMkLst>
          <pc:docMk/>
          <pc:sldMk cId="3622805189" sldId="638"/>
        </pc:sldMkLst>
        <pc:spChg chg="mod">
          <ac:chgData name="Deepika Vatsa" userId="f7100972-27fe-4ee6-8fb4-ec9b7931b409" providerId="ADAL" clId="{49DE8FA7-E508-495E-ACAD-58980084EB43}" dt="2025-08-06T10:55:21.774" v="2037" actId="20577"/>
          <ac:spMkLst>
            <pc:docMk/>
            <pc:sldMk cId="3622805189" sldId="638"/>
            <ac:spMk id="2" creationId="{EE930AA0-10C3-0C0E-64FB-9421BB3921B2}"/>
          </ac:spMkLst>
        </pc:spChg>
        <pc:inkChg chg="add del">
          <ac:chgData name="Deepika Vatsa" userId="f7100972-27fe-4ee6-8fb4-ec9b7931b409" providerId="ADAL" clId="{49DE8FA7-E508-495E-ACAD-58980084EB43}" dt="2025-08-11T07:57:39.203" v="2041" actId="478"/>
          <ac:inkMkLst>
            <pc:docMk/>
            <pc:sldMk cId="3622805189" sldId="638"/>
            <ac:inkMk id="4" creationId="{327395C1-11B3-583D-A291-CCF9CE926D32}"/>
          </ac:inkMkLst>
        </pc:inkChg>
      </pc:sldChg>
      <pc:sldChg chg="addSp delSp modSp add mod">
        <pc:chgData name="Deepika Vatsa" userId="f7100972-27fe-4ee6-8fb4-ec9b7931b409" providerId="ADAL" clId="{49DE8FA7-E508-495E-ACAD-58980084EB43}" dt="2025-08-11T07:57:57.124" v="2046" actId="478"/>
        <pc:sldMkLst>
          <pc:docMk/>
          <pc:sldMk cId="1198815622" sldId="639"/>
        </pc:sldMkLst>
        <pc:spChg chg="del">
          <ac:chgData name="Deepika Vatsa" userId="f7100972-27fe-4ee6-8fb4-ec9b7931b409" providerId="ADAL" clId="{49DE8FA7-E508-495E-ACAD-58980084EB43}" dt="2025-08-06T10:23:14.650" v="967" actId="478"/>
          <ac:spMkLst>
            <pc:docMk/>
            <pc:sldMk cId="1198815622" sldId="639"/>
            <ac:spMk id="4" creationId="{009313FB-39A2-997F-D984-8C0CFCA7FD88}"/>
          </ac:spMkLst>
        </pc:spChg>
        <pc:spChg chg="mod">
          <ac:chgData name="Deepika Vatsa" userId="f7100972-27fe-4ee6-8fb4-ec9b7931b409" providerId="ADAL" clId="{49DE8FA7-E508-495E-ACAD-58980084EB43}" dt="2025-08-06T10:28:17.907" v="978" actId="20577"/>
          <ac:spMkLst>
            <pc:docMk/>
            <pc:sldMk cId="1198815622" sldId="639"/>
            <ac:spMk id="6" creationId="{DC27C3A4-E070-A2AE-22EA-6B8270443DBB}"/>
          </ac:spMkLst>
        </pc:spChg>
        <pc:spChg chg="add del">
          <ac:chgData name="Deepika Vatsa" userId="f7100972-27fe-4ee6-8fb4-ec9b7931b409" providerId="ADAL" clId="{49DE8FA7-E508-495E-ACAD-58980084EB43}" dt="2025-08-06T10:28:34.315" v="980" actId="478"/>
          <ac:spMkLst>
            <pc:docMk/>
            <pc:sldMk cId="1198815622" sldId="639"/>
            <ac:spMk id="8" creationId="{3539E348-CC76-32A9-C016-DA999E5149E1}"/>
          </ac:spMkLst>
        </pc:spChg>
        <pc:spChg chg="add mod">
          <ac:chgData name="Deepika Vatsa" userId="f7100972-27fe-4ee6-8fb4-ec9b7931b409" providerId="ADAL" clId="{49DE8FA7-E508-495E-ACAD-58980084EB43}" dt="2025-08-06T10:30:53.133" v="1067" actId="20577"/>
          <ac:spMkLst>
            <pc:docMk/>
            <pc:sldMk cId="1198815622" sldId="639"/>
            <ac:spMk id="9" creationId="{15601E42-6596-C8AC-B614-51D640A5412E}"/>
          </ac:spMkLst>
        </pc:spChg>
        <pc:spChg chg="add mod">
          <ac:chgData name="Deepika Vatsa" userId="f7100972-27fe-4ee6-8fb4-ec9b7931b409" providerId="ADAL" clId="{49DE8FA7-E508-495E-ACAD-58980084EB43}" dt="2025-08-06T10:33:54.190" v="1109" actId="113"/>
          <ac:spMkLst>
            <pc:docMk/>
            <pc:sldMk cId="1198815622" sldId="639"/>
            <ac:spMk id="28" creationId="{F2076398-1260-2117-8A0D-5A76FAF6CA23}"/>
          </ac:spMkLst>
        </pc:spChg>
        <pc:grpChg chg="mod">
          <ac:chgData name="Deepika Vatsa" userId="f7100972-27fe-4ee6-8fb4-ec9b7931b409" providerId="ADAL" clId="{49DE8FA7-E508-495E-ACAD-58980084EB43}" dt="2025-08-06T10:32:25.117" v="1085"/>
          <ac:grpSpMkLst>
            <pc:docMk/>
            <pc:sldMk cId="1198815622" sldId="639"/>
            <ac:grpSpMk id="22" creationId="{7B47FB68-B4A0-F9EF-0582-8B7AAD5846C8}"/>
          </ac:grpSpMkLst>
        </pc:grpChg>
        <pc:grpChg chg="mod">
          <ac:chgData name="Deepika Vatsa" userId="f7100972-27fe-4ee6-8fb4-ec9b7931b409" providerId="ADAL" clId="{49DE8FA7-E508-495E-ACAD-58980084EB43}" dt="2025-08-06T10:32:25.117" v="1085"/>
          <ac:grpSpMkLst>
            <pc:docMk/>
            <pc:sldMk cId="1198815622" sldId="639"/>
            <ac:grpSpMk id="23" creationId="{0E525A24-A14A-1E8A-5189-C3914DD29323}"/>
          </ac:grpSpMkLst>
        </pc:grpChg>
        <pc:grpChg chg="mod">
          <ac:chgData name="Deepika Vatsa" userId="f7100972-27fe-4ee6-8fb4-ec9b7931b409" providerId="ADAL" clId="{49DE8FA7-E508-495E-ACAD-58980084EB43}" dt="2025-08-06T10:32:29.139" v="1088"/>
          <ac:grpSpMkLst>
            <pc:docMk/>
            <pc:sldMk cId="1198815622" sldId="639"/>
            <ac:grpSpMk id="26" creationId="{76A2B058-7F62-5AD6-1297-CDE624E3E84A}"/>
          </ac:grpSpMkLst>
        </pc:grpChg>
        <pc:picChg chg="add del mod">
          <ac:chgData name="Deepika Vatsa" userId="f7100972-27fe-4ee6-8fb4-ec9b7931b409" providerId="ADAL" clId="{49DE8FA7-E508-495E-ACAD-58980084EB43}" dt="2025-08-06T10:28:14.052" v="969" actId="478"/>
          <ac:picMkLst>
            <pc:docMk/>
            <pc:sldMk cId="1198815622" sldId="639"/>
            <ac:picMk id="2" creationId="{CAFCA401-BF15-86B9-0228-81117EB40504}"/>
          </ac:picMkLst>
        </pc:picChg>
        <pc:picChg chg="del">
          <ac:chgData name="Deepika Vatsa" userId="f7100972-27fe-4ee6-8fb4-ec9b7931b409" providerId="ADAL" clId="{49DE8FA7-E508-495E-ACAD-58980084EB43}" dt="2025-08-06T10:23:16.006" v="968" actId="478"/>
          <ac:picMkLst>
            <pc:docMk/>
            <pc:sldMk cId="1198815622" sldId="639"/>
            <ac:picMk id="7" creationId="{0F70E2A2-CC2E-79A8-B9F4-FB242BE84FB8}"/>
          </ac:picMkLst>
        </pc:picChg>
        <pc:picChg chg="add del mod">
          <ac:chgData name="Deepika Vatsa" userId="f7100972-27fe-4ee6-8fb4-ec9b7931b409" providerId="ADAL" clId="{49DE8FA7-E508-495E-ACAD-58980084EB43}" dt="2025-08-06T10:31:22.838" v="1073" actId="478"/>
          <ac:picMkLst>
            <pc:docMk/>
            <pc:sldMk cId="1198815622" sldId="639"/>
            <ac:picMk id="11" creationId="{93297A44-AEB0-C49C-3850-BB9B548DA560}"/>
          </ac:picMkLst>
        </pc:picChg>
        <pc:picChg chg="add mod">
          <ac:chgData name="Deepika Vatsa" userId="f7100972-27fe-4ee6-8fb4-ec9b7931b409" providerId="ADAL" clId="{49DE8FA7-E508-495E-ACAD-58980084EB43}" dt="2025-08-06T10:32:53.158" v="1091" actId="1076"/>
          <ac:picMkLst>
            <pc:docMk/>
            <pc:sldMk cId="1198815622" sldId="639"/>
            <ac:picMk id="13" creationId="{D0901A7D-5FD9-37C6-A573-A47B52A992ED}"/>
          </ac:picMkLst>
        </pc:picChg>
        <pc:inkChg chg="add">
          <ac:chgData name="Deepika Vatsa" userId="f7100972-27fe-4ee6-8fb4-ec9b7931b409" providerId="ADAL" clId="{49DE8FA7-E508-495E-ACAD-58980084EB43}" dt="2025-08-06T10:32:07.976" v="1077" actId="9405"/>
          <ac:inkMkLst>
            <pc:docMk/>
            <pc:sldMk cId="1198815622" sldId="639"/>
            <ac:inkMk id="14" creationId="{25131422-76E7-B9DC-FCD8-CF6541D871F6}"/>
          </ac:inkMkLst>
        </pc:inkChg>
        <pc:inkChg chg="add">
          <ac:chgData name="Deepika Vatsa" userId="f7100972-27fe-4ee6-8fb4-ec9b7931b409" providerId="ADAL" clId="{49DE8FA7-E508-495E-ACAD-58980084EB43}" dt="2025-08-06T10:32:16.380" v="1078" actId="9405"/>
          <ac:inkMkLst>
            <pc:docMk/>
            <pc:sldMk cId="1198815622" sldId="639"/>
            <ac:inkMk id="15" creationId="{2A7BC3EE-75F7-7F38-3D57-2592A2DC7807}"/>
          </ac:inkMkLst>
        </pc:inkChg>
        <pc:inkChg chg="add mod">
          <ac:chgData name="Deepika Vatsa" userId="f7100972-27fe-4ee6-8fb4-ec9b7931b409" providerId="ADAL" clId="{49DE8FA7-E508-495E-ACAD-58980084EB43}" dt="2025-08-06T10:32:25.117" v="1085"/>
          <ac:inkMkLst>
            <pc:docMk/>
            <pc:sldMk cId="1198815622" sldId="639"/>
            <ac:inkMk id="16" creationId="{733335C1-165A-5915-BD92-DCA9BE0D613A}"/>
          </ac:inkMkLst>
        </pc:inkChg>
        <pc:inkChg chg="add mod">
          <ac:chgData name="Deepika Vatsa" userId="f7100972-27fe-4ee6-8fb4-ec9b7931b409" providerId="ADAL" clId="{49DE8FA7-E508-495E-ACAD-58980084EB43}" dt="2025-08-06T10:32:25.117" v="1085"/>
          <ac:inkMkLst>
            <pc:docMk/>
            <pc:sldMk cId="1198815622" sldId="639"/>
            <ac:inkMk id="17" creationId="{768F77D3-E2FB-26BB-9CDE-770A0567D25D}"/>
          </ac:inkMkLst>
        </pc:inkChg>
        <pc:inkChg chg="add mod">
          <ac:chgData name="Deepika Vatsa" userId="f7100972-27fe-4ee6-8fb4-ec9b7931b409" providerId="ADAL" clId="{49DE8FA7-E508-495E-ACAD-58980084EB43}" dt="2025-08-06T10:32:25.117" v="1085"/>
          <ac:inkMkLst>
            <pc:docMk/>
            <pc:sldMk cId="1198815622" sldId="639"/>
            <ac:inkMk id="18" creationId="{470DF1F5-A0FD-BBC0-9EF6-E8AE1EE43534}"/>
          </ac:inkMkLst>
        </pc:inkChg>
        <pc:inkChg chg="add mod">
          <ac:chgData name="Deepika Vatsa" userId="f7100972-27fe-4ee6-8fb4-ec9b7931b409" providerId="ADAL" clId="{49DE8FA7-E508-495E-ACAD-58980084EB43}" dt="2025-08-06T10:32:25.117" v="1085"/>
          <ac:inkMkLst>
            <pc:docMk/>
            <pc:sldMk cId="1198815622" sldId="639"/>
            <ac:inkMk id="19" creationId="{05A020C7-3567-072E-9F43-086A8EA0A52B}"/>
          </ac:inkMkLst>
        </pc:inkChg>
        <pc:inkChg chg="add mod">
          <ac:chgData name="Deepika Vatsa" userId="f7100972-27fe-4ee6-8fb4-ec9b7931b409" providerId="ADAL" clId="{49DE8FA7-E508-495E-ACAD-58980084EB43}" dt="2025-08-06T10:32:25.117" v="1085"/>
          <ac:inkMkLst>
            <pc:docMk/>
            <pc:sldMk cId="1198815622" sldId="639"/>
            <ac:inkMk id="20" creationId="{5F056795-7C5D-50C8-C497-FA1CD8D8B6A5}"/>
          </ac:inkMkLst>
        </pc:inkChg>
        <pc:inkChg chg="add mod">
          <ac:chgData name="Deepika Vatsa" userId="f7100972-27fe-4ee6-8fb4-ec9b7931b409" providerId="ADAL" clId="{49DE8FA7-E508-495E-ACAD-58980084EB43}" dt="2025-08-06T10:32:25.117" v="1085"/>
          <ac:inkMkLst>
            <pc:docMk/>
            <pc:sldMk cId="1198815622" sldId="639"/>
            <ac:inkMk id="21" creationId="{CD0551C1-AA72-8C73-70B5-BAB92EAB829B}"/>
          </ac:inkMkLst>
        </pc:inkChg>
        <pc:inkChg chg="add mod">
          <ac:chgData name="Deepika Vatsa" userId="f7100972-27fe-4ee6-8fb4-ec9b7931b409" providerId="ADAL" clId="{49DE8FA7-E508-495E-ACAD-58980084EB43}" dt="2025-08-06T10:32:29.139" v="1088"/>
          <ac:inkMkLst>
            <pc:docMk/>
            <pc:sldMk cId="1198815622" sldId="639"/>
            <ac:inkMk id="24" creationId="{648C8D2A-55E5-FB55-5B3A-B54ABD605C61}"/>
          </ac:inkMkLst>
        </pc:inkChg>
        <pc:inkChg chg="add mod">
          <ac:chgData name="Deepika Vatsa" userId="f7100972-27fe-4ee6-8fb4-ec9b7931b409" providerId="ADAL" clId="{49DE8FA7-E508-495E-ACAD-58980084EB43}" dt="2025-08-06T10:32:29.139" v="1088"/>
          <ac:inkMkLst>
            <pc:docMk/>
            <pc:sldMk cId="1198815622" sldId="639"/>
            <ac:inkMk id="25" creationId="{975B212C-4EFD-C04D-DACF-8F72A8719FCB}"/>
          </ac:inkMkLst>
        </pc:inkChg>
        <pc:inkChg chg="add">
          <ac:chgData name="Deepika Vatsa" userId="f7100972-27fe-4ee6-8fb4-ec9b7931b409" providerId="ADAL" clId="{49DE8FA7-E508-495E-ACAD-58980084EB43}" dt="2025-08-06T10:34:02.159" v="1110" actId="9405"/>
          <ac:inkMkLst>
            <pc:docMk/>
            <pc:sldMk cId="1198815622" sldId="639"/>
            <ac:inkMk id="29" creationId="{CCF4E811-D523-9015-8C0B-2520629C3608}"/>
          </ac:inkMkLst>
        </pc:inkChg>
        <pc:inkChg chg="add del">
          <ac:chgData name="Deepika Vatsa" userId="f7100972-27fe-4ee6-8fb4-ec9b7931b409" providerId="ADAL" clId="{49DE8FA7-E508-495E-ACAD-58980084EB43}" dt="2025-08-11T07:57:57.124" v="2046" actId="478"/>
          <ac:inkMkLst>
            <pc:docMk/>
            <pc:sldMk cId="1198815622" sldId="639"/>
            <ac:inkMk id="30" creationId="{244F7BCF-9E30-69CC-7A20-497937C56E61}"/>
          </ac:inkMkLst>
        </pc:inkChg>
      </pc:sldChg>
      <pc:sldChg chg="addSp delSp modSp add mod">
        <pc:chgData name="Deepika Vatsa" userId="f7100972-27fe-4ee6-8fb4-ec9b7931b409" providerId="ADAL" clId="{49DE8FA7-E508-495E-ACAD-58980084EB43}" dt="2025-08-11T07:58:00.190" v="2047" actId="478"/>
        <pc:sldMkLst>
          <pc:docMk/>
          <pc:sldMk cId="773657219" sldId="640"/>
        </pc:sldMkLst>
        <pc:spChg chg="del">
          <ac:chgData name="Deepika Vatsa" userId="f7100972-27fe-4ee6-8fb4-ec9b7931b409" providerId="ADAL" clId="{49DE8FA7-E508-495E-ACAD-58980084EB43}" dt="2025-08-06T10:35:32.465" v="1129" actId="478"/>
          <ac:spMkLst>
            <pc:docMk/>
            <pc:sldMk cId="773657219" sldId="640"/>
            <ac:spMk id="2" creationId="{EE930AA0-10C3-0C0E-64FB-9421BB3921B2}"/>
          </ac:spMkLst>
        </pc:spChg>
        <pc:spChg chg="mod">
          <ac:chgData name="Deepika Vatsa" userId="f7100972-27fe-4ee6-8fb4-ec9b7931b409" providerId="ADAL" clId="{49DE8FA7-E508-495E-ACAD-58980084EB43}" dt="2025-08-06T10:35:29.820" v="1128" actId="20577"/>
          <ac:spMkLst>
            <pc:docMk/>
            <pc:sldMk cId="773657219" sldId="640"/>
            <ac:spMk id="6" creationId="{DC27C3A4-E070-A2AE-22EA-6B8270443DBB}"/>
          </ac:spMkLst>
        </pc:spChg>
        <pc:spChg chg="add mod">
          <ac:chgData name="Deepika Vatsa" userId="f7100972-27fe-4ee6-8fb4-ec9b7931b409" providerId="ADAL" clId="{49DE8FA7-E508-495E-ACAD-58980084EB43}" dt="2025-08-06T10:39:09.592" v="1304" actId="1035"/>
          <ac:spMkLst>
            <pc:docMk/>
            <pc:sldMk cId="773657219" sldId="640"/>
            <ac:spMk id="7" creationId="{516323DB-BB47-5627-F646-B4D382BEC237}"/>
          </ac:spMkLst>
        </pc:spChg>
        <pc:spChg chg="del">
          <ac:chgData name="Deepika Vatsa" userId="f7100972-27fe-4ee6-8fb4-ec9b7931b409" providerId="ADAL" clId="{49DE8FA7-E508-495E-ACAD-58980084EB43}" dt="2025-08-06T10:35:36.480" v="1131" actId="478"/>
          <ac:spMkLst>
            <pc:docMk/>
            <pc:sldMk cId="773657219" sldId="640"/>
            <ac:spMk id="10" creationId="{07B2E911-A5C8-7DD9-1534-6A5BCEB80E5D}"/>
          </ac:spMkLst>
        </pc:spChg>
        <pc:spChg chg="add mod">
          <ac:chgData name="Deepika Vatsa" userId="f7100972-27fe-4ee6-8fb4-ec9b7931b409" providerId="ADAL" clId="{49DE8FA7-E508-495E-ACAD-58980084EB43}" dt="2025-08-06T10:39:00.417" v="1288" actId="14100"/>
          <ac:spMkLst>
            <pc:docMk/>
            <pc:sldMk cId="773657219" sldId="640"/>
            <ac:spMk id="11" creationId="{21FA8ED5-E5E7-73C7-D2DA-C20591331BF9}"/>
          </ac:spMkLst>
        </pc:spChg>
        <pc:picChg chg="del">
          <ac:chgData name="Deepika Vatsa" userId="f7100972-27fe-4ee6-8fb4-ec9b7931b409" providerId="ADAL" clId="{49DE8FA7-E508-495E-ACAD-58980084EB43}" dt="2025-08-06T10:35:34.097" v="1130" actId="478"/>
          <ac:picMkLst>
            <pc:docMk/>
            <pc:sldMk cId="773657219" sldId="640"/>
            <ac:picMk id="4" creationId="{A1E86822-6C96-D531-ADFC-B512574B7A6F}"/>
          </ac:picMkLst>
        </pc:picChg>
        <pc:picChg chg="add mod modCrop">
          <ac:chgData name="Deepika Vatsa" userId="f7100972-27fe-4ee6-8fb4-ec9b7931b409" providerId="ADAL" clId="{49DE8FA7-E508-495E-ACAD-58980084EB43}" dt="2025-08-06T10:38:00.633" v="1189" actId="1038"/>
          <ac:picMkLst>
            <pc:docMk/>
            <pc:sldMk cId="773657219" sldId="640"/>
            <ac:picMk id="9" creationId="{F1871F75-E53E-6CDA-C6F7-997DABF01CE2}"/>
          </ac:picMkLst>
        </pc:picChg>
        <pc:picChg chg="del">
          <ac:chgData name="Deepika Vatsa" userId="f7100972-27fe-4ee6-8fb4-ec9b7931b409" providerId="ADAL" clId="{49DE8FA7-E508-495E-ACAD-58980084EB43}" dt="2025-08-06T10:35:37.941" v="1132" actId="478"/>
          <ac:picMkLst>
            <pc:docMk/>
            <pc:sldMk cId="773657219" sldId="640"/>
            <ac:picMk id="13" creationId="{F61DEAB3-BC33-BA7B-B91B-4C145689918F}"/>
          </ac:picMkLst>
        </pc:picChg>
        <pc:inkChg chg="add del">
          <ac:chgData name="Deepika Vatsa" userId="f7100972-27fe-4ee6-8fb4-ec9b7931b409" providerId="ADAL" clId="{49DE8FA7-E508-495E-ACAD-58980084EB43}" dt="2025-08-11T07:58:00.190" v="2047" actId="478"/>
          <ac:inkMkLst>
            <pc:docMk/>
            <pc:sldMk cId="773657219" sldId="640"/>
            <ac:inkMk id="12" creationId="{4635CBFF-9A42-0A1C-833D-B53FD0D2E466}"/>
          </ac:inkMkLst>
        </pc:inkChg>
      </pc:sldChg>
      <pc:sldChg chg="addSp delSp modSp add mod">
        <pc:chgData name="Deepika Vatsa" userId="f7100972-27fe-4ee6-8fb4-ec9b7931b409" providerId="ADAL" clId="{49DE8FA7-E508-495E-ACAD-58980084EB43}" dt="2025-08-11T07:58:02.963" v="2048" actId="478"/>
        <pc:sldMkLst>
          <pc:docMk/>
          <pc:sldMk cId="2792309174" sldId="641"/>
        </pc:sldMkLst>
        <pc:spChg chg="del">
          <ac:chgData name="Deepika Vatsa" userId="f7100972-27fe-4ee6-8fb4-ec9b7931b409" providerId="ADAL" clId="{49DE8FA7-E508-495E-ACAD-58980084EB43}" dt="2025-08-06T10:39:43.864" v="1308" actId="478"/>
          <ac:spMkLst>
            <pc:docMk/>
            <pc:sldMk cId="2792309174" sldId="641"/>
            <ac:spMk id="7" creationId="{516323DB-BB47-5627-F646-B4D382BEC237}"/>
          </ac:spMkLst>
        </pc:spChg>
        <pc:spChg chg="add mod">
          <ac:chgData name="Deepika Vatsa" userId="f7100972-27fe-4ee6-8fb4-ec9b7931b409" providerId="ADAL" clId="{49DE8FA7-E508-495E-ACAD-58980084EB43}" dt="2025-08-06T10:43:01.884" v="1715" actId="12"/>
          <ac:spMkLst>
            <pc:docMk/>
            <pc:sldMk cId="2792309174" sldId="641"/>
            <ac:spMk id="10" creationId="{CEB04D57-3368-08FD-6468-B74146F929B6}"/>
          </ac:spMkLst>
        </pc:spChg>
        <pc:spChg chg="del">
          <ac:chgData name="Deepika Vatsa" userId="f7100972-27fe-4ee6-8fb4-ec9b7931b409" providerId="ADAL" clId="{49DE8FA7-E508-495E-ACAD-58980084EB43}" dt="2025-08-06T10:39:40.192" v="1306" actId="478"/>
          <ac:spMkLst>
            <pc:docMk/>
            <pc:sldMk cId="2792309174" sldId="641"/>
            <ac:spMk id="11" creationId="{21FA8ED5-E5E7-73C7-D2DA-C20591331BF9}"/>
          </ac:spMkLst>
        </pc:spChg>
        <pc:picChg chg="add del mod">
          <ac:chgData name="Deepika Vatsa" userId="f7100972-27fe-4ee6-8fb4-ec9b7931b409" providerId="ADAL" clId="{49DE8FA7-E508-495E-ACAD-58980084EB43}" dt="2025-08-06T10:42:46.283" v="1680" actId="478"/>
          <ac:picMkLst>
            <pc:docMk/>
            <pc:sldMk cId="2792309174" sldId="641"/>
            <ac:picMk id="4" creationId="{D3EDF17F-F832-7889-F2FF-D221F4988899}"/>
          </ac:picMkLst>
        </pc:picChg>
        <pc:picChg chg="add mod">
          <ac:chgData name="Deepika Vatsa" userId="f7100972-27fe-4ee6-8fb4-ec9b7931b409" providerId="ADAL" clId="{49DE8FA7-E508-495E-ACAD-58980084EB43}" dt="2025-08-06T10:42:58.752" v="1714" actId="14100"/>
          <ac:picMkLst>
            <pc:docMk/>
            <pc:sldMk cId="2792309174" sldId="641"/>
            <ac:picMk id="8" creationId="{FF94E53E-AE14-EBE2-9C5F-3A884B5324D0}"/>
          </ac:picMkLst>
        </pc:picChg>
        <pc:picChg chg="del">
          <ac:chgData name="Deepika Vatsa" userId="f7100972-27fe-4ee6-8fb4-ec9b7931b409" providerId="ADAL" clId="{49DE8FA7-E508-495E-ACAD-58980084EB43}" dt="2025-08-06T10:39:41.528" v="1307" actId="478"/>
          <ac:picMkLst>
            <pc:docMk/>
            <pc:sldMk cId="2792309174" sldId="641"/>
            <ac:picMk id="9" creationId="{F1871F75-E53E-6CDA-C6F7-997DABF01CE2}"/>
          </ac:picMkLst>
        </pc:picChg>
        <pc:inkChg chg="add del">
          <ac:chgData name="Deepika Vatsa" userId="f7100972-27fe-4ee6-8fb4-ec9b7931b409" providerId="ADAL" clId="{49DE8FA7-E508-495E-ACAD-58980084EB43}" dt="2025-08-11T07:58:02.963" v="2048" actId="478"/>
          <ac:inkMkLst>
            <pc:docMk/>
            <pc:sldMk cId="2792309174" sldId="641"/>
            <ac:inkMk id="12" creationId="{B3C4BCCC-00C0-638D-0595-0472C83BAECA}"/>
          </ac:inkMkLst>
        </pc:inkChg>
      </pc:sldChg>
      <pc:sldChg chg="addSp delSp modSp add mod">
        <pc:chgData name="Deepika Vatsa" userId="f7100972-27fe-4ee6-8fb4-ec9b7931b409" providerId="ADAL" clId="{49DE8FA7-E508-495E-ACAD-58980084EB43}" dt="2025-08-11T07:57:43.918" v="2043" actId="478"/>
        <pc:sldMkLst>
          <pc:docMk/>
          <pc:sldMk cId="1648381074" sldId="642"/>
        </pc:sldMkLst>
        <pc:spChg chg="mod">
          <ac:chgData name="Deepika Vatsa" userId="f7100972-27fe-4ee6-8fb4-ec9b7931b409" providerId="ADAL" clId="{49DE8FA7-E508-495E-ACAD-58980084EB43}" dt="2025-08-06T10:54:02.121" v="2031" actId="1076"/>
          <ac:spMkLst>
            <pc:docMk/>
            <pc:sldMk cId="1648381074" sldId="642"/>
            <ac:spMk id="2" creationId="{EE930AA0-10C3-0C0E-64FB-9421BB3921B2}"/>
          </ac:spMkLst>
        </pc:spChg>
        <pc:spChg chg="mod">
          <ac:chgData name="Deepika Vatsa" userId="f7100972-27fe-4ee6-8fb4-ec9b7931b409" providerId="ADAL" clId="{49DE8FA7-E508-495E-ACAD-58980084EB43}" dt="2025-08-06T10:51:52.996" v="1725" actId="20577"/>
          <ac:spMkLst>
            <pc:docMk/>
            <pc:sldMk cId="1648381074" sldId="642"/>
            <ac:spMk id="6" creationId="{DC27C3A4-E070-A2AE-22EA-6B8270443DBB}"/>
          </ac:spMkLst>
        </pc:spChg>
        <pc:inkChg chg="add del">
          <ac:chgData name="Deepika Vatsa" userId="f7100972-27fe-4ee6-8fb4-ec9b7931b409" providerId="ADAL" clId="{49DE8FA7-E508-495E-ACAD-58980084EB43}" dt="2025-08-11T07:57:43.918" v="2043" actId="478"/>
          <ac:inkMkLst>
            <pc:docMk/>
            <pc:sldMk cId="1648381074" sldId="642"/>
            <ac:inkMk id="4" creationId="{9D1803F6-6EF4-5325-B69B-1D4EE43A4581}"/>
          </ac:inkMkLst>
        </pc:inkChg>
      </pc:sldChg>
      <pc:sldMasterChg chg="delSldLayout">
        <pc:chgData name="Deepika Vatsa" userId="f7100972-27fe-4ee6-8fb4-ec9b7931b409" providerId="ADAL" clId="{49DE8FA7-E508-495E-ACAD-58980084EB43}" dt="2025-08-06T10:16:19.177" v="748" actId="47"/>
        <pc:sldMasterMkLst>
          <pc:docMk/>
          <pc:sldMasterMk cId="2935578617" sldId="2147483672"/>
        </pc:sldMasterMkLst>
        <pc:sldLayoutChg chg="del">
          <pc:chgData name="Deepika Vatsa" userId="f7100972-27fe-4ee6-8fb4-ec9b7931b409" providerId="ADAL" clId="{49DE8FA7-E508-495E-ACAD-58980084EB43}" dt="2025-08-06T10:16:19.177" v="748" actId="47"/>
          <pc:sldLayoutMkLst>
            <pc:docMk/>
            <pc:sldMasterMk cId="2935578617" sldId="2147483672"/>
            <pc:sldLayoutMk cId="2388130512" sldId="2147483684"/>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06T11:22:42.581"/>
    </inkml:context>
    <inkml:brush xml:id="br0">
      <inkml:brushProperty name="width" value="0.05292" units="cm"/>
      <inkml:brushProperty name="height" value="0.05292" units="cm"/>
      <inkml:brushProperty name="color" value="#FF0000"/>
    </inkml:brush>
  </inkml:definitions>
  <inkml:trace contextRef="#ctx0" brushRef="#br0">24494 5207 589 0,'0'0'120'0,"0"0"51"0,0 0-39 0,0 0-9 15,0 0-11-15,0 0-41 16,0 0-7-16,-306 0 5 15,306 0-23-15,0 0-19 16,0 0-3-16,0 0-13 16,0 0-3-16,87 0-4 15,49 0 10-15,55 0 6 16,32-6-1-16,28 2-15 16,19-2 0-16,1-1-2 0,8 4-2 15,11-5-3-15,-31 7 3 16,-4-2 1-16,-28-3 0 15,-20 2-1-15,-28-3 3 16,-31 5-1-16,-41-1 0 16,-23 3-2-16,-29-5 1 15,-7 3 3-15,-16-5-4 16,-16 4 1-16,-8 0 2 16,-8 3-3-16,0 0-6 15,-12 0-84-15,-80 0-159 16,-11-2-485-16</inkml:trace>
  <inkml:trace contextRef="#ctx0" brushRef="#br0" timeOffset="1833.03">14704 6293 894 0,'0'0'23'0,"0"0"-2"0,0 0 80 0,0 0 14 16,0 0-84-16,0 0-29 15,12 22 18-15,127-22 47 16,28 0-36-16,28-8-14 0,4-1-12 16,12-1 8-16,0-5-13 15,-12 2 0-15,-11 8 3 16,-25-6-3-16,-16 6 0 15,-27-1 1-15,-13-1-1 16,-15 3 2-16,-13-2-2 16,-19 6-4-16,8-3-12 15,-21 0-33-15,1 3-101 16,-12 0-60-16,-24 0-394 16</inkml:trace>
  <inkml:trace contextRef="#ctx0" brushRef="#br0" timeOffset="6521.54">14389 7940 485 0,'0'0'101'0,"0"0"-10"0,0 0 95 0,0 0-51 16,0 0-30-16,0 0-26 16,0 0 16-16,-107-7-54 15,99 7 9-15,8 0 4 16,0 0-24-16,0 0-4 16,0 0 4-16,0 0-18 15,0 0-9-15,0 0 0 16,0 0 3-16,11 0-2 15,33 0 8-15,24 0 6 16,-4 0-1-16,15 0-4 16,5 0-3-16,8 0-4 15,11 0-1-15,-7 0 0 16,11 0 3-16,-7 0-7 16,-5 0 0-16,21 0 0 0,-9 0 4 15,1 0-5-15,3 0 0 16,-15-5-2-16,11-2 2 15,-3 0 1-15,-1 7 1 16,-7-6-1-16,-5 2-2 16,5 2-2-16,-4-6 3 15,-1 7 0-15,-7-2 2 16,-1-1 0-16,-11 0 0 16,8 2-2-16,3-1 2 15,-3 3 0-15,-1-4 5 16,-7 4-7-16,0-3 1 15,-1 3-1-15,-3 0 1 0,16 0 3 16,-17 0-2-16,5 0 0 16,-12 0 0-1,8 0 1-15,-9 0 0 16,9 0-2-16,-8 0-1 0,11 0 3 16,-11 0-2-16,-4 0 1 15,0 0-2-15,3 0 0 16,1 0 7-16,0 0-7 15,7 0 1-15,-7 0 1 16,24 0 0-16,-5 0 1 16,17 0 0-16,-4 0 2 15,-1 0-2-15,-7 0 0 16,-13 0-2-16,-3 0 5 16,0 0-6-16,-9 0 0 0,1 0 1 15,20 0 0-15,3 3 0 16,-3-3-1-16,-8 0 2 15,-13 0 0-15,1 0-1 16,-12 0 0-16,-4 0-1 16,27 0 0-16,-3 0 0 15,16 7 1-15,-1-7 1 16,-3 2-2-16,12 6 2 16,-9-8-2-16,9 3 0 15,-9-2 0-15,-11-1-3 16,-12 5 3-16,7-5 0 15,-7 0 0-15,0 0 3 16,-4 0-2-16,-1 0-1 0,-7 0 0 16,-12 0 0-16,0 0-5 15,-4 0 5-15,-8 0 4 16,-12 0-3-16,3 0 1 16,-7 0 6-16,-4 0-5 15,-4 0-2-15,0 0-1 16,0 0 0-16,0 0-17 15,-16 0-73-15,-75 0-269 16</inkml:trace>
  <inkml:trace contextRef="#ctx0" brushRef="#br0" timeOffset="9683.58">13055 9392 398 0,'0'0'350'0,"0"0"-187"0,0 0-8 0,0 0-9 16,0 0-43-16,0 0-38 15,0 0-7-15,-83-17-28 16,83 17 0-16,0 0-21 16,0 0-7-16,63 0-1 15,65 0 12-15,47 0 15 16,48 0 3-16,20 0-25 15,35 0 8-15,-7 0-8 16,0-6 3-16,-16 0-3 16,-20 2 4-16,-16 0-1 15,-28 4-6-15,-16 0 1 16,-36 0-4-16,-23 0 0 0,-21 0-1 16,-27 0-4-16,-12 0 5 15,-20 0 6-15,-13 0-3 16,-11 0 3-16,-12 0-1 15,0 0 4-15,0 0-9 16,0-1 1-16,0-7-1 16,0 5-28-16,-12 3-115 15,-43-9-223-15</inkml:trace>
  <inkml:trace contextRef="#ctx0" brushRef="#br0" timeOffset="26234.23">4144 9469 901 0,'0'0'70'0,"0"0"21"0,0 0-3 0,0 0-49 0,0 0-9 15,0 0 24-15,430 8-26 16,-187-38-3-16,16 3-9 15,24-1-11-15,7 0 5 16,1 7-10-16,-32 10 3 16,-40 0-9-16,-52 8 8 15,-39 3-5-15,-37 0 3 16,-43 0-1-16,-12 3-56 16,-24 17-124-16,-12-6-175 15</inkml:trace>
  <inkml:trace contextRef="#ctx0" brushRef="#br0" timeOffset="27201.96">5546 9728 671 0,'0'0'129'0,"0"0"-69"0,0 0 5 15,0 0-28-15,0 0-36 16,0 0 7-16,36 146 55 0,20-67 14 16,-1 19-28-1,-3 25 6-15,-16 19-19 0,-16 10-8 16,-8-9-9-16,-12-10-13 15,0-19-6-15,0-22 5 16,0-26 1-16,0-19-5 16,0-20 9-16,0-21-6 15,0-6 1-15,0 0 18 16,0-9 44-16,0-26 28 16,-60-10-72-16,-20-8-18 15,21 4 4-15,-1 2-5 16,24 5-4-16,4 17 0 15,20 10 2-15,0 15 15 16,12 0-15-16,0 0-2 0,0 11-11 16,0 29-2-1,0 16 11-15,48 8 1 0,-4 0 1 16,4-4 0 0,11-19 0-16,-11-12 0 0,0-16 0 15,-16-7 1-15,-8-6 8 16,12 0-2-16,7-5 4 15,9-36-3-15,-8 0-7 16,16-5-1-16,-5-3-1 16,-7 10-13-16,12 5-52 15,-4 8-92-15,3 14-79 16,-11 4-177-16</inkml:trace>
  <inkml:trace contextRef="#ctx0" brushRef="#br0" timeOffset="28950.22">6267 12201 630 0,'0'0'215'0,"0"0"-42"0,0 0-4 0,0 0-42 16,0 0-44-16,0 0-2 15,-128-108-17-15,80 108-38 16,-7 29-19-16,-5 16-3 16,12 21-1-16,0 7-1 15,17 2 6-15,19-3 0 0,12-12-8 16,0-10-1-16,43-11-2 15,17-13 6-15,12-8-3 16,11-13 0-16,-3-5 4 16,16 0-4-16,-17-27-3 15,13-21 3-15,-21-14 0 16,1-6 1-16,-16-9-1 16,-20-8 1-16,-12-4 0 15,-24 3-1-15,0 7 4 16,0 8-11-16,0 18 15 15,-36 7-7-15,4 23 1 16,8 4 0-16,8 15-2 0,4 4 1 16,-8 0-3-1,8 23 7-15,0 30-10 0,12 16 5 16,0 16-1-16,0 7 1 16,0 10 2-16,36-10-1 15,8-10 0-15,8-10-1 16,3-18-1-16,13-12-4 15,4-16 2-15,7-5-2 16,-3-10 4-16,-8-7 1 16,11-4 0-16,-19 0-2 15,0-18 2-15,0-19 2 16,-5-4-1-16,-19-3-1 16,-4 0 2-16,-28 6 3 15,-4 4-5-15,0 8 3 16,0 6 3-16,-24 18-2 0,-12 2-2 15,0 0-4-15,-11 6-11 16,3 19 10-16,8 4 0 16,12-1 1-16,24-1 0 15,0 0 0-15,0-2 2 16,0-2-9-16,0-7 0 16,0-4 7-16,0-5 1 15,12-1-11-15,12 1 12 16,0-3-2-16,8 1 3 15,-4 1-6-15,3 0 2 0,-7 3 3 16,12 5 1 0,-4-6 1-16,-4 2-1 0,-4-2 1 15,0-6-4-15,-4-2 5 16,-8 0-2-16,11 0-1 16,1 0 0-16,8-10 9 15,-4-14-8-15,4-10 9 16,-8-6-5-16,-12 2-4 15,0 4-1-15,-12 6 0 16,0 0 5-16,0 14-1 16,0 5-1-16,0 6 3 15,0 3-2-15,0 0-4 16,0 0-4-16,24 5-11 16,-1 15 3-16,13 5 10 15,8 1 0-15,4-1-2 0,-12 1 8 16,8-4-7-16,-17-1 7 15,-15 5-4-15,-4-4 0 16,-8 1 0-16,0-4 2 16,0-8 0-16,0-1 2 15,0-10-2-15,0 0 2 16,0 0 0-16,0 0 2 16,0 0 8-16,0 0-8 15,0-5-3-15,12-19-3 16,24-8-3-16,0-1 0 15,12-9 0-15,-1 4 1 16,-15 3 2-16,-8 7 4 0,-12 9-4 16,-12 11 0-1,0 8 2-15,0 0-2 16,0 0 0-16,0 0-7 0,0 8 2 16,0 11-4-16,0 4 9 15,0 1 0-15,12 4 2 16,12-2-2-16,-4-1 0 15,4-1-3-15,-8-7 2 16,4 0 0-16,-8 5 0 16,-12 4 1-16,0-1 4 15,0-3-4-15,0-6 0 16,0-6 3-16,0-10-3 16,0 0 0-16,0 0 8 0,0 0 4 15,-12-5-1 1,4-7-11-16,8 0 2 0,0-7 4 15,0-1-6-15,0-1-5 16,0-5 4 0,31-3-4-16,17 3 2 0,-12 5 3 15,0 8-1-15,-12 4-1 16,0 9 0-16,-4 0-2 16,4 0-2-16,-1 9-1 15,13 13 4-15,-12 5 2 16,0-3 1-16,-4 0-2 15,-8-1 0-15,-8-3 0 0,4-7-25 16,-8-1-58-16,0-9-68 16,0-3-25-16,0 0-63 15,0-6-220-15</inkml:trace>
  <inkml:trace contextRef="#ctx0" brushRef="#br0" timeOffset="29067.64">8675 12233 136 0,'0'0'488'0,"0"0"-372"0,0 0-62 0,0 0-54 16,0 0-10-16,0 0-332 15</inkml:trace>
  <inkml:trace contextRef="#ctx0" brushRef="#br0" timeOffset="29600.93">9153 12008 671 0,'0'0'279'0,"0"0"-167"16,0 0-17-16,0 0 6 16,0 0-15-16,60 174-9 15,-16-72 22-15,-20 26-80 16,4 29 2-16,-9 18-1 16,-7 10-8-16,12 8-11 15,0-13 1-15,12-21 3 16,8-35-5-16,-4-44 0 15,3-43-4-15,17-29 4 16,0-8 7-16,8-51 0 0,3-30 5 16,-11-11-2-1,-28-5-2-15,-32 8-3 0,0 6-1 16,-24 5 1-16,-60 16-4 16,-7 11-1-16,-17 17 0 15,5 7 0-15,11 9 2 16,20 9 1-16,25-5-2 15,23 12 6-15,16-6-2 16,8 6-5-16,0-3 2 16,0-10-2-16,20-6-6 15,39-14 3-15,13-6-1 16,12-4 0-16,-5 1-1 16,5 3 1-16,-16 4 4 15,-21 15 0-15,-3 13-4 0,-20 9 4 16,0 0-6-16,0 0-2 15,12 27 3-15,-12 0 3 16,7 6 2-16,-15 1 2 16,-8-2-2-16,-4-2-2 15,-4-9-16-15,0-4-50 16,0-15-80-16,0-2-62 16,0 0-53-16,0-15-285 15</inkml:trace>
  <inkml:trace contextRef="#ctx0" brushRef="#br0" timeOffset="29733.57">9938 12366 725 0,'0'0'231'0,"0"0"-116"0,0 0 20 0,0 0-88 0,0 0-47 16,0 0-32-16,31-51-87 16,29 55-52-16,12 21-128 15,-4-7 52-15</inkml:trace>
  <inkml:trace contextRef="#ctx0" brushRef="#br0" timeOffset="31100.52">10415 12398 225 0,'0'0'204'0,"0"0"-45"16,0 0 30-16,0 0-20 15,0 0-42-15,0 0 13 16,72-12-68-16,-72 15-23 16,-36 25-39-16,-8 9 12 15,5 9 26-15,15 0-18 0,4-1-28 16,20 2 1-1,0-1 2-15,0-1-5 0,32-7 0 16,27-10-3-16,13-11 9 16,12-7-10-16,-5-5 4 15,13-5-15-15,-8 0 14 16,-13-22-5-16,-3-16 6 16,0-7 0-16,-29 1 0 15,-7-1 0-15,-20 9 0 16,-12 15 4-16,0 5 0 15,0 7 13-15,-12 9-2 16,-24 0-14-16,-11 0-1 0,-9 18-3 16,20 8 2-16,4-5-3 15,8 5 4-15,12-3-5 16,8-4 4-16,4-1-3 16,0-4-6-16,0-8-19 15,0-3 8-15,4-3 14 16,16 0 5-16,4 0 2 15,0 0 2-15,0-7-2 16,0 2 0-16,0-2-2 16,8 7 2-16,-9 0 0 15,5 0 0-15,4 0-2 16,4 0 2-16,12 0 0 16,-4-4 10-16,3-19-7 0,-11-5 18 15,12-7-5 1,-4-5-16-16,-16-8 27 0,-16-3-16 15,-4-14 15-15,-8-3-8 16,0-12 1-16,0 11 5 16,-32 10-20-16,16 26 17 15,-4 15 20-15,8 17-15 16,0 1 3-16,0 6-29 16,0 35-6-16,0 14 5 15,12 14 2-15,0 6 3 16,0 7-3-16,0-1-1 15,24-1 0-15,24-15 0 0,8-14-4 16,-9-15-11 0,9-11 12-16,-8-15-12 0,-12-7 5 15,0-3 4-15,7 0 6 16,-3-24 0-16,-4-13 6 16,-4 0-6-16,4 0-5 15,-12 11 4-15,-13 9 2 16,-3 8 3-16,-8 6-4 15,0 3 0-15,0 0 4 16,0 0-4-16,0 7-13 16,12 17 4-16,4 8 9 15,8 3 1-15,8 0-1 16,4-3-3-16,8-10 0 16,-8-6 1-16,-1-11 2 15,-7-5-9-15,4 0-1 0,16 0 10 16,-4-21-6-16,-5-14 7 15,-7-3-1-15,-8 2 0 16,-12 1 4-16,-12 10-4 16,12 7 2-16,-12 8-1 15,0 10 9-15,0 0 0 16,0 0-4-16,0 0-6 16,0 0-14-16,0 22-1 15,0 9 6-15,0 8 9 16,20-5-1-16,8-1 0 15,4-8-7-15,-4-9-5 16,-8-10 12-16,3-6-5 0,1 0-2 16,0 0 8-1,0-16 1-15,0-19 4 0,0-4 1 16,0 2-2-16,-4-1-4 16,4 7 0-16,7 9 3 15,-7 6-3-15,12 3-3 16,-8 9 2-16,4 4-2 15,16 0 3-15,-5 0-4 16,5 0 2-16,0 0 2 16,-12 7-5-16,0-1 5 15,-12-2 0-15,-1-4 3 16,9 0-3-16,4 0 1 16,12-10 7-16,8-10-8 0,-9-1 0 15,-11 8 6-15,8 4-4 16,-4 5 1-16,8 4 5 15,7 0-7-15,17 4 2 16,-4 21 1 0,3-3-4-16,-15 0 0 0,-20-7-3 15,-12-5 3-15,-24-3-40 16,0-7-125-16,0 0-83 16,-36 0-273-16</inkml:trace>
  <inkml:trace contextRef="#ctx0" brushRef="#br0" timeOffset="31250.42">11920 11837 1075 0,'0'0'172'0,"0"0"-76"0,0 0-19 0,0 0-77 0,0 0-16 0,0 0-96 16,-115-38-234-16</inkml:trace>
  <inkml:trace contextRef="#ctx0" brushRef="#br0" timeOffset="31383.83">11244 12127 777 0,'0'0'145'16,"0"0"-14"-16,0 0-14 15,0 0-89-15,0 0-28 0,318-42-41 16,-179 11-370-16</inkml:trace>
  <inkml:trace contextRef="#ctx0" brushRef="#br0" timeOffset="31583.53">14891 12468 1327 0,'0'0'186'0,"0"0"-170"16,0 0 36-16,0 0-52 15,0 0-26-15,0 0-272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06T11:25:30.020"/>
    </inkml:context>
    <inkml:brush xml:id="br0">
      <inkml:brushProperty name="width" value="0.05292" units="cm"/>
      <inkml:brushProperty name="height" value="0.05292" units="cm"/>
      <inkml:brushProperty name="color" value="#FF0000"/>
    </inkml:brush>
  </inkml:definitions>
  <inkml:trace contextRef="#ctx0" brushRef="#br0">9484 6111 721 0,'0'0'151'0,"0"0"-33"0,0 0-7 16,0 0-34-16,0 0-15 15,0 0-18-15,0 0-8 0,0 0 3 16,-84-3-13-16,84 3 1 15,0 0-16-15,0 0-7 16,68 0-4-16,39 0 9 16,45 0 14-16,35 0-11 15,48 0-8-15,19-14 2 16,5 2 3-16,12 0-4 16,-8 5-5-16,-16 5 0 15,-12 2 0-15,-24 0 2 16,-16 0-2-16,-28 2 0 0,-28 12-2 15,-7-2 2 1,-29 1 0-16,-19-7 0 0,-17 4 0 16,-11-4 9-1,-20-2-9-15,-20-1 1 0,4-1 6 16,-20-2 1-16,12 0 10 16,-12 4-15-16,0-4 16 15,0 0-6-15,0 0-8 16,0 0 12-16,0 0-11 15,0 0-1-15,0 0-5 16,0 0-13-16,0 0-95 16,-24 0-83-16,4 0-128 15,4 0-433-15</inkml:trace>
  <inkml:trace contextRef="#ctx0" brushRef="#br0" timeOffset="900.33">15930 5940 853 0,'0'0'121'0,"0"0"-33"0,0 0-10 0,0 0-34 16,0 0 5-16,0 0-39 0,155-7 33 16,-15 7 4-16,11-5-23 15,12-6 9-15,8 6-21 16,-15-1-6-16,-5-1-2 15,-12 1-8-15,-35 2 8 16,-29 1 0-16,-19 3-4 16,-20 0-8-16,-12 0-1 15,0 0-43-15,-4 7-86 16,-20 15-90-16,0 3-201 16</inkml:trace>
  <inkml:trace contextRef="#ctx0" brushRef="#br0" timeOffset="3583.25">6083 7314 838 0,'0'0'118'0,"0"0"-92"0,0 0 30 16,0 0 13-16,0 0-23 15,0 0-17-15,-23 20-24 16,42-20 0-16,33 0 11 16,36 0-4-16,7-26-12 15,37-3 4-15,19-11 0 16,36-8-4-16,32-8-43 0,4 1-91 15,-12-2-183 1</inkml:trace>
  <inkml:trace contextRef="#ctx0" brushRef="#br0" timeOffset="28418.04">10332 12075 642 0,'0'0'154'0,"0"0"-24"0,0 0-19 0,0 0-5 16,0 0-20-16,0 0-24 0,0 0-1 16,0 0-6-16,-299-27-13 15,299 27-11-15,0 0-11 16,0 0-3-16,0 0-6 15,0 0 5-15,20 0-11 16,88 0-3-16,43 0 11 16,48 0 16-16,20 0-21 15,4 0-6-15,12-6 0 16,-12-3 0-16,0 0-2 16,-4-2 0-16,-32 6 3 15,-12 0-3-15,-32 5 3 16,-31 0-3-16,-48 0 0 15,-21 0 0-15,-19 0 3 0,0 0-2 16,-16 0 3-16,-4 0 1 16,-4 0 3-16,0 0-5 15,0 0-2-15,0 0-1 16,0 0-28-16,0 0-80 16,-60 0-97-16,-19 10-222 15</inkml:trace>
  <inkml:trace contextRef="#ctx0" brushRef="#br0" timeOffset="33600.51">22157 11925 589 0,'0'0'318'0,"0"0"-209"0,0 0 32 0,0 0-6 16,0 0-40-16,0 0-43 16,0 0-17-16,-92 12-16 15,100-8-1-15,76 3 9 16,47-5 23-16,41 0-19 15,7-2-13-15,8 0-15 0,0 5 9 16,8-3-12-16,-28 1 2 16,-3 5-1-16,-29-5 0 15,-27 3-1-15,-17 1 1 16,-19-5 0-16,-12 2-2 16,-13-3 2-16,-23 3-3 15,-4-4 1-15,-8 0-8 16,-12 4-26-16,0 3-63 15,0 2-95-15,0-2-126 16,-32 2-421-16</inkml:trace>
  <inkml:trace contextRef="#ctx0" brushRef="#br0" timeOffset="35466.99">5849 13372 844 0,'0'0'91'0,"0"0"46"0,0 0-41 16,0 0-12-16,0 0-57 16,0 0-24-16,-108-5-3 15,144 5-7-15,71 0 7 16,33 0 5-16,23 0 10 15,0 0-10-15,12 0 4 0,-11 0-8 16,-1 0 9-16,-20 0-10 16,-27 0 8-16,-25 0-8 15,-31 0 2-15,-16 0-2 16,-28 0 0-16,-16 0 1 16,0 0 3-16,0 0-4 15,0 0 0-15,0 0 0 16,0 3-1-16,0 10-54 15,0-3-118-15,0 1-125 16</inkml:trace>
  <inkml:trace contextRef="#ctx0" brushRef="#br0" timeOffset="36467.41">10583 13360 836 0,'0'0'77'0,"0"0"18"0,0 0 31 0,0 0-35 16,0 0-18-16,0 0-17 15,-168-17-23-15,168 17-20 16,36 0-13-16,96 0 0 15,63 0 22-15,64 0 10 16,19-2-21-16,17-1 3 16,7 3-13-16,1 0 1 15,-12 0 7-15,-32 0-9 16,-17 0 10-16,-43 0-9 0,-43 0 2 16,-29 0 0-16,-31 5 4 15,-29 5-4-15,-31-3 2 16,-16-4 12-16,-16 1-14 15,-4-1-2-15,0-1 9 16,0 2-5-16,0-4 7 16,0 3-10-16,0-3 9 15,0 0-7-15,0 0-3 16,0 0 4-16,0 0-2 16,0 0-2-16,0 0-1 15,0 0 0-15,0 0-2 16,0 0-15-16,0 0-53 0,0 14-66 15,-24 14-50-15,-47-5-167 16</inkml:trace>
  <inkml:trace contextRef="#ctx0" brushRef="#br0" timeOffset="37785.11">21317 13185 390 0,'0'0'296'0,"0"0"-178"0,0 0 6 0,0 0 15 16,0 0-43-16,0 0-13 16,-92-18-30-16,92 18-4 15,0 0-5-15,0 0-22 0,0 0-2 16,0 0-9-1,0 0-5-15,24 0 3 0,88 0 1 16,51 0 21-16,52-13 10 16,40-3-17-16,12-5-22 15,15 11 8-15,-11-9 1 16,-28 12-3-16,-8-3-7 16,-60 1 3-16,-36 4-3 15,-35 5 1-15,-44 0 0 16,-5 0 9-16,-19 0 1 15,-24 0 1-15,-8 0-11 16,-4 0-2-16,0 0 2 16,0 0-1-16,0 0 1 15,0 0-2-15,0 0-6 16,0 0-37-16,0 0-79 0,-24 0-98 16,-36 9-294-16</inkml:trace>
  <inkml:trace contextRef="#ctx0" brushRef="#br0" timeOffset="40519.4">11630 13020 651 0,'0'0'168'0,"0"0"-118"0,0 0 19 0,0 0-3 16,0 0-45-16,0 0-9 16,0 0 19-16,0 0 27 15,95 36-12-15,-63-8-13 16,-16 4-10-16,-4 1-6 15,0 7-2-15,-12 1 4 16,8-3-2-16,-8-4-13 16,0-4 12-16,0-9-16 15,4-4 5-15,8-4 2 16,0-3 1-16,8 5-5 16,4-2-2-16,0-4 11 0,11 0-6 15,13-5 3-15,20-4-3 16,35 0 11-16,25 0-10 15,15 0 5-15,20-17-10 16,13 6-2-16,-1 0 0 16,12 0 0-16,-12 7 1 15,0-6-1-15,-12 7 0 16,-11 3-8-16,-9 0 5 16,-8 0 0-16,-15 0 0 15,-1 0 3-15,-7 0-1 16,-5-9 1-16,-11 2 1 15,-4-6-1-15,-1 4 4 16,-19-8-3-16,19 5-1 0,-27-1 0 16,-8-1 0-1,3 10 9-15,-15-13-8 0,-20 5 14 16,0-7 29-16,0-4-1 16,-12 5-2-16,0-15-16 15,-4 5-12-15,-8-6-6 16,0-3 9-16,0 3-6 15,0 3-3-15,-8 4-4 16,-16 9-3-16,12 9 0 16,0 9-19-16,0 0-67 15,-12 5-113-15,-12 27-231 16</inkml:trace>
  <inkml:trace contextRef="#ctx0" brushRef="#br0" timeOffset="41518.67">12999 13728 658 0,'0'0'187'16,"0"0"-5"-16,0 0-37 0,0 0-27 0,0 0-51 0,0 0-4 15,-59-68-31 1,59 68-23-16,0 24-9 0,0 23-7 16,0 23 7-16,0 17 12 15,0 7-7-15,-12 1 14 16,0 3-17-16,-8-10 4 16,16-9-2-16,-4-17-4 15,8-13-6-15,0-18 6 16,0-9 3-16,0-10-2 15,0-1 0-15,32-10-1 16,4-1 6-16,23 0 15 16,9 0-15-16,12 0 2 15,3-12-7-15,-11-4 0 16,-4 1-1-16,-29-1 2 0,-7 7-1 16,-20 0 0-16,-12-4 11 15,0 0-10-15,0-3 5 16,0-2 3-16,-12 1-10 15,-8 5 0-15,5 1 0 16,3 6 0-16,4 1 8 16,4 4 2-16,4 0 3 15,0 0-6-15,0 0-7 16,0 0-1-16,0 0-2 16,0 0-2-16,0 0 1 15,4 20 0-15,31 5 4 16,-15 1 0-16,4 5 0 15,8 10 0-15,-32 1 1 0,0 10 0 16,0 3-2 0,-8 0-5-16,-40 1-26 0,5-9-55 15,3-6-55-15,8-11-52 16,-4-15-173-16</inkml:trace>
  <inkml:trace contextRef="#ctx0" brushRef="#br0" timeOffset="43284.85">14222 14655 671 0,'0'0'169'0,"0"0"-35"0,0 0 23 0,0 0-57 0,0 0-34 15,0 0-40-15,-255-79 11 16,219 79-37-16,-8 28 1 16,16 14-1-16,-3 3 0 15,31-2 0-15,0-2-1 16,0-5 1-16,0-12-2 15,12-3 0-15,19-12 0 16,-3-7-2-16,4-2 4 16,4 0 3-16,0-18 1 15,0-17 6-15,-12-14-1 16,-13-3-1-16,-3-6 11 0,-8-7-17 16,0 4-1-16,0 3 14 15,0 3 9-15,0 18-3 16,-8 11 16-16,4 15 7 15,-7 7-5-15,11 4-16 16,-8 0-15-16,8 0-8 16,0 27-5-16,0 19-1 15,0 10 6-15,0 7 0 16,0 8 0-16,8-1-1 16,7-3 3-16,9-7-3 15,0-9 2-15,0-9-2 16,8-16-5-16,12-2-1 15,-16-7-4-15,15-8 0 16,-7-3-11-16,-12-3 1 16,20 0-2-16,-4-3 11 0,-4 0 8 15,-5 0 0-15,-7-6 2 16,0-16 2-16,-4-1 0 16,-8-2 0-16,-8-1 3 15,-4 5-3-15,0-2 5 16,0 4-1-16,0-1 3 15,0 8 0-15,0 5-3 16,-4 1-3-16,-16 6 2 16,-4 0-2-16,12 0-2 15,0 0-8-15,-11 0 5 16,11 11-1-16,0 7 0 16,4 0 2-16,8 1-12 0,0 3 0 15,0-5 8-15,0 3-6 16,0-7-12-16,0-3 16 15,0 1-2-15,0-4 1 16,0-1 8-16,8-2-7 16,-4-2 7-16,8 2 2 15,-4 3 0-15,3-6-1 16,1 3 1-16,0-4 0 16,0 0 0-16,12 0 0 15,-4 0 7-15,8 0-3 16,-4-5-4-16,-4-8 1 15,-4-1 6-15,-8 0-3 16,4 5 1-16,0-3 1 0,0 2 2 16,-12-5-4-1,11-4-3-15,1-7 3 0,0-2-4 16,0-5 2-16,-4 6 3 16,-8-8-3-16,0-3 0 15,0-7 0-15,0-2-2 16,0-4 2-16,0-4 4 15,0 15 3-15,0 6 1 16,0 11 10-16,0 13 11 16,0 10 5-16,-8 0-18 15,8 0-18-15,-4 0 0 16,-16 25-10-16,20 20 6 16,-12 4 4-16,12 12 1 0,0 3-1 15,0 1 0-15,0-3-2 16,0-4 2-16,0-12-6 15,44 3 2-15,-4-16-5 16,4 1-1 0,4-6-3-16,-1-2 0 0,-11-7-1 15,0-7 3-15,8-7 0 16,-20-5 1-16,12 0 4 16,-5 0 5-16,-15 0 1 15,8 0 2-15,-4-22 3 16,4 1-1-16,-12-9-1 15,0 3 2-15,-12 2 4 0,0 0-1 16,0 5 5 0,0 1 7-16,0 7-10 0,0 1-2 15,-24 8-1-15,0 3-4 16,4 0-3-16,-4 0-3 16,8 0-5-16,-3 0-4 15,7 9 7-15,0 8-5 16,12-4-5-16,0-4-4 15,0 1-2-15,0-3-18 16,0-4 14-16,0-1 15 16,0-2 0-16,20 4 7 15,3 3 3-15,5-1-2 16,4 3 2-16,-8 0 0 16,20 1 0-16,-20 7-1 0,0-8 1 15,0 3 0-15,-1-2 1 16,1-7-2-16,0 3 2 15,0-2-1-15,0-4 0 16,8 0 2-16,-8 0-2 16,4 0-4-16,-8-4-1 15,3-12-74-15,-11-8-101 16,0-3-88-16,-12-8-118 16</inkml:trace>
  <inkml:trace contextRef="#ctx0" brushRef="#br0" timeOffset="43467.87">14891 14544 546 0,'0'0'204'0,"0"0"-99"0,0 0-50 0,0 0-32 0,0 0-23 0,0 0-2 16,211-22-4-16,-132 22-49 15,-7 0-131-15,20 0-269 16</inkml:trace>
  <inkml:trace contextRef="#ctx0" brushRef="#br0" timeOffset="44084.35">16256 14880 942 0,'0'0'194'0,"0"0"-66"16,0 0 11-16,0 0-62 15,0 0-65-15,0 0-3 16,0-15-6-16,0 34-1 15,0 25-2-15,0 26 11 16,0 24 17-16,0 18-7 16,0 13 26-16,4-8-34 0,4-15-9 15,4-20-2-15,0-22 2 16,-12-22 0-16,0-20-3 16,0-8-1-16,0-5 1 15,0-5 3-15,0 0 2 16,0 0 13-16,0-22 34 15,-12-29-38-15,-24-24-11 16,-7-13-1-16,7-20-2 16,12-6-1-16,12 3 0 15,12 9-1-15,0 14-3 16,0 11 1-16,44 17 0 16,-4 15 2-16,-5 17-1 0,-3 16-3 15,-8 7 5-15,24 5-8 16,-4 0 4-16,-4 7 0 15,-9 17-2-15,-7 10-5 16,-24 3 5-16,0 2-3 16,0-1-5-16,0-3 3 15,-32-5 6-15,-7-8-20 16,7-2 0-16,16-7-7 16,4-2-38-16,12-9 2 15,0 1-74-15,0-3-29 16,0 0-100-16,0 0-48 0</inkml:trace>
  <inkml:trace contextRef="#ctx0" brushRef="#br0" timeOffset="45285.21">16643 14908 250 0,'12'-14'364'0,"-12"4"-143"0,0 3-49 0,0 7-45 15,0 0-37-15,0 0-69 16,0 0-8-16,0 3-13 15,0 24 0-15,11 1 6 16,1 5-2-16,12 1-8 16,-4-6 4-16,8-2 0 0,4-8 2 15,-4-5-2 1,4-4 2-16,-20-5-4 0,19-4 2 16,-15 0 0-16,16-8 12 15,-4-15-5-15,-8-5-5 16,-16 1 4-16,-4-2-5 15,0 2 10-15,0-3-10 16,-28 9 6-16,-20 5-6 16,-7 2-1-16,11 4 0 15,4 5 5-15,8 0-1 16,8 5-4-16,0 0 2 16,12 0 7-16,0 0-9 15,1 0-2-15,11 10-4 16,-12 7 6-16,12-5-8 15,0 8 12-15,0-5-9 0,0 1 1 16,0 0 4 0,0 0 0-16,12 1 0 0,23-6-7 15,-11 0 7-15,0 1-1 16,8-6 2-16,-8-1-2 16,0 3 8-16,12-8-14 15,-5 0 6-15,-3 0 1 16,-4 0 11-16,0 0-9 15,8 0 2-15,-8-9 2 16,12-7 1-16,-4-1-6 16,-5 2 19-16,-3 2-11 15,-4 2-6-15,-4 6 7 0,-8 1 0 16,4 4 3 0,0 0-9-16,0 0-8 0,12 0 10 15,8 0-8-15,-4 8 2 16,3 10 0-16,-7 2-1 15,0 2 1-15,0 0-5 16,-4-2-4-16,-16-4 6 16,4-9 3-16,-4 1 0 15,-4-8 0-15,8 0-3 16,-8 0 3-16,12 0 2 16,-8 0 3-16,8 0 2 15,8-10-3-15,4-6-2 16,-13 0 5-16,13 5-14 15,0-2 4-15,-4 6 3 16,-16 7-1-16,4 0-4 0,4 0-5 16,0 0 6-1,4 0 1-15,4 3-7 0,-4 7 7 16,4-1 0-16,-8-7-2 16,0 3-5-16,-12-5 2 15,0 0 8-15,0 0 5 16,12 0-1-16,-1 0 5 15,13-5-9-15,-4-10 6 16,-8 3-10-16,-8 6 10 16,4-2-2-16,-8 8-3 15,0 0-1-15,0 0 0 16,0 0-7-16,12 0 2 0,0 0 1 16,0 0-6-16,12 9 8 15,0-1 1-15,0-5 1 16,19 1-4-16,-15-4-4 15,4 0 6-15,-8 0 2 16,-12-16-3-16,12-13 11 16,-24-2-16-16,12-2 10 15,-12-6-2-15,0-2 8 16,0-2 3-16,0 6-2 16,0 14 11-16,0 12 12 15,-12 9 16-15,0 2-1 16,12 0-47-16,-12 14 0 15,12 27 0-15,0 18 0 0,0 1 2 16,0 0 3 0,0 4-4-16,0-6-1 0,0-10-1 15,0-5-12-15,24-12-37 16,0-11-88-16,0-17-142 16,0-3-176-16</inkml:trace>
  <inkml:trace contextRef="#ctx0" brushRef="#br0" timeOffset="45450.91">18207 14886 769 0,'0'0'274'0,"0"0"-118"0,0 0-67 0,0 0-50 0,0 0-38 0,0 0-1 15,199-72 0-15,-151 50-17 16,-12-5-148-16,-16-4-452 15</inkml:trace>
  <inkml:trace contextRef="#ctx0" brushRef="#br0" timeOffset="45623.08">17089 14475 718 0,'0'0'548'0,"0"0"-395"15,0 0-26-15,0 0-62 16,0 0-65-16,0 0-30 0,-28 0-101 16,56 0-191-16,3 0-575 15</inkml:trace>
  <inkml:trace contextRef="#ctx0" brushRef="#br0" timeOffset="49968.53">22671 13617 701 0,'0'0'200'0,"0"0"-56"0,0 0-20 0,0 0-15 0,0 0-45 16,0 0 1-16,0 0-4 15,4-8-24-15,-4 8-10 16,0 0-8-16,0 0-1 16,0 0-14-16,-36 0 1 15,-12 0-5-15,-24 0-2 16,13 0-1-16,-1 0 2 16,-8 0 1-16,24 0 0 15,5 5-1-15,-5 0 2 0,8-5-1 16,16 0 0-16,4 0 4 15,4 0-8-15,4 4 8 16,4 0-8-16,4-2-3 16,-8 2-1-16,8 6 2 15,0 2 4-15,0 10-3 16,0 7 4-16,0 6 2 16,0 6 6-16,0 7-7 15,0 10 3-15,0 8 0 16,0 4 11-16,0 6-7 15,0-1-4-15,0 12 3 16,0 4 0-16,0 11 1 16,0 0-6-16,0 2 5 0,0 0 13 15,0-2-14 1,8-1 9-16,4 1-6 0,-12 0-3 16,4 7 10-16,-4 6 2 15,0 0-6-15,0 11-5 16,-12-2 1-16,-24 4 4 15,1 11 1-15,-1-3 5 16,12-3-11-16,0-3 15 16,0-14-13-16,4 3 3 15,8-5-6-15,0-3 6 16,8 4-8-16,4-4 5 16,0 3-7-16,0-10 4 15,0-5 0-15,0-6 2 16,0-9-4-16,0-3 5 0,16-9-3 15,8-10-5-15,8-5-3 16,-8-12 3-16,12-8 3 16,11-8-3-16,-11-11-1 15,12-5-2-15,8-4 6 16,23-6-4-16,5-3 1 16,24 0 0-16,3 0 1 15,-3-7-1-15,-5-15-6 16,5-7-28-16,-1-2-28 15,21-3-72-15,-1-4-183 16,12-4-420-16</inkml:trace>
  <inkml:trace contextRef="#ctx0" brushRef="#br0" timeOffset="51351.39">31960 13566 391 0,'0'0'451'0,"0"0"-273"0,0 0-42 0,0 0-31 0,0 0-61 16,0 0 9-16,187-32-7 15,-92 19 7-15,-3 4-23 16,4 0-2-16,-17 5-18 16,-7-1 11-16,-16 1-21 15,-21 4 3-15,-11 0-6 0,-12 0 2 16,0 0-6-16,0 13 4 16,-4 11 3-16,-4 10 10 15,-4 4 1-15,0-1 13 16,0 11-13-16,0-1 0 15,0 10-1-15,-12 9-1 16,0 2 1-16,0 11-1 16,8 4-1-16,4 4 4 15,0 16 6-15,0 2-6 16,0 7-7-16,0 1 5 16,0-1-2-16,0-4-1 15,4-4 1-15,16 2-4 0,-4-7 6 16,8 3-7-16,-4 0 1 15,-8-3 2-15,0 0-4 16,-8-1-2-16,4 1 1 16,-4 6 0-16,4 7 2 15,-8 10 4-15,0 6 6 16,0-5-6-16,0 1 2 16,0-10 1-16,0 1-7 15,0 6 7-15,0-5-10 16,0 6 2-16,0-2-4 15,0-9 4-15,0-4-1 16,0-1 0-16,0-5-1 16,0-12 0-16,0-9 1 15,0-7-1-15,0-11 7 16,0-4-7-16,0-14-7 0,-12-14 7 16,4-9 2-16,4-7-2 15,-4-5 0-15,4-2 0 16,4-1 0-16,-8 3 0 15,-4-6 1-15,0 7-1 16,-4 0 2-16,-16 3-2 16,-16-3 4-16,1 1-3 15,-13-1 1-15,-8-10 3 16,-3 0-4-16,-1 0 5 16,-16 0-6-16,13 0 2 15,-5-6-3-15,8-9 1 0,-7 6-13 16,23-3 0-16,8-7-43 15,12-6-28 1,24-11-137-16,0-11-282 0</inkml:trace>
  <inkml:trace contextRef="#ctx0" brushRef="#br0" timeOffset="58634.94">23137 13411 576 0,'0'0'233'0,"0"0"-24"0,0 0-66 0,0 0-10 15,0 0-60-15,0 0-25 16,0 0-8-16,0 0-32 16,-24-39-8-16,40 59-3 15,27 11 3-15,5 5 9 16,0 4 0-16,-4 2-3 16,-8-5-1-16,-9-6-5 0,-7 3-1 15,-8-9 1 1,12-3 0-16,-12-6 0 0,-12-3-32 15,0-12-45-15,0-1-10 16,0 0-24-16,0 0-6 16,0-9-36-16,0-15-166 15,0-8-12-15</inkml:trace>
  <inkml:trace contextRef="#ctx0" brushRef="#br0" timeOffset="58868.48">23137 13411 311 0,'262'-10'195'16,"-266"-19"-45"-16,4 7 8 15,0 10-44-15,0 6-12 16,0 2 5-16,0 4-27 16,0 0-24-16,-8 0-35 0,4 10-6 15,-4 22-10-15,-4 9 49 16,-11 7-26 0,7-4-18-16,-16-1 2 0,-4 3-12 15,12-9 9-15,-12-6-19 16,4-1 8-16,5-4-27 15,7-14-48-15,-4-2-20 16,24-6-36-16,0 2-50 16,0-1-69-16,0-1-56 15</inkml:trace>
  <inkml:trace contextRef="#ctx0" brushRef="#br0" timeOffset="59170.33">23618 13566 566 0,'0'0'342'16,"0"0"-148"-16,0 0-96 15,0 0-8-15,0 0-62 16,0 0-25-16,0 29 61 15,0-5-19-15,12 8 0 16,-12 1-25-16,0 2-10 16,0-1-3-16,0 1-6 15,0 1-1-15,0-6-1 16,0-3-35-16,0-13-103 0,0 1-37 16,0-10-126-16,8-5-112 15</inkml:trace>
  <inkml:trace contextRef="#ctx0" brushRef="#br0" timeOffset="59551.61">24319 13537 628 0,'0'0'352'15,"0"0"-128"-15,0 0-74 16,0 0-17-16,0 0-48 16,0 0-35-16,-32-38-18 15,32 38-16-15,0 0-13 16,0 7-3-16,0 24 4 15,32 0 0-15,12 6-1 16,4 4 2-16,-9-10-5 16,5 11 0-16,0-8 2 15,-16-1-2-15,-8-6-11 0,-8-7-40 16,-8-9-47-16,-4-3-43 16,0-8-56-16,0 0-49 15,0 0-81-15</inkml:trace>
  <inkml:trace contextRef="#ctx0" brushRef="#br0" timeOffset="59784.78">24482 13474 489 0,'0'0'235'0,"0"0"18"16,0 0-74-16,0 0-50 15,0 0-63-15,0 0-33 0,-79 0-19 16,63 38 7-16,-4 4-8 15,4 3 8-15,-16 2-14 16,8 4-5-16,4-6 0 16,-4 1-4-16,12-8-23 15,8-10-106-15,4-5-66 16,0-10-133-16,0-13-287 16</inkml:trace>
  <inkml:trace contextRef="#ctx0" brushRef="#br0" timeOffset="60101.52">24693 13639 84 0,'0'0'488'16,"0"0"-348"-16,0 0 16 0,0 0-102 16,0 0 8-16,0 0-12 15,176 48-28-15,-176-16-13 16,0-1 9-16,0 7 13 15,-12 0-10-15,-36-3-7 16,12-6-2-16,12-4 5 16,12-8 26-16,4-13-12 15,8 1-18-15,0-5 10 16,0 0-5-16,20 0-3 16,20 0 14-16,16 0-15 15,23 0-11-15,-7-9-4 0,8-4 1 16,-9 6-19-16,1-6-106 15,8 7-129-15,3 3-320 16</inkml:trace>
  <inkml:trace contextRef="#ctx0" brushRef="#br0" timeOffset="60468.74">25756 13490 851 0,'0'0'255'0,"0"0"-65"0,0 0-40 16,0 0-52-16,0 0-52 0,0 0-23 15,-23-38-21-15,34 38 3 16,49 22 4-16,8 10 2 16,4 8-9-16,-1 6 6 15,-3-9-8-15,0 4 0 16,-17-5-6-16,-3-11 6 16,-16 1-1-16,0-7-9 15,-16-9-21-15,-4-4-48 0,-12-6-46 16,0 0-43-16,0 0-33 15,0 0-134-15,-4 0-164 16</inkml:trace>
  <inkml:trace contextRef="#ctx0" brushRef="#br0" timeOffset="60701.52">26139 13452 324 0,'0'0'303'15,"0"0"-55"-15,0 0-53 16,0 0-51-16,0 0-48 15,0 0 3-15,-76-73-40 16,64 77-37-16,8 27-7 16,-20 14-6-16,0 8 16 0,0 3-8 15,-19 3-16 1,7-2-2-16,0-6 0 16,0-7 0-16,4-6-41 0,20-7-89 15,12-8-60-15,0-13-89 16,0-3-122-16</inkml:trace>
  <inkml:trace contextRef="#ctx0" brushRef="#br0" timeOffset="61118.04">26314 13659 575 0,'0'0'251'0,"0"0"-47"16,0 0-112-16,0 0-6 15,0 0-36-15,0 0 9 16,286-54-27-16,-278 54-24 16,4 0 0-16,-12 9 19 15,0 16 7-15,0 1-5 16,0 6-24-16,-12-9-4 16,-7 7-1-16,3-1 0 15,4-7 0-15,12-2 0 16,0-8 0-16,0-2-2 15,0 1-5-15,0-4 4 16,28 3-4-16,3 0 6 0,17-1-2 16,-24 0-6-16,8-3 9 15,-16 1-3-15,-16-4 2 16,0 4 1-16,0-3-3 16,0 5 2-16,-4-3 1 15,-44 7 9-15,-20-1-4 16,9-1-5-16,-1-2-1 15,4 0-53-15,20-3-88 16,16-3-93-16,20 0-281 16</inkml:trace>
  <inkml:trace contextRef="#ctx0" brushRef="#br0" timeOffset="61517.99">27425 13503 897 0,'0'0'241'0,"0"0"-80"0,0 0 0 0,0 0-120 0,0 0-26 0,0 0-10 16,0-22-5-16,51 51 14 16,25 2-3-16,-4 6 22 15,-1 2-28-15,1 3-2 16,-12 1-3-16,-4-4 0 15,-21-9-1-15,-11-2-10 16,-12-10-36-16,-4-9-46 16,-8-2-53-16,0-7-39 15,0 0-21-15,0-3-74 16,0-26-143-16</inkml:trace>
  <inkml:trace contextRef="#ctx0" brushRef="#br0" timeOffset="61734.9">27906 13550 344 0,'0'0'192'0,"0"0"-40"15,0 0 63-15,0 0-59 16,0 0-15-16,0 0-25 16,-47-146-11-16,35 146-57 15,-8 26-36-15,-4 16-7 16,0 18 24-16,-4-4-14 16,4 2-4-16,-8-2-8 15,9-1-3-15,3-2 0 16,-8-11-15-16,8-6-56 15,16-12-80-15,4-9-54 16,0-6-147-16,4-4-303 16</inkml:trace>
  <inkml:trace contextRef="#ctx0" brushRef="#br0" timeOffset="62151.24">28221 13646 648 0,'0'0'313'0,"0"0"-189"16,0 0-86-16,0 0-19 15,0 0 6-15,0 0-25 16,60 85-4-16,-40-66 3 16,4-7 1-16,-9-3 0 15,5-9 4-15,-4 0 4 0,4 0-4 16,4 0 6-16,0-5-5 15,0-11-3-15,-12-6 27 16,8 5 6-16,-8 0 5 16,-12 3-1-16,0 8 10 15,0 2 10-15,0 4-4 16,0 0-12-16,0 0-26 16,0 0-11-16,0 4-5 15,0 28 6-15,0 4-5 16,0 10 3-16,0 5-3 15,0-2-3-15,0-1 1 16,0 2 0-16,-8-10-14 0,-4-4-44 16,12-9-31-1,-4-3-65-15,4-11-88 16,0-4-349-16</inkml:trace>
  <inkml:trace contextRef="#ctx0" brushRef="#br0" timeOffset="63002.05">29929 13261 447 0,'0'0'378'0,"0"0"-157"0,0 0-43 0,0 0-44 16,0 0-31-16,0 0-21 0,-12-54-39 15,12 54-35 1,24 12-7-16,32 25 6 0,11 9 10 16,-3 2-6-16,4 10-5 15,-8-1-6-15,-13-10-2 16,-3-2 1-16,-20-14-10 15,0-5-36-15,-12-11-48 16,-4-11-48-16,4-4-1 16,0 0-22-16,4-10-51 15,4-12-144-15</inkml:trace>
  <inkml:trace contextRef="#ctx0" brushRef="#br0" timeOffset="63204.81">30558 13282 540 0,'0'0'290'0,"0"0"-51"15,0 0-71-15,0 0-66 16,0 0-19-16,0 0-37 16,-44 14-29-16,32 33 22 15,8 14 2-15,-7 9-21 16,-1 0-10-16,0 3-9 16,-12 4-1-16,-8-9 0 15,-4 3-13-15,4-5-71 16,4-9-112-16,20-6-130 15,8-12-501-15</inkml:trace>
  <inkml:trace contextRef="#ctx0" brushRef="#br0" timeOffset="64185.48">29392 13245 601 0,'0'0'215'0,"0"0"-16"0,0 0-49 0,0 0-46 0,0 0-37 16,0 0-24-16,-28-11-10 0,28 11-12 16,0 2-12-16,0 20-6 15,0 16 24-15,0 9 8 16,0 18-4-16,0 3 5 15,0 6-7-15,0 3-8 16,0-5-1-16,0 8-1 16,0-5-7-16,4 6-5 15,8-5 4-15,0 2 0 16,7 12 3-16,-7 2 2 16,0 10 3-16,-8 4-7 15,4 1-1-15,-8 4 4 0,4-3-4 16,4 3-7-16,-8-3 9 15,0 1-9-15,0 1 4 16,0-2 0-16,0-3 4 16,0-4-8-16,0-3 5 15,12-3-6-15,-12 7 0 16,12 6-3-16,-12 3 6 16,0 0-5-16,0 5 8 15,0-6-7-15,0-6 6 16,0 2-2-16,0-4-1 15,0 2-1-15,0-7-4 16,0 0 2-16,0-2-1 16,0-11 1-16,0 6-2 0,0-1 1 15,0-6-3-15,0 3 2 16,0-7 0-16,0-6 2 16,0-3-2-16,0-3 0 15,0-8 0-15,0 16 0 16,0-17 0-16,0 10 0 15,0 4 0-15,0-14 0 16,0 6 1-16,0-9-1 16,0-16 0-16,0-13 1 15,0-13-1-15,0-13 0 16,0 0 0-16,0 0-16 16,0-36-31-16,0-14-48 15,0-19-82-15,0-20-260 0</inkml:trace>
  <inkml:trace contextRef="#ctx0" brushRef="#br0" timeOffset="65719">22591 14353 347 0,'0'0'214'0,"0"0"-100"0,0 0 54 15,0 0-36-15,0 0-11 16,0 0-56-16,-247-9 10 16,235 9-10-16,12 0-20 15,0 0-12-15,0 0-19 0,0 0 5 16,0 0-16-16,0 0-2 15,0 0-1-15,36 0 0 16,32 4 20-16,3 8 3 16,21-2-11-16,4-4 2 15,23 7-9-15,4-6-1 16,-3 4-3-16,11 2 0 16,-3-6 3-16,-1 2-4 15,4 1 4-15,-3-1-4 16,-1 0 3-16,-11 2-2 15,3-2 0-15,-3 4-1 16,-9-2 0-16,5-1 0 16,-5 1 0-16,1-2 0 0,-9 0 0 15,21-3 0-15,19-2 7 16,4-4-3 0,33 0 2-16,-13 0 4 0,8 0-6 15,-8 0 5-15,0 0-9 16,-7 0 4-16,-5 0 2 15,16-4-2-15,5-5-3 16,15-5 2-16,0 2 5 16,0 0-7-16,-12 4 4 15,-12 1 2-15,1 3-6 16,-13 1 5-16,0-3-3 16,-11 3 0-16,3 3-3 0,-4 0 3 15,5-4-1 1,3 0-1-16,-4-1-1 0,-3 0 3 15,-13 1 0-15,-8-3-1 16,9 1 3-16,-1 2 0 16,25-2 3-16,-1 0-7 15,16 2 10-15,4-1-10 16,-3-3 1-16,-5 3-2 16,-4-4 0-16,-16-2 0 15,9 2-5-15,-9-4 5 16,8 1 0-16,1-2-1 15,-5 2 1-15,-4-1-2 16,1 1 6-16,-9-2-4 0,-16 2 0 16,-15 0 2-1,-12-1-2-15,-21 4 3 0,13-2-3 16,19 0 0-16,25-1 0 16,11-3-2-16,-19 6 5 15,-5 0-2-15,-19-1-1 16,-5 1-1-16,1 2 1 15,-21-2 0-15,-11 2 1 16,0 5-1-16,-12-4 1 16,-5 6 0-16,-7-1 1 15,8 1 3-15,-16 0 3 16,-8 0-4-16,-4 0 5 16,-16 0-2-16,0 0-1 15,0 0-1-15,0 0-5 0,-36 0-5 16,-84 0-35-16,-63 18-141 15,-52-3-284-15</inkml:trace>
  <inkml:trace contextRef="#ctx0" brushRef="#br0" timeOffset="66601.69">21329 14632 834 0,'0'0'299'16,"0"0"-116"-16,0 0-64 0,0 0-65 0,0 0-41 15,0 0-6-15,-4 39 7 16,4 3 50-16,16 2-44 16,-8 4-1-16,-8-8-4 15,4-1-15-15,-4-6-4 16,0-3-2-16,0-9-36 15,12 7-64-15,0-6-157 16,20-4-137-16</inkml:trace>
  <inkml:trace contextRef="#ctx0" brushRef="#br0" timeOffset="67052.25">21118 15521 621 0,'0'0'399'0,"0"0"-176"0,0 0-106 15,0 0-44-15,0 0-51 16,0 0-11-16,80-65 0 16,-29 65-3-16,-7 0-5 15,4 0-3-15,-12 0 0 16,-4 14 0-16,-28 15-3 16,-4 13 3-16,0 3 6 15,-16 6-4-15,-32 0-2 16,4-7 5-16,8-10-2 15,16-8-3-15,16-13 0 16,4-11 1-16,0-2 1 0,0 0 11 16,0 0-10-16,24 0 2 15,36 0-2-15,-4-10-2 16,3 0-1-16,1 9-28 16,-4-6-82-16,4 7-100 15,-25 0-173-15</inkml:trace>
  <inkml:trace contextRef="#ctx0" brushRef="#br0" timeOffset="67285.12">21424 16160 630 0,'0'0'425'0,"0"0"-185"15,0 0-98-15,0 0-89 16,0 0-26-16,0 0-27 16,-11-9-11-16,11 9-11 15,0 9-133-15,0 13-43 16,0 17-200-16,0-5-115 16</inkml:trace>
  <inkml:trace contextRef="#ctx0" brushRef="#br0" timeOffset="67452.27">21293 16620 363 0,'0'0'258'0,"0"0"-10"16,0 0-75-16,0 0-52 15,0 0-56 1,0 0-25-16,0 16-30 0,0-16-10 16,0 0-4-16,0 4-40 15,0 12-81-15,0 3-124 16,0 10-8-16,0-2-78 15</inkml:trace>
  <inkml:trace contextRef="#ctx0" brushRef="#br0" timeOffset="67618.45">21249 17106 392 0,'0'0'219'16,"0"0"-2"-16,0 0-39 0,0 0-34 15,0 0-37-15,0 0-11 16,0 13-18-16,0-13-56 15,0 0-20-15,0 0-4 16,0 0-45-16,0 0-97 16,20 0-228-16</inkml:trace>
  <inkml:trace contextRef="#ctx0" brushRef="#br0" timeOffset="68152.1">20429 17749 709 0,'0'0'367'0,"0"0"-158"0,0 0-40 0,0 0-76 0,0 0-51 16,0 0-19-16,-36-4-11 15,36 36 10-15,0 8 16 16,0 11-17-16,0 5-12 15,0 3-5-15,0-9-3 16,0 1-1-16,0-17-7 0,0-4-37 16,0-12-49-16,24-15-71 15,0-3-48 1,12 0-60-16,-4 0-90 0</inkml:trace>
  <inkml:trace contextRef="#ctx0" brushRef="#br0" timeOffset="68735.75">20799 17881 586 0,'0'0'310'0,"0"0"-86"16,0 0-49-16,0 0-96 15,0 0 4-15,0 0-50 16,0 21-5-16,0 9 5 16,4-1-7-16,4 2-14 0,4-7-6 15,4 0-4 1,8-5-2-16,0-3 2 0,8-7 0 15,4-6 2-15,11-3 1 16,-3 0-4-16,-8 0-1 16,-12-11 4-16,-24-3-4 15,0-2 7-15,0 0-7 16,0 1 6-16,0 2-6 16,-20 1-10-16,-4 1 10 15,8 0-4-15,-4 0 5 16,8 2-1-16,8 2 0 15,4-2-1-15,0 0 1 0,0-1-2 16,0-1-5 0,24 2 7-16,12 4-1 15,0 5 1-15,8 0-6 16,-4 0 3-16,3 0 2 0,-7 2-7 16,0 18 4-16,0 2 4 15,-4-1-5-15,-8 5 4 16,3-6-12-16,-7-3 10 15,4-7 3-15,0-3 0 16,12-7-6-16,-4 0 6 16,-4 0-4-16,4 0 4 15,-21 0 0-15,13-7 5 16,-24-11-4-16,0 2 13 16,0-8-3-16,0-3 0 15,0 9 12-15,-24-3-23 0,-19 9 5 16,-5 10-10-16,-12 2 0 15,-7 0-53-15,7 0-161 16,12 13-173-16</inkml:trace>
  <inkml:trace contextRef="#ctx0" brushRef="#br0" timeOffset="77853.39">21540 15218 141 0,'0'0'26'0,"0"0"-6"0,0 0-18 0,0 0 9 0,0 0-11 15,0 0 0-15,0 0 0 16,-303 5 55-16,256-5-3 16,-13 0 9-16,12 0-34 15,0 0 30-15,0 0-35 16,17 0 43-16,7 0 6 16,0 0-28-16,4 0 18 15,-4 0 72-15,8 0-53 16,4 0 26-16,0 0-24 15,4 0-21-15,8 0-17 16,-4 0-4-16,4 0-26 0,0 0 0 16,0 0-7-16,0 0 4 15,0 0 1-15,0 0 3 16,0 0 8-16,24 0-12 16,28 0 12-16,16 0 24 15,11 0-34-15,5 0-2 16,19 0 0-16,1 0-5 15,3-5-3-15,21-2 5 16,-1 0-8-16,5 4 0 16,19-4-4-16,-12 5 4 15,1-1 1-15,-9-3 0 16,8 2 7-16,5 1-8 16,3-1-7-16,8 2 7 0,-3-6 1 15,-1 6 6 1,-12-2-6-16,1 4-2 0,-13 0-1 15,-8 0 0-15,1 0 2 16,-5 0 0-16,1 0 1 16,3 0-1-16,5 0 4 15,15 0-8-15,4 0 5 16,9 0-1-16,3 0 3 16,8 0 4-16,-3 0-3 15,-9 0-2-15,-20 0 5 16,-3 0-6-16,-13 0 12 15,-7-3-13-15,11 3 6 16,4-6 3-16,17 2 3 16,15-1-1-16,8-4 0 0,13-1-6 15,-1-2 4-15,-20 1-6 16,-16 2 1-16,-11 0 6 16,-13 5 0-16,-23-1-7 15,-21 1 5-15,1 0-3 16,0 1-2-16,7 1-2 15,25-3 10-15,11 5-7 16,5-2 1-16,7 0 3 16,5 2-7-16,3-6-1 15,-4 6 0-15,-11 0 2 16,-9-1 0-16,-15 1-1 16,-4 0-1-16,-21-4 3 15,-3 4-1-15,-28 0-2 0,7 0 0 16,9-2 0-16,28-2 1 15,7 1 1-15,29 0-2 16,3 3 0-16,-3-5 0 16,7 5 7-16,1 0-7 15,-9-1 0-15,-15 1-1 16,-21 0 0-16,-23 0-7 16,-16 0 8-16,-9 0-1 15,1 0 3-15,8 0-3 16,16 0 3-16,23 0-4 15,25 0 4-15,19 0-3 16,9-4 2-16,-17 4-1 0,13-4 0 16,-9-1-1-1,-27 2 1-15,-13-3 0 0,-15-1 1 16,-20 3-2-16,7-2 2 16,-3-5-1-16,4 6 0 15,4-4 0-15,11 2 0 16,29 5 0-16,-1-5 0 15,17 4 1-15,7-1-2 16,-15 4 2-16,-17 0-2 16,-27 0 1-16,-20 0 0 15,-20-3 0-15,12 3 0 16,-13-3 1-16,13 0 0 16,0-2-1-16,8 4 0 0,0-2 0 15,-8-2 1-15,-1 5-1 16,-11-1 0-16,0-3 0 15,0 1 3-15,-4-1-4 16,-8 4 2-16,4 0 2 16,-4-2-3-16,-4 2 2 15,4 0-2-15,-8 0 1 16,-4 0 2-16,0 0-3 16,0-3 0-16,0 3 3 15,0-5 3-15,0 5-1 16,0 0 1-16,0-2-2 15,0-2 0-15,0 1 1 16,0-3 1-16,0 0-3 16,0-7 1-16,0 1 1 0,0-4-5 15,0-6 3-15,0 2 0 16,0-5-3-16,-12-3 0 16,0 2 0-16,-12-2 1 15,12 2-1-15,-12-3 1 16,24-1-1-16,-12 4 1 15,0-3 0-15,4 0 0 16,-4 1 2-16,8 3-3 16,4-1 1-16,-8 6 0 15,8 2 0-15,0 5 1 16,0 2-1-16,0 6 1 16,0-2 2-16,0 2 0 15,0-1 1-15,0-2-3 0,0 5-2 16,0 0 0-16,0 0 1 15,0 3-1-15,0 0 2 16,0 0-2-16,0 0 1 16,0 0-1-16,0 0 0 15,0 0-3-15,-4 0 2 16,-4 0 1-16,4 0-4 16,-4 0 3-16,-4 0-1 15,-11 0 2-15,-13 0-1 16,-12 0 1-16,-12 0-1 15,-11 3 0-15,-17 11 1 16,-12-3 1-16,-3 1-1 0,-1-4-2 16,9-2 2-16,-5 0 1 15,13 2-1-15,-5-5-1 16,-3 5 1-16,-5-1-2 16,4-2 2-16,1 3 0 15,3-5 1-15,1-3-1 16,3 3 0-16,-3-3-5 15,7 0 5-15,-4 0 4 16,13 0-4-16,-1 3 0 16,0-3-4-16,-15 0 4 15,19 0 0-15,-19 0 6 16,19 0-6-16,0 0 0 16,-7 0 0-16,7 0 0 0,-8 3-1 15,9-3 1-15,-9 4 0 16,0-4 0-16,-3 0-2 15,-1 0 0-15,1 2 1 16,-9 2 1-16,0-3-5 16,-3 5 4-16,-9-2 0 15,13 3 1-15,-5 4 0 16,1-2 1-16,-5 4-1 16,-11-2 0-16,-17 3-3 15,-7-1 3-15,-20-1 0 16,3 0 0-16,9 5 0 15,-16-4 2-15,7-4-2 0,1 1-2 16,8-4 2-16,-9 0 6 16,33 1-6-16,7-7-5 15,37 0 5-15,7 0 1 16,8 0 3-16,-7 0-3 16,-1 0-1-16,-4 0 0 15,-11 0 0-15,-9 0 0 16,-15 0 0-16,-9 0-1 15,-11 0 1-15,-1 0 0 16,-15 0 1-16,-8 4-1 16,-12 1 0-16,-5 5 1 15,-3-4 3-15,4 0-1 16,-4 1-6-16,15-3 2 16,9-2 1-16,16 2-1 15,23-1 0-15,9 2-4 0,3 3 4 16,12-2 1-16,5 0-1 15,7-3 1-15,28 4 1 16,5-4-1-16,7-3 0 16,-4 4 0-16,12-2 0 15,-8-2 1-15,-20 1-1 16,-27-1 1-16,-25 8-1 16,-23-5 0-16,-17 5 0 15,5-3 0-15,-4 5 0 16,-5-2-3-16,21 2 3 15,20-5 0-15,27-5 2 16,28 0 2-16,16 0-3 0,4 0-1 16,9 0 0-16,-1 0 0 15,-12 0-3-15,-8 0 7 16,-4-5-7-16,-7-5 6 16,-29 10-1-16,-20-2-2 15,-27 2-6-15,4 0 6 16,-5 0 0-16,17 0 0 15,11 0 0-15,13 0 0 16,31 0 0-16,12 0 3 16,12 0-3-16,16 0 0 15,-3 0 1-15,7 0-6 16,-8-6 5-16,4 0 0 16,4-2-2-16,-4 3 0 0,-4-2 2 15,12-2 0 1,0 3-1-16,0 3 1 0,0-7 0 15,0 7-2-15,-8-6 3 16,5 1-6-16,3 0 5 16,0 2 0-16,0-2-1 15,4 8 1-15,-4-3-4 16,0 0 4-16,0 0 0 16,12 0-1-16,-12-5-2 15,-8 3 3-15,8 1-1 16,-4-1-1-16,-4 2 2 15,4-1-2-15,-8 2-2 0,5-2 3 16,-5 4-2 0,12-4 3-16,0 4 0 0,0 0 0 15,12 0-1-15,-12 0-2 16,4 0 3-16,4 0-4 16,-8 0 3-16,0 0 1 15,-8 0-1-15,8 0 1 16,-4 0-6-16,4 14 5 15,0 2-2-15,4 5 2 16,8 5 1-16,0-4-3 16,0 3 1-16,0 1 2 15,0 3 0-15,0-2 0 16,0 6 2-16,0 2-5 16,0-2 5-16,12 4-2 15,-4-2 0-15,-4-6 1 0,4-6-1 16,-4-6 0-16,4-5 1 15,-8-1-1-15,4-5-1 16,-4-3 1-16,0-1-2 16,0 2 5-16,0-4-3 15,8 0 1-15,-8 0-1 16,4 0 0-16,-4 0 1 16,0 0-1-16,0 0-1 15,0 0-1-15,8 0-2 16,-4 0-83-16,8 0-52 0,20 0-96 15,16 0-46 1,19 0-171-16</inkml:trace>
  <inkml:trace contextRef="#ctx0" brushRef="#br0" timeOffset="89724.2">26656 13194 535 0,'0'0'104'0,"0"0"45"0,0 0-1 0,0 0-55 16,0 0-21-16,0 0-35 16,0 0 34-16,0 0-25 0,-48 0 19 15,48 0-3-15,0 0-19 16,0 0 3-16,0-9-18 15,80-9 32-15,40-21-14 16,55-15-27-16,36-15-1 16,32-5-18-16,15-5 0 15,9 0 2-15,4 2 0 16,-24 8-2-16,-24 11 0 16,-48 7 0-16,-40 17 1 15,-51 4-1-15,-16 12 1 16,-44 12 2-16,-21 2-3 15,-3 4 0-15,0-6 5 16,0-2 2-16,0-1-7 16,0-5 0-16,-15 4-2 0,-17-3 1 15,-16 4-3-15,12 3 1 16,-12 2-4-16,12-3 6 16,5 5 1-16,7-1 2 15,16-2 1-15,8 5-3 16,0-2 0-16,0 2 0 15,0 0 0-15,0 0-4 16,0 0 2-16,20 0-13 16,16 0 11-16,11 0 4 15,1 0 1-15,-4 0 1 16,-8 16-4-16,-4 2 3 16,-17 9-2-16,-7 1 1 15,-8 9 0-15,0 2-1 0,-8 6-5 16,-31-1-26-16,-5-2-83 15,0-1-79-15,8-17-64 16,12-11-286-16</inkml:trace>
  <inkml:trace contextRef="#ctx0" brushRef="#br0" timeOffset="90319.05">30335 11855 275 0,'0'0'332'0,"0"0"-159"0,0 0-18 0,0 0-23 0,0 0-26 16,0 0-20-16,-103-162-2 0,67 135-19 15,0 9 3-15,-8 5-18 16,8 3-1-16,12 10-24 15,9-2-4-15,-17 2-14 16,8 0-7-16,-8 20-1 16,4 18 0-16,-4 13-1 15,20 12 2-15,8 13 3 16,4 5 7-16,0 9-6 16,0 9 7-16,0-2-9 15,16 0 12-15,4-9-6 16,-4-9-4-16,-8-5 5 15,-4-14-3-15,-4-9 2 0,0-16-1 16,0-10-5-16,0-12-2 16,8-10 0-16,-8-3 0 15,0 0 3-15,0 0-3 16,0 0-8-16,0-13-46 16,0-15-54-16,-24-5-90 15,4-8-31-15,4-1-101 16,-4-1-159-16</inkml:trace>
  <inkml:trace contextRef="#ctx0" brushRef="#br0" timeOffset="90585.38">29555 12289 573 0,'0'0'207'16,"0"0"-6"-16,0 0-53 15,0 0-69-15,0 0-20 0,0 0-8 16,20-14-20-16,31 7-8 15,13 1 8-15,12-4-3 16,-8 4-11-16,11-2-4 16,-7 3-7-16,-12 1-6 15,-1 1 0-15,-15 3-2 16,-20 0-1-16,0 0-6 16,8 0-25-16,-4 0-43 15,-5 0-22-15,9 0-75 16,-4 0-85-16,4-8-142 15</inkml:trace>
  <inkml:trace contextRef="#ctx0" brushRef="#br0" timeOffset="92884.96">30498 12201 331 0,'0'0'276'15,"0"0"-144"-15,0 0-43 16,0 0 36-16,0 0-50 16,0 0-20-16,36 10 24 15,-24-10-29-15,20 0 17 16,-8 0-10-16,-8 0 9 16,4-10-33-16,-8-5-5 0,0-4-3 15,-8 8-6-15,4-1 2 16,-8-1-13-16,0 4-3 15,0 6 5-15,0-3-5 16,0 2 2-16,-24 4-6 16,-12 0-2-16,4 0-2 15,-4 0 2-15,0 18-5 16,1 11 6-16,11 1-1 16,12 1 0-16,0-2 0 15,12-6-1-15,0 5 2 16,0-6-1-16,0-3-4 15,28-5 5-15,7 0 0 16,-3-5 0-16,4-3 0 16,8-1 0-16,-8-5 0 0,4 0-2 15,-9 0-1-15,5 0-9 16,8 0 3-16,-4 0 2 16,4-7 6-16,-8-6-8 15,-1 4 6-15,-3-1 3 16,-16 1 3-16,4-1-3 15,-16 3-1-15,4 1 1 16,4 0 0-16,-8-2 0 16,4 4 0-16,4 0 0 15,-12-5 0-15,0 2 8 16,0-2-7-16,0 3-1 16,0-4 2-16,0 7-1 15,0-4 1-15,0 0 3 0,0 5-4 16,0-7 0-16,0 3-2 15,0 1 4-15,0-1-4 16,0 3 2-16,0 0 8 16,0 3-5-16,0 0-3 15,0 0-1-15,-24 0-1 16,-8 0-2-16,4 0-7 16,4 6 10-16,4 11 0 15,-3 1 0-15,11-2-4 16,12 3 4-16,0 4-1 15,0-4-4-15,0 0 4 16,0 0-12-16,0-7 6 16,0-2-3-16,0-3 1 15,0-7 3-15,12 0 0 0,11 0-3 16,-3 0-5-16,8-5 12 16,-8-10 2-16,4 0 2 15,-8-1 1-15,-4 5-1 16,-4 6 2-16,-8 5 3 15,0 0-3-15,0 0 3 16,0 0-7-16,0 0-2 16,0 0 0-16,0 2-8 15,0 17 6-15,0 1 6 16,12-8-2-16,0-3 2 16,8-1-2-16,-8-6 5 15,4-2-10-15,3 0 3 16,5 0 2-16,4-5 0 0,4-21 9 15,12-6-9-15,-4-3 0 16,3-6 7-16,-15-7-5 16,-8-6-2-1,4-3 8-15,-12-3 2 0,-12 1 4 16,0 10 15-16,0 8 0 16,0 5-6-16,0 14 6 15,0 10 9-15,0 7-9 16,-12 5-10-16,12 0-4 15,0 0-12-15,-12 0-3 0,0 8-10 16,12 23 10 0,-24 7 0-16,16 13 1 0,-4 0-1 15,8 3 0-15,4 0-3 16,0-3 3-16,0 0 0 16,0-14-6-16,12 3-11 15,16-14-13-15,4-3 1 16,0-7-14-16,-4-4 22 15,-4-7 9-15,8-5 2 16,3 0 3-16,1 0-7 16,8 0 9-16,-4-6 3 15,-8-15-2-15,-4 2 4 16,3-3 0-16,-7 2 2 16,-4 0-2-16,-4 0 12 15,-4-2-6-15,0 2 10 0,-4 6 6 16,4-3-4-16,-12 8-14 15,0 6 15-15,0 0-7 16,0 3-1-16,0 0-6 16,0 0-5-16,0 0 0 15,0 0 4-15,0 12-4 16,0 13-4-16,-8-2 4 16,-4 2 0-16,12 1 5 15,0-3-12-15,0-5 7 16,0 0-3-16,0-5 1 0,0-2 1 15,0-8-5 1,0-3-8-16,0 0 7 0,0 0 7 16,8 0 0-16,8 0 6 15,8-14-5-15,8-4 0 16,0-4 2-16,-9 0 1 16,-7 6-4-16,4 3 10 15,-8 4-8-15,-12 3-1 16,4 5 1-16,-4 1-2 15,0 0 0-15,8 0-3 16,-8 0-5-16,4 0 5 16,-4 7 0-16,8 7 6 15,-4 0-6-15,4 2 2 16,-8-7 0-16,0-7 2 16,4 3-5-16,-4-5 7 0,8 0-7 15,-8 0 8-15,12 0-5 16,0 0 8-16,0 0-12 15,12 0 7-15,0-7-2 16,-1 7 5-16,1 0-5 16,8 0-7-16,-8 0 0 15,12 0 7-15,-12 0 1 16,0 2-1-16,-4 12-13 16,-16-6 7-16,8 2 4 15,-12-2 0-15,0-6-9 16,0 1-3-16,0 1-1 15,0-4-4-15,0 0 4 0,0 0 10 16,0 0 3 0,0 0 2-16,0-7 1 0,0-3-1 15,0 0 0-15,12-2-7 16,31 0 3-16,5-3 4 16,0-1-1-16,0-4 2 15,-5-2-1-15,-7 0 3 16,-12 6-3-16,-4 0 0 15,-8 10 4-15,-12-2 0 16,0 7-4-16,0 1 11 16,0 0-8-16,0 0-3 15,0 0-5-15,-8 18 3 16,-8 7-1-16,4 1 1 16,4-1 2-16,8-2-2 15,0-6 1-15,0-2-1 0,8-10 1 16,16-5-2-16,0 0 0 15,4 0 2-15,8 0 1 16,-4 0 0-16,11-14 1 16,-7-6 0-16,0 0-1 15,-8 3 0-15,4 6 1 16,-8 5 3-16,-4 0 0 16,-9 6 3-16,-11 0 0 15,4 0-5-15,4 0 1 16,-4 12-2-16,-4 5 0 0,0 8-1 15,0-5 3 1,0 4-6-16,-47-6-20 0,-21 1-44 16,-4 2-122-16,-23-12-93 15,-9-3-240-15</inkml:trace>
  <inkml:trace contextRef="#ctx0" brushRef="#br0" timeOffset="93068.09">31434 12068 812 0,'0'0'165'0,"0"0"-72"0,0 0-6 0,0 0-84 16,0 0 2-16,0 0-5 15,339-65-5-15,-268 65-67 16,-11 0-176-16,-16 0-149 0</inkml:trace>
  <inkml:trace contextRef="#ctx0" brushRef="#br0" timeOffset="93868.9">30558 13516 649 0,'0'0'290'0,"0"0"-91"0,0 0-26 0,0 0-10 0,0 0-56 16,0 0-42-16,-12-44-11 16,72 24-32-16,12-11-12 15,19-1-6-15,25 0 3 16,3-4-4-16,5 5-2 15,-25 2 0-15,-11 7-1 16,-37 0 0-16,-7 10-2 0,-32 1 3 16,0 7-1-1,-12-1 0-15,0-1 0 0,0-5-5 16,-12-1 3-16,-24 1-8 16,4 4 10-16,-3 3 1 15,11 2-1-15,8 2 0 16,-4-4-1-16,20-2 1 15,0 6 5-15,0-5-5 16,0 5 1-16,0 0-1 16,0 0-8-16,0 0 6 15,32 0-4-15,4 0 6 16,-1 11 2-16,1 0-2 16,-12 4 0-16,0-6 0 15,-12 7 1-15,-12 5-2 16,0 6-2-16,0 7-1 0,0 1-3 15,-36-3-40-15,4-3-53 16,4-7-56-16,17 0-95 16,11-12-187-16</inkml:trace>
  <inkml:trace contextRef="#ctx0" brushRef="#br0" timeOffset="94302.48">32123 12827 816 0,'0'0'213'0,"0"0"-59"0,0 0-14 0,0 0-65 0,0 0-64 15,0 0-11-15,-116 31 5 16,93 18 19-16,-1-5-13 16,24 3-2-16,0-9-8 15,0-9-1-15,36-7 0 16,19-6 0-16,-3-11-2 16,12-5 2-16,-13 0 0 15,-3 0 2-15,-16-5 3 0,4-21-3 16,-4-2-1-1,-16-1 3-15,-16-6-1 0,0 5 9 16,0 4 11-16,-16-3-17 16,-28 7-1-16,8 6 4 15,0 6-9-15,1 3-5 16,3 3-4-16,8 4-15 16,0 0-128-16,12 0-86 15,12 8-201-15</inkml:trace>
  <inkml:trace contextRef="#ctx0" brushRef="#br0" timeOffset="94552.9">32652 12667 777 0,'0'0'256'0,"0"0"-68"15,0 0-18-15,0 0-78 16,0 0-55-16,0 0-29 15,0 32 13-15,0 19 37 16,0 10-34-16,0 11-1 16,0 0-19-16,0 9 0 15,-23-9-4-15,-13 9 0 16,12-2-11-16,0-14-43 16,12 0 11-16,12-28-204 0,0-17-7 15,0-14-183 1</inkml:trace>
  <inkml:trace contextRef="#ctx0" brushRef="#br0" timeOffset="94985.02">32939 13122 732 0,'0'0'224'16,"0"0"-126"-16,0 0-27 15,0 0-49-15,0 0 21 16,0 0-26-16,0 123 34 15,0-81-47-15,0-1 7 0,0-9-2 16,0-8-1 0,0-7 3-16,0-7-6 0,0-7-2 15,0-2 36-15,0-1 13 16,0 0 20-16,0 0-4 16,0-22-3-16,0-11-34 15,0-18-15-15,0-17 6 16,0-10-2-16,0-4-4 15,24-5 6-15,0 11-9 16,12 7-3-16,20 15 2 16,-17 9-8-16,9 17 1 15,-16 5-4-15,4 11 0 16,-12 12-1-16,-4 0 1 16,-4 0-1-16,-5 9-9 15,-3 25 6-15,-8 5 0 0,0 10-1 16,-35 4-3-16,-45 0-21 15,-28 12-38-15,-27 2-64 16,-20 2-151-16,-20 4-351 16</inkml:trace>
  <inkml:trace contextRef="#ctx0" brushRef="#br0" timeOffset="98673.15">20298 14589 644 0,'0'0'229'0,"0"0"-68"0,0 0-70 0,0 0 11 16,0 0-38-16,0 0-19 15,0 0-13-15,0 0-15 0,-20-20-13 16,-16 24-4 0,-12 21-8-16,-20 9 6 0,-3 9 1 15,3 4 1-15,8 0 0 16,25 0-1-16,11-6 0 15,24 2-5-15,0-2 4 16,0 3 2-16,35 5 0 16,1 7 0-16,8 5 4 15,-16 6-4-15,-8 0-1 16,-20-1 1-16,0 0 0 16,0-5 1-16,-36-11-1 15,-12-8 0-15,-7-7 0 16,19-13 1-16,12-10-1 15,12-8 3-15,12-4-3 16,0 0 0-16,0 0 14 0,0 0-11 16,0 0 2-16,0 0-5 15,0 1-8-15,0 10-3 16,0 7 3-16,24 12 8 16,0 8 2-16,19 13 0 15,-15 19 0-15,-4 17 0 16,-16 14-1-16,-8 13 0 15,0 6 0-15,-44 4 2 16,-27 6-1-16,11 1-2 16,0 2 10-16,-7-3 0 15,19-4 9-15,0-1-3 16,4-11-5-16,20-3 0 16,12-9 1-16,4 0-6 15,8-8 17-15,0-1 15 0,0-4-20 16,0-7-13-16,0-12 1 15,20-1-6-15,4-14 4 16,12-19 6-16,0-8-9 16,-16-16 1-16,4-8-1 15,0-4 0-15,-1 0-1 16,33 0-3-16,4-29-51 16,0-13-117-16,11-14-133 15,-3-25-516-15</inkml:trace>
  <inkml:trace contextRef="#ctx0" brushRef="#br0" timeOffset="101201.67">16925 16306 812 0,'0'0'229'0,"0"0"-78"0,0 0-22 0,0 0-49 15,0 0-64-15,0 0-11 16,0 0 10-16,8 80 25 16,8-20 2-16,-4-3-19 15,0-3-12-15,-4-9-5 16,-8-11-6-16,0-8-4 16,0-6 2-16,0-9-20 15,4-4-46-15,4-7-117 16,-8 0-37-16,0-16-164 0</inkml:trace>
  <inkml:trace contextRef="#ctx0" brushRef="#br0" timeOffset="101351.33">16774 16046 575 0,'0'0'235'0,"0"0"-99"15,0 0-6-15,0 0-53 16,0 0-68-16,0 0-9 15,-16-75-10-15,28 75-105 16,16 15-147-16,4 14-190 16</inkml:trace>
  <inkml:trace contextRef="#ctx0" brushRef="#br0" timeOffset="102234.78">17331 16522 298 0,'0'0'466'15,"0"0"-250"-15,0 0-89 0,0 0-26 16,0 0-17-16,0 0-26 16,-23-22 5-16,15 0-10 15,8-5-17-15,0-7-11 16,0-2 1-16,0 4-11 16,23 9-11-16,9 3-4 15,4 5 1-15,8 8-1 16,-8 7 0-16,0 0-3 15,-1 13-2-15,1 25 5 16,0 8 0-16,-12 5 2 16,0 4 0-16,-12-8-4 0,-4-7 4 15,-4-9-2 1,-4-12 1-16,8-12 1 0,-8-7-3 16,4 0 2-16,-4 0 8 15,8-7 4-15,-8-28-7 16,0-11-6-16,12-6-1 15,0-2 1-15,11 12-1 16,1 6 3-16,-12 19-2 16,0 10 0-16,-12 7-1 15,8 0-10-15,4 0 1 16,12 20 6-16,12 11 4 16,0 10 2-16,11-9-2 15,-3 0 0-15,-16-7-4 16,-4-12-2-16,-4-8 6 0,-8-1-4 15,-12-4 4-15,12 0-2 16,12-4 2-16,0-27 1 16,-1-13-1-16,9-7-3 15,-16-9 3-15,4 3 12 16,4 6-12-16,-12 13-3 16,0 11 3-16,-12 17 6 15,12 9-4-15,-12 1-2 16,20 0-5-16,-4 11 5 15,16 25 2-15,3-1 1 16,-11 6-3-16,0-2-5 16,0-8 5-16,-24 7 6 15,0-13-1-15,0 1 1 16,0-11-2-16,-36-1-4 0,4-2 3 16,-3-8-4-16,7-3 4 15,4-1-3-15,12 0 0 16,12 0-14-16,0 0-24 15,0 0-70-15,0-1-104 16,4-15-72-16,40-10-167 16</inkml:trace>
  <inkml:trace contextRef="#ctx0" brushRef="#br0" timeOffset="102469.3">18701 15846 599 0,'0'0'336'0,"0"0"-125"0,0 0-24 0,0 0-66 16,0 0-101-16,0 0-18 0,-4 42 18 15,4 24-3-15,0 8-9 16,12 2-4-16,4-1-4 16,-4-1 5-16,8-5-10 15,-4-11-32-15,4-18-84 16,-8-19-26-16,0-7-41 15,-12-14-128-15,0 0-112 16</inkml:trace>
  <inkml:trace contextRef="#ctx0" brushRef="#br0" timeOffset="103502.15">18486 16182 663 0,'0'0'238'16,"0"0"-75"-16,0 0-61 15,0 0-69-15,0 0-29 16,0 0 23-16,131-41 4 16,-59 22-27-16,0 7 0 15,3-8-1-15,-15 1-3 16,-8 3 0-16,4-2-2 16,-9-2 2-16,-3 8 0 15,-8-5 3-15,-24 0 3 0,-12 6 3 16,0-1 71-16,0-1 6 15,0 6-30-15,0 7-14 16,-32 0-21-16,-4 0-18 16,-11 11-3-16,-1 20-4 15,16 4 4-15,20 6-3 16,8-4 1-16,4-1 2 16,0-4-4-16,0-10 2 15,24-6-9-15,0-10 2 16,12-6 3-16,-5 0 6 15,5-13-1-15,0-14-3 16,0-9 4-16,0 7 1 16,-12 7-1-16,-12 9 4 0,-4 8-4 15,-8 5 0 1,4 0-1-16,8 0-3 0,11 0 2 16,9 16 2-16,-8 1 0 15,0-3-1-15,0-7 1 16,-12-1 1-16,0-6 1 15,0 0-2-15,0 0-4 16,12 0 4-16,-1-13 4 16,-3-3 1-16,4 3 0 15,-12 4-5-15,-12 5 1 16,12 4 1-16,0-2-1 16,8 2 1-16,4 0-2 15,4 0 0-15,-8 0 0 0,-4 0-3 16,4 0 3-16,-9 0-3 15,1 0-8-15,0 0-4 16,-12 0-13-16,12 0-18 16,-4 0-38-16,4 0-1 15,0-3-6-15,12-10-5 16,0 4 13-16,-8-8-11 16,4 1 35-16,-20 3 59 15,0 1 4-15,0-1 72 16,0 4 0-16,0 1 23 15,0 7-25-15,0 1-1 16,0 0-1-16,0 0-17 0,0 0-17 16,0 0-37-16,0 10 1 15,0 18-3-15,-8 3 1 16,8-2-3-16,0 0 1 16,0-7-6-16,0-6-7 15,20-7-32-15,4-9-1 16,23 0 29-16,-3-3 13 15,-4-24-3-15,-8-1 1 16,4 3-4-16,-16-6 11 16,-8 9 2-16,-12 2 0 15,0 11 0-15,0 9 37 16,0 0-8-16,0 0-11 16,-24 6-10-16,-8 19-9 15,20 1-2-15,12-1-1 0,0 0 2 16,0-7-13-16,0-1-11 15,60-7-8-15,19-10-44 16,13 0-42-16,15-7-43 16,-3-18-89-16,-21 7-183 15</inkml:trace>
  <inkml:trace contextRef="#ctx0" brushRef="#br0" timeOffset="104102.84">15922 17452 714 0,'0'0'299'0,"0"0"-166"0,0 0 23 0,0 0-57 16,0 0-46-16,0 0-40 0,147-22 36 16,-19-7-19-16,3-5-26 15,0 3 5-15,-3-2-6 16,-37 4-3-16,-11 7-1 16,-44-2 0-16,-24 10 1 15,-12 5-5-15,0 1 1 16,0 3-15-16,-36 5 2 15,-12 0 15-15,-8 0 1 16,13 5 1-16,7 16 2 16,0 4 2-16,12 2 7 15,12 13 2-15,12 0-10 0,0 11 4 16,0 7 1-16,0-5-8 16,20 9-1-16,8-10 1 15,4 3 0-15,-16-8-17 16,8-4-39-16,-16-9-120 15,15-11-7-15,-23-17-106 16,12-6-10-16,-12 0 1 16</inkml:trace>
  <inkml:trace contextRef="#ctx0" brushRef="#br0" timeOffset="104370.58">16690 17760 153 0,'0'0'294'16,"0"0"-149"-16,0 0 56 16,0 0-33-16,0 0-59 15,0 0-25-15,259-139-38 0,-215 139-6 16,16 0-38-16,-13 0 14 15,-11 22-15 1,-12 7 1-16,-12 2 1 0,-12 1-6 16,0-7 12-16,0-6-8 15,0-8 1-15,0-10 19 16,-24-1 18-16,8 0 9 16,8-5-9-16,4-21 1 15,4-2-23-15,0-5-17 16,12 2-1-16,36 6-7 15,0 3-11-15,8 6-90 16,3 3-89-16,1 4-248 16</inkml:trace>
  <inkml:trace contextRef="#ctx0" brushRef="#br0" timeOffset="104502.08">17718 17637 125 0,'0'0'758'0,"0"0"-505"15,0 0-106-15,0 0-98 16,0 0-49-16,0 0 0 16,0 4-70-16,0 3-130 15,12 8-231-15</inkml:trace>
  <inkml:trace contextRef="#ctx0" brushRef="#br0" timeOffset="105185.46">17718 17637 666 0,'338'44'295'0,"-334"-48"-163"16,4-1-50-16,16-4-61 15,0-8-3-15,8-5 8 16,3-5-7-16,1 0 4 15,-12-2-3-15,-12 0 12 16,0 5-5-16,-12 4-7 0,0 8 10 16,0 6 13-1,0 6-3-15,0 0-31 0,0 0-8 16,-12 0-1-16,-12 18-3 16,0 9-2-16,0 2 3 15,13 3 1-15,11-2-3 16,0-4 0-16,0-4 4 15,23-4-5-15,17-5-12 16,4-6-12-16,12-7-15 16,-4 0 20-16,-9 0 12 15,13-4 11-15,-28-16 0 16,-4 2 1-16,-12 0 1 16,-4 3-1-16,-8 10 1 15,0 3-1-15,0 2 2 16,0 0 9-16,0 0 8 0,0 0-19 15,0 7 1 1,0 22-5-16,-8 8 8 0,8 3 12 16,0 24-13-16,0 8 8 15,44 23 83-15,15 14-68 16,-11-4 21-16,8-2-13 16,-32-15 7-16,-12-24 0 15,-12-23-24-15,0-20 3 16,0-17-12-16,-12-4 12 15,-24 0-1-15,-20-16-14 16,-4-23 1-16,5-15-1 16,7-9-4-16,12-5 3 15,24 5-4-15,12 3-10 16,0 7 1-16,32-1-21 0,44 3-51 16,11 4-70-16,13 2-127 15,11 6-181-15</inkml:trace>
  <inkml:trace contextRef="#ctx0" brushRef="#br0" timeOffset="105319.23">19318 17757 611 0,'0'0'403'0,"0"0"-225"0,0 0 46 0,0 0-94 0,0 0-94 16,0 0-34-16,0 3-2 0,0 4-108 15,0-7-425-15</inkml:trace>
  <inkml:trace contextRef="#ctx0" brushRef="#br0" timeOffset="117103.92">30419 14709 575 0,'0'0'146'16,"0"0"13"-16,0 0-54 0,0 0-30 0,0 0 28 15,0 0-39-15,0 0-11 16,0 0-5-16,-108-68-10 16,100 68-2-16,4 0-9 15,-4 0 5-15,4 0-16 16,-4 0-8-16,4 0-5 15,-3 11 0-15,-5 8-1 16,8 10-2-16,-4 2 2 16,8 3-2-16,0 6 5 15,0-2-5-15,0-1 0 16,0-1-3-16,24-7 10 16,7-6-9-16,-3-2 2 0,4-5 0 15,12-7 0-15,-4-5 0 16,-4-4 2-16,7 0 2 15,-7 0 2-15,12-4-5 16,-4-18 5-16,-8-7-4 16,-13-9 2-16,-23-1 1 15,0 2 4-15,0-1 12 16,-11 7-2-16,-37 2-2 16,-12 7-16-16,-8 6 3 15,9 6-4-15,-9 7-4 16,12 3-11-16,8 0-64 15,9 13-107-15,15 12-159 16,12 6-486-16</inkml:trace>
  <inkml:trace contextRef="#ctx0" brushRef="#br0" timeOffset="117701.64">30578 15480 248 0,'0'0'373'0,"0"0"-177"16,0 0-46-16,0 0-39 0,0 0-8 16,0 0-13-16,-56-57-11 15,48 57-18-15,4 0 13 16,-8 0-43-16,12 0-1 15,0 0-30-15,0 13-1 16,0 19 1-16,0 10 6 16,0 2 2-16,16 3-1 15,-8-4-2-15,4-3-8 0,0-5 6 16,0-8-3 0,-12 0 0-16,0-8-11 0,0-4-26 15,0-5-73-15,0-3-11 16,0-7-173-16,0 0-132 15</inkml:trace>
  <inkml:trace contextRef="#ctx0" brushRef="#br0" timeOffset="118251.54">30347 16215 678 0,'0'0'262'0,"0"0"-115"0,0 0-80 0,0 0-43 0,0 0 18 0,0 0-22 16,295-125 9-16,-228 125-13 15,-7 0-6-15,-16 16 9 16,-20 19 2-16,-20 6-16 15,-4 13 5-15,-4 3-5 16,-56 5 4-16,-19 0 6 16,19-11 13-16,4-7-1 15,8-13 16-15,28-11-4 16,4-9-12-16,16-3-23 16,0-8 9-16,0 0-12 15,24 0 1-15,48 0 2 16,20 0 0-16,-9 0-3 15,1-9-2-15,15-7-15 0,-11 1-57 16,15 2-87-16,-11 0-160 16,-8 6-469-16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07.972"/>
    </inkml:context>
    <inkml:brush xml:id="br0">
      <inkml:brushProperty name="width" value="0.05" units="cm"/>
      <inkml:brushProperty name="height" value="0.05" units="cm"/>
    </inkml:brush>
  </inkml:definitions>
  <inkml:trace contextRef="#ctx0" brushRef="#br0">118 0 11781,'0'0'8191,"-12"0"-7466,-55 2 2760,66 0-3531,0-1 0,0 0 1,0 0-1,0 0 1,0 0-1,0 0 0,-1 0 1,1 0-1,0 0 1,-1 0-1,1-1 0,-1 1 1,1 0-1,-1-1 0,-2 1 1,-11 3-7106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16.379"/>
    </inkml:context>
    <inkml:brush xml:id="br0">
      <inkml:brushProperty name="width" value="0.05" units="cm"/>
      <inkml:brushProperty name="height" value="0.05" units="cm"/>
      <inkml:brushProperty name="color" value="#E71224"/>
    </inkml:brush>
  </inkml:definitions>
  <inkml:trace contextRef="#ctx0" brushRef="#br0">4 269 8628,'0'0'10495,"0"-1"-10223,-1 0 0,1 0-1,-1 0 1,1 0-1,0 0 1,-1-1 0,1 1-1,0 0 1,0 0-1,0 0 1,0-1 0,0 1-1,0 0 1,0-2-1,17-1-153,0 1 0,0 0 0,0 1-1,33 0 1,13-1 91,632-107 719,-678 106-934,-12 3 17,1-1 0,0 1 0,0 0-1,0 0 1,0 1 0,9 0 0,-179-55 256,90 27-230,67 26 24,4 2-15,0-1 0,0 0 1,0 0-1,0 0 0,0 0 0,0 0 0,0 0 1,0-1-1,1 0 0,-1 1 0,0-1 0,1 0 1,0 0-1,-1 0 0,-2-4 0,23 6 5,11-1-46,4 1-3,56 5 1,-81-4-3,0 0 0,0 1-1,0 0 1,0 0 0,0 1 0,0 0 0,-1 0 0,0 1 0,1 0-1,-1 0 1,-1 1 0,9 6 0,-12-8-13,0 1 1,-1-1-1,0 0 0,0 1 0,0-1 1,0 1-1,0 0 0,-1-1 0,1 1 1,-1 0-1,0 0 0,0 0 0,-1 0 1,1 0-1,-1 0 0,0 0 1,0 0-1,0 0 0,0 1 0,-1-1 1,0 0-1,-2 6 0,0 0-98,0 0 0,-1 0 0,0 0 0,-1-1 0,0 1-1,-1-1 1,-9 12 0,-72 80-7538,56-67 2778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0.157"/>
    </inkml:context>
    <inkml:brush xml:id="br0">
      <inkml:brushProperty name="width" value="0.05" units="cm"/>
      <inkml:brushProperty name="height" value="0.05" units="cm"/>
      <inkml:brushProperty name="color" value="#E71224"/>
    </inkml:brush>
  </inkml:definitions>
  <inkml:trace contextRef="#ctx0" brushRef="#br0">304 42 2065,'0'0'15458,"-8"-21"-11611,3 18-3772,-1 0 0,0 1 0,0-1 0,0 1 0,0 0 0,0 1 0,0-1 0,0 1 0,-1 1 0,1-1 0,0 1 0,-1 0 0,1 0 0,0 1 0,-1 0 0,-11 3 0,10-1-25,0 1 0,0-1 0,0 2 0,1-1 1,0 1-1,-1 0 0,2 1 0,-1-1 1,0 1-1,1 1 0,-6 7 0,2-1-36,0 2-1,1-1 0,0 1 0,1 1 0,1-1 0,0 1 1,1 1-1,1-1 0,0 1 0,1 0 0,-2 30 0,5-33-23,1-4 0,-1-1 1,1 1-1,0 0 0,1 0 1,4 16-1,-5-24 9,1 1-1,0-1 0,0 0 1,0 0-1,1 1 1,-1-1-1,0 0 1,1 0-1,-1 0 0,1 0 1,0-1-1,0 1 1,0 0-1,0-1 1,0 1-1,0-1 1,0 0-1,0 0 0,0 1 1,1-1-1,-1-1 1,0 1-1,1 0 1,-1-1-1,1 1 0,-1-1 1,3 1-1,7 0 10,-1 0 0,0-1 0,0 0 0,0-1 0,12-2-1,-21 3 1,1-1 0,-1 1 0,0 0-1,0-1 1,0 0 0,0 1-1,0-1 1,0 0 0,0 0-1,0 0 1,0-1 0,0 1 0,0 0-1,0-1 1,-1 1 0,1-1-1,-1 1 1,1-1 0,-1 0-1,0 0 1,0 1 0,1-1 0,-1 0-1,0 0 1,-1 0 0,1 0-1,0-1 1,-1 1 0,1 0-1,-1 0 1,1-4 0,-1 5 21,-4 2-30,1 0 1,-1 0-1,1 0 0,0 0 1,-1 0-1,1 1 0,0-1 0,0 1 1,0 0-1,0 0 0,0 0 1,0 1-1,1-1 0,-5 5 0,-31 40-25,31-35 17,1 1 1,0-1-1,0 1 1,2 0-1,-1 1 1,2-1-1,0 1 1,0 0-1,1-1 0,1 1 1,1 0-1,0 0 1,0 0-1,5 23 1,-5-34-1,1 0 0,0 0 1,0 0-1,1-1 0,-1 1 0,1 0 1,-1 0-1,1-1 0,0 1 1,0-1-1,0 1 0,0-1 0,0 0 1,1 0-1,-1 0 0,1 0 0,-1 0 1,1-1-1,0 1 0,0-1 1,-1 1-1,1-1 0,0 0 0,0 0 1,0-1-1,7 2 0,6 0-27,1 0-1,-1-1 0,30-2 1,-38 1 20,-1-1 8,-1 0 1,1 0-1,0-1 0,-1 1 0,1-2 0,-1 1 1,1-1-1,-1 0 0,0 0 0,0-1 0,0 1 0,-1-1 1,1-1-1,-1 1 0,0-1 0,0 0 0,-1 0 1,0 0-1,1-1 0,-2 1 0,1-1 0,3-6 1,-1-1 40,0-1 0,0 1 1,-1-1-1,0 0 1,-2 0-1,0-1 1,0 1-1,-1-1 1,0-18-1,-2 33-27,0 0 0,0-1 1,-1 1-1,1 0 0,0-1 0,0 1 0,0 0 1,0-1-1,-1 1 0,1 0 0,0-1 0,0 1 0,-1 0 1,1-1-1,0 1 0,-1 0 0,1 0 0,0 0 1,-1-1-1,1 1 0,0 0 0,-1 0 0,1 0 1,0 0-1,-1-1 0,1 1 0,-1 0 0,1 0 1,0 0-1,-1 0 0,1 0 0,-1 0 0,1 0 1,0 0-1,-1 0 0,1 1 0,0-1 0,-1 0 1,1 0-1,-1 0 0,1 0 0,0 0 0,-1 1 1,1-1-1,0 0 0,-1 0 0,1 0 0,0 1 1,0-1-1,-1 0 0,1 1 0,0-1 0,0 0 0,-1 1 1,1-1-1,0 1 0,-20 15-52,15-9 19,1 0 0,0 0 0,0 1 0,0 0 0,1 0 0,0 0 1,1 0-1,0 1 0,0-1 0,1 0 0,0 1 0,0-1 0,1 1 0,0 0 1,2 10-1,-2-2-301,0-17 320,0 1 0,1-1-1,-1 1 1,1-1 0,-1 1 0,0-1-1,1 1 1,-1-1 0,1 1 0,-1-1-1,1 0 1,-1 1 0,1-1 0,-1 0-1,1 0 1,-1 1 0,1-1 0,0 0-1,-1 0 1,1 0 0,0 0 0,-1 1-1,1-1 1,-1 0 0,1 0 0,0 0-1,-1-1 1,1 1 0,-1 0 0,1 0-1,0 0 1,-1 0 0,1 0 0,-1-1-1,1 1 1,0 0 0,0-1 0,25-10 52,-20 6 5,-1 0 0,0 0 0,-1-1 0,1 0 0,-1 0 0,0 0 0,0 0 0,-1 0 0,5-12 1,-8 18 150,0 10-99,0 91 196,-16 369 881,11-386-1111,5-84 2,2-6 702,64-121-267,-27 35-7509,-28 64 1930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0.551"/>
    </inkml:context>
    <inkml:brush xml:id="br0">
      <inkml:brushProperty name="width" value="0.05" units="cm"/>
      <inkml:brushProperty name="height" value="0.05" units="cm"/>
      <inkml:brushProperty name="color" value="#E71224"/>
    </inkml:brush>
  </inkml:definitions>
  <inkml:trace contextRef="#ctx0" brushRef="#br0">1 5 11093,'0'0'8836,"18"-5"-9508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1.474"/>
    </inkml:context>
    <inkml:brush xml:id="br0">
      <inkml:brushProperty name="width" value="0.05" units="cm"/>
      <inkml:brushProperty name="height" value="0.05" units="cm"/>
      <inkml:brushProperty name="color" value="#E71224"/>
    </inkml:brush>
  </inkml:definitions>
  <inkml:trace contextRef="#ctx0" brushRef="#br0">38 446 11701,'0'0'9639,"0"-1"-9626,0 1 0,0 0 0,0 0 0,-1-1 0,1 1 0,0 0 0,0-1 0,0 1 0,0 0 0,0 0 0,0-1-1,0 1 1,-1 0 0,1 0 0,0 0 0,0-1 0,0 1 0,-1 0 0,1 0 0,0 0 0,0-1 0,-1 1 0,1 0 0,0 0-1,0 0 1,-1 0 0,1 0 0,0 0 0,0 0 0,-1 0 0,1 0 0,0 0 0,-1-1 0,1 1 0,0 0 0,0 1 0,-1-1-1,1 0 1,0 0 0,0 0 0,-1 0 0,1 0 0,0 0 0,-1 0 0,1 0 0,0 0 0,0 1 0,0-1 0,-1 0 0,1 0-1,-3 4 12,0 0 0,1 0 0,-1 0-1,1 0 1,0 1 0,0-1 0,1 0-1,-1 1 1,1-1 0,0 1 0,0 0 0,1-1-1,-1 6 1,-1 75 169,2-68-196,0-13 3,0 0 0,0 0 0,0-1 0,0 1 0,1 0 0,0 0 0,0-1 0,0 1 0,0 0 0,0-1 0,1 1 0,0-1 0,-1 0 0,5 6 0,-3-7 1,-1 0 0,1 0-1,-1 0 1,1 0 0,0 0 0,0-1 0,0 1 0,0-1 0,0 0 0,0 0 0,0 0 0,0-1 0,0 1 0,1 0 0,-1-1-1,0 0 1,6 0 0,-8 0 6,1-1-1,-1 1 0,0 0 0,1 0 1,-1 0-1,0-1 0,0 1 0,0-1 0,1 1 1,-1-1-1,0 0 0,0 1 0,0-1 1,0 0-1,0 0 0,0 1 0,0-1 1,0 0-1,0 0 0,-1 0 0,1 0 1,0 0-1,0-2 0,11-35 96,-11 25-74,-1 1-1,0 0 1,0 0-1,-4-20 1,2 25-27,-1 0 0,0 0 0,0 0 0,-1 0 0,0 0 0,0 1 0,0 0 0,-1 0 0,0 0 0,-8-7 0,8 8-1,0 0 0,1 0 0,-1 0-1,1-1 1,0 1 0,0-1 0,1 0 0,-1 0-1,1 0 1,1-1 0,-1 1 0,1-1-1,0 0 1,-1-10 0,3 9-1,0 0 1,0 0-1,0 0 1,1 0-1,1 0 1,-1 0 0,1 1-1,1-1 1,-1 0-1,1 1 1,7-13-1,1 4-9,1 0-1,1 0 0,19-19 1,-19 22 2,23-27 24,-17 18 25,2 0 0,0 1 0,1 1 0,40-28 0,-62 48-26,1 0-1,-1 0 0,0 0 0,0 0 1,0 0-1,0 0 0,1 0 0,-1 0 1,0 0-1,0 0 0,0 0 1,0 0-1,0 0 0,1 0 0,-1 0 1,0 0-1,0 0 0,0 0 1,0 1-1,0-1 0,1 0 0,-1 0 1,0 0-1,0 0 0,0 0 1,0 0-1,0 0 0,0 1 0,0-1 1,1 0-1,-1 0 0,0 0 0,0 0 1,0 0-1,0 1 0,0-1 1,0 0-1,0 0 0,0 0 0,0 0 1,0 0-1,0 1 0,0-1 1,0 0-1,0 0 0,0 0 0,0 0 1,0 1-1,0-1 0,0 0 0,0 0 1,0 0-1,0 0 0,-1 0 1,1 1-1,0-1 0,0 0 0,0 0 1,0 0-1,0 0 0,0 0 1,-1 1-1,1 3-4,0 176 1571,-34 257-1,-1-203-1484,-6 334 1,41-563-99,-1 6-15,1 0-1,1 0 1,0 0-1,0-1 1,1 1-1,3 10 1,-4-18 8,0-1 0,0 0 0,0 0 0,1 0 0,-1 0 0,1 0 1,-1 0-1,1 0 0,-1 0 0,1 0 0,0-1 0,0 1 0,0-1 1,0 1-1,0-1 0,0 0 0,0 0 0,1 0 0,-1 0 0,0 0 1,1 0-1,-1-1 0,0 1 0,1-1 0,-1 0 0,1 1 0,-1-1 1,1 0-1,-1-1 0,1 1 0,-1 0 0,3-1 0,1-1 11,0 0 0,1 0 0,-1 0-1,-1-1 1,1 0 0,0 0 0,-1 0-1,1-1 1,-1 0 0,0 0 0,0 0-1,-1 0 1,1-1 0,-1 0 0,0 0-1,4-6 1,-1 0 1,0 0 0,-1 0 0,0 0 0,0-1 0,-1 0 0,-1 0 0,4-17 0,-5 19-5,-1 0 0,0 0 0,-1 0 1,0-1-1,-1 1 0,0 0 0,0 0 1,-1-1-1,-1 1 0,1 0 1,-2 0-1,1 0 0,-2 0 0,1 0 1,-1 1-1,0-1 0,-1 1 0,0 0 1,-1 1-1,0-1 0,0 1 0,-1 0 1,0 1-1,0-1 0,-14-9 0,-10-6-21,0 2-1,-37-19 0,-19-11-1,87 50 24,-1 1 1,0-1-1,1 1 0,-1-1 0,1 1 0,-1-1 1,1 1-1,-1-1 0,1 1 0,-1-1 0,1 0 1,-1 1-1,1-1 0,0 0 0,-1 1 0,1-1 0,0 0 1,0 1-1,0-1 0,-1 0 0,1 0 0,0 1 1,0-1-1,0 0 0,0 0 0,0 1 0,0-1 0,1 0 1,-1 0-1,0 1 0,0-1 0,0 0 0,1 0 1,-1 1-1,0-1 0,1 0 0,-1 1 0,1-1 1,-1 1-1,1-1 0,-1 0 0,1 1 0,-1-1 0,1 1 1,-1-1-1,1 1 0,0 0 0,-1-1 0,2 0 1,31-18-69,23-2-941,83-18 1,-42 13-5931,-49 10-671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2.456"/>
    </inkml:context>
    <inkml:brush xml:id="br0">
      <inkml:brushProperty name="width" value="0.05" units="cm"/>
      <inkml:brushProperty name="height" value="0.05" units="cm"/>
      <inkml:brushProperty name="color" value="#E71224"/>
    </inkml:brush>
  </inkml:definitions>
  <inkml:trace contextRef="#ctx0" brushRef="#br0">29 168 9284,'0'0'5304,"0"-20"-2911,2-88 339,-2 68 4210,-14 227-6734,0-10 45,13-143-204,0 8-6,6 64 0,-4-93-48,1-1 0,1 0 0,0 0 0,0 0 0,2 0 1,-1 0-1,2-1 0,-1 0 0,12 16 0,-16-24-8,1-1 0,0 1 0,0-1 1,0 0-1,0 0 0,0 0 0,0 0 1,1 0-1,-1-1 0,0 1 0,1-1 0,0 1 1,-1-1-1,1 0 0,0 0 0,0 0 1,-1 0-1,1-1 0,0 1 0,0-1 0,0 0 1,0 0-1,0 0 0,0 0 0,0 0 1,0 0-1,0-1 0,0 0 0,-1 1 0,1-1 1,0 0-1,0 0 0,-1-1 0,1 1 1,-1-1-1,1 1 0,-1-1 0,1 0 0,2-3 1,9-6-61,0-2 1,-1 1 0,-1-2 0,20-26-1,13-29-3,-41 63 90,-1 0 1,0-1-1,0 0 1,-1 0 0,0 0-1,0 0 1,-1 0 0,1 0-1,-1-9 1,-1 15 220,0 7-14,0 8-465,-3 144 320,-4-90-3616,7-59 1229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2.832"/>
    </inkml:context>
    <inkml:brush xml:id="br0">
      <inkml:brushProperty name="width" value="0.05" units="cm"/>
      <inkml:brushProperty name="height" value="0.05" units="cm"/>
      <inkml:brushProperty name="color" value="#E71224"/>
    </inkml:brush>
  </inkml:definitions>
  <inkml:trace contextRef="#ctx0" brushRef="#br0">1 88 9540,'0'0'9845,"29"-88"-9861,-19 88-496,1 10-1729,-3 16-3826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4.579"/>
    </inkml:context>
    <inkml:brush xml:id="br0">
      <inkml:brushProperty name="width" value="0.05" units="cm"/>
      <inkml:brushProperty name="height" value="0.05" units="cm"/>
      <inkml:brushProperty name="color" value="#E71224"/>
    </inkml:brush>
  </inkml:definitions>
  <inkml:trace contextRef="#ctx0" brushRef="#br0">38 212 576,'0'0'9495,"-15"-1"-6371,-2-3 8450,16-3-11359,-1 0 1,1 0-1,0 0 0,1 0 1,0 0-1,0 0 1,2-13-1,-2 19-208,1-1-1,-1 0 1,1 0-1,0 0 1,0 0-1,-1 1 0,1-1 1,0 0-1,1 1 1,-1-1-1,0 1 1,0-1-1,1 1 1,-1 0-1,1-1 1,-1 1-1,1 0 1,0 0-1,-1 0 1,1 0-1,0 0 0,0 1 1,-1-1-1,1 0 1,0 1-1,0 0 1,0-1-1,0 1 1,0 0-1,0 0 1,0 0-1,2 0 1,0-1-7,0 1 1,1 0-1,-1 0 1,0 0 0,0 0-1,1 0 1,-1 1 0,0 0-1,0 0 1,0 0-1,0 1 1,0-1 0,0 1-1,0 0 1,0 0 0,-1 0-1,1 0 1,-1 1-1,1 0 1,-1-1 0,0 1-1,0 1 1,0-1 0,-1 0-1,1 1 1,-1-1-1,0 1 1,1 0 0,-2-1-1,1 1 1,0 0 0,-1 0-1,1 5 1,1-1 7,-1 0 0,-1 0 0,0 1 0,0-1 0,0 0 0,-1 9 0,0-17 24,8-15 272,-7 7-293,1-1 1,1 1-1,0-1 0,0 1 1,1 0-1,0 0 0,0 0 1,7-8-1,-9 12-18,0 1 0,1 0 0,-1 0 1,1 0-1,0 0 0,0 0 0,0 0 0,1 1 0,-1-1 1,1 1-1,-1 0 0,1 0 0,0 1 0,-1-1 1,1 1-1,0-1 0,0 1 0,0 0 0,7 0 0,-8 3 3,0-1 0,-1 1 0,1 0-1,0 0 1,0 0 0,-1 1 0,1-1 0,-1 1-1,0-1 1,0 1 0,0 0 0,0 0-1,0 0 1,2 6 0,11 13 9,-11-18-12,0 1 0,0-1-1,1 0 1,0 0 0,0 0 0,0-1 0,0 0 0,1 0 0,-1 0 0,1 0 0,0-1 0,-1 0 0,1 0 0,0-1-1,0 0 1,1 0 0,-1 0 0,0-1 0,0 0 0,0 0 0,0 0 0,1-1 0,-1 0 0,0 0 0,0 0-1,0-1 1,0 0 0,-1 0 0,1-1 0,0 1 0,8-7 0,-8 5 23,1 0-1,-1 0 1,-1 0 0,1-1-1,0 0 1,-1 0 0,0-1-1,-1 1 1,1-1 0,-1 0-1,0-1 1,0 1 0,-1-1-1,0 1 1,0-1-1,0 0 1,-1 0 0,0 0-1,-1-1 1,1 1 0,-1 0-1,0-10 1,-25 18 43,21 0-61,0 0-1,0 1 1,0-1 0,1 1 0,-1-1-1,1 1 1,-1 0 0,1 0 0,-1 0-1,1 0 1,0 0 0,0 0 0,0 1 0,0-1-1,1 1 1,-1-1 0,1 1 0,-1 0-1,1-1 1,0 1 0,0 0 0,0 0-1,0 6 1,-2 5-66,1 1 1,0 0-1,2 21 0,0-35 65,0 2-23,1 1 1,0-1 0,0 0 0,0 1 0,0-1 0,0 0 0,1 0-1,-1 0 1,1 0 0,0 0 0,0 0 0,0 0 0,0-1-1,1 1 1,-1-1 0,1 1 0,-1-1 0,1 0 0,0 0-1,0 0 1,0-1 0,0 1 0,0-1 0,1 1 0,-1-1 0,4 1-1,6 2-105,1 0 0,0 0-1,0-2 1,0 1 0,17-1-1,-18-1 85,1 0-1,0-2 0,0 0 1,-1 0-1,1-1 0,0-1 1,-1 0-1,0-1 1,0 0-1,0-1 0,0 0 1,-1-1-1,0-1 0,0 0 1,-1-1-1,1 0 0,-2 0 1,1-1-1,-1-1 0,10-11 1,-15 15 122,1-1-1,-1 1 1,0-1 0,0 0-1,-1-1 1,0 1 0,0-1-1,-1 0 1,0 0 0,0 0 0,-1 0-1,0 0 1,0 0 0,-1-1-1,0 1 1,-1-1 0,0-14-1,-1 22-53,1 0 0,0 1-1,-1-1 1,1 1-1,-1-1 1,0 1 0,1-1-1,-1 1 1,1-1-1,-1 1 1,0-1 0,1 1-1,-1 0 1,0-1-1,1 1 1,-1 0-1,0 0 1,0 0 0,1-1-1,-1 1 1,0 0-1,0 0 1,1 0 0,-1 0-1,0 0 1,-1 1-1,-29-1-68,22 0 90,5 1-42,-1-1 0,0 1 0,0 0 1,1 0-1,-1 0 0,1 1 0,-1 0 0,1 0 0,0 0 0,-1 0 1,1 1-1,0-1 0,0 1 0,1 0 0,-1 0 0,1 1 0,-1-1 1,1 1-1,-5 7 0,4-5-10,0 1 1,0-1-1,0 1 1,1 0-1,0 0 0,1 0 1,-1 0-1,2 1 1,-1-1-1,1 1 1,-1 13-1,2-19-14,-1 0-1,1 1 1,0-1 0,1 0-1,-1 1 1,0-1 0,1 1-1,-1-1 1,1 0-1,0 0 1,0 1 0,0-1-1,0 0 1,0 0 0,0 0-1,4 4 1,-4-5 18,1 0 0,0-1-1,0 1 1,-1 0 0,1 0 0,0-1-1,0 1 1,0-1 0,0 0 0,0 1-1,0-1 1,0 0 0,0 0 0,0 0-1,0 0 1,0-1 0,0 1 0,0-1-1,0 1 1,0-1 0,-1 1 0,3-2-1,0 0 13,1 0 0,-1-1-1,0 1 1,-1-1-1,1 0 1,0 0-1,-1 0 1,0 0 0,1-1-1,-1 1 1,3-6-1,-5 6-4,1 0-1,1 0 1,-1 0-1,0 1 0,1-1 1,-1 0-1,1 1 0,0 0 1,0 0-1,0-1 1,0 2-1,0-1 0,0 0 1,1 1-1,-1-1 1,1 1-1,-1 0 0,1 0 1,5 0-1,-7 1-8,1 1-1,-1-1 0,0 1 1,0 0-1,0 0 1,0 0-1,0 0 1,0 0-1,0 1 1,-1-1-1,1 0 0,0 1 1,-1-1-1,1 1 1,-1 0-1,1 0 1,-1-1-1,0 1 1,0 0-1,0 0 0,0 0 1,0 0-1,0 1 1,0 1-1,17 57-282,-17-59 273,-1-1 15,0-1-1,1 1 1,-1-1 0,1 1-1,-1-1 1,1 0 0,-1 1-1,1-1 1,-1 1 0,1-1-1,-1 0 1,1 1 0,0-1-1,-1 0 1,1 0-1,-1 1 1,1-1 0,0 0-1,-1 0 1,1 0 0,0 0-1,-1 0 1,1 0 0,0 0-1,-1 0 1,1 0 0,0 0-1,-1 0 1,1-1-1,0 1 1,-1 0 0,1 0-1,-1-1 1,1 1 0,0 0-1,-1-1 1,1 1 0,-1 0-1,1-1 1,25-14 87,-16 8-84,0 1 1,0 0 0,0 1 0,0-1 0,1 2 0,0 0 0,0 0 0,0 1 0,1 0 0,-1 1 0,1 1 0,0-1 0,-1 2 0,1 0 0,0 0 0,12 3 0,-21-3-1,0 1 0,-1 0 0,1 1 0,0-1 0,-1 0 0,0 1 1,1-1-1,-1 1 0,0 0 0,0 0 0,0 0 0,0 0 0,0 0 1,0 0-1,0 1 0,-1-1 0,1 1 0,-1-1 0,0 1 1,0-1-1,0 1 0,0 0 0,0-1 0,0 1 0,0 5 0,1 9 2,0-1 0,-1 1 0,-1 20 0,0-22 0,0-15 4,0 1 1,0-1-1,0 1 0,0-1 1,0 1-1,0-1 1,-1 0-1,1 1 0,0-1 1,0 1-1,0-1 1,-1 1-1,1-1 1,0 0-1,0 1 0,-1-1 1,1 0-1,0 1 1,-1-1-1,1 0 0,-1 1 1,1-1-1,0 0 1,-1 0-1,1 1 0,-1-1 1,1 0-1,-1 0 1,1 0-1,0 0 0,-1 1 1,1-1-1,-1 0 1,1 0-1,-1 0 0,1 0 1,-1 0-1,1 0 1,-1 0-1,1-1 0,-1 1 1,1 0-1,-1 0 1,1 0-1,0 0 0,-1 0 1,1-1-1,-1 1 1,1 0-1,-1-1 0,1 1 1,0 0-1,-1 0 1,1-1-1,0 1 0,-1-1 1,1 1-1,0 0 1,-1-1-1,0-6 17,-1 1 1,1 0-1,0-1 1,0 0-1,0 1 1,1-1-1,0 1 1,1-1-1,-1 1 1,1-1-1,1 1 0,-1-1 1,1 1-1,0-1 1,1 1-1,-1 0 1,1 0-1,0 1 1,1-1-1,-1 0 1,1 1-1,0 0 0,6-5 1,-1 1-28,0 1 1,1 1 0,1 0-1,-1 0 1,1 1-1,0 0 1,0 1-1,1 1 1,-1-1-1,19-3 1,3 3-3377,0 3-3519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8.163"/>
    </inkml:context>
    <inkml:brush xml:id="br0">
      <inkml:brushProperty name="width" value="0.05" units="cm"/>
      <inkml:brushProperty name="height" value="0.05" units="cm"/>
      <inkml:brushProperty name="color" value="#E71224"/>
    </inkml:brush>
  </inkml:definitions>
  <inkml:trace contextRef="#ctx0" brushRef="#br0">5 231 11909,'0'0'9618,"-2"-17"-8764,1 5-655,0 0-1,0-1 1,3-19 0,-1 29-162,0 1 1,0 0-1,1-1 1,-1 1-1,1 0 1,0 0-1,-1 0 1,1 0-1,0 1 1,0-1-1,0 0 1,0 1-1,1-1 1,-1 1-1,0 0 1,0 0-1,1 0 1,-1 0-1,1 0 1,-1 0 0,1 1-1,0-1 1,-1 1-1,1 0 1,3 0-1,4-2 98,6-2 14,-1 1 0,0 1 0,1 1 1,0 0-1,-1 1 0,1 0 0,-1 2 0,29 5 1,-39-6-141,0 1-1,0 0 1,0 0 0,0 0 0,0 0 0,-1 1 0,1 0 0,-1 0-1,1 0 1,-1 0 0,0 1 0,-1 0 0,1-1 0,-1 1 0,1 1-1,-1-1 1,0 0 0,-1 1 0,1 0 0,-1-1 0,0 1 0,0 0-1,0 0 1,-1 0 0,0 1 0,0-1 0,0 0 0,0 0 0,-1 7 0,0-1 16,0 0 0,0-1 0,-1 1 1,-4 19-1,4-27-16,0 0 1,1 1-1,-2-1 1,1 0-1,0 0 1,-1 0-1,1-1 1,-1 1-1,0 0 1,0-1-1,0 1 1,0-1-1,0 1 1,-1-1-1,1 0 1,-1 0-1,1 0 1,-1 0-1,0-1 0,-3 2 1,5-2-5,0-1 1,0 1-1,0-1 1,0 1-1,0-1 1,-1 0-1,1 0 0,0 0 1,0 0-1,0 1 1,0-1-1,0-1 1,0 1-1,0 0 1,0 0-1,0 0 0,-1-1 1,1 1-1,0 0 1,0-1-1,0 1 1,0-1-1,0 1 0,1-1 1,-1 1-1,0-1 1,0 0-1,0 0 1,0 1-1,1-1 1,-1 0-1,0 0 0,1 0 1,-1 0-1,0 0 1,1 0-1,-1 0 1,1 0-1,0 0 0,-1 0 1,1 0-1,0 0 1,0 0-1,-1-2 1,0-6 15,0 0 0,0 0 1,1-1-1,0-11 1,1 10 13,-1 4-35,1 1 0,0 0 0,0 0 0,0 0 1,1 0-1,0 0 0,0 0 0,0 0 0,1 1 0,0-1 0,0 1 0,1 0 1,-1 0-1,1 0 0,0 0 0,0 0 0,1 1 0,0 0 0,-1 0 0,1 0 1,0 1-1,1 0 0,-1-1 0,1 2 0,9-4 0,2-1-15,1 1 1,0 0-1,0 2 0,0 0 0,0 1 1,1 1-1,24 0 0,29 4-38,-37 0-60,0-2 0,44-5 0,-78 5 119,0 0-1,-1 0 1,1-1-1,0 1 1,-1-1-1,1 1 1,0-1 0,-1 1-1,1-1 1,-1 1-1,1-1 1,0 1 0,-1-1-1,1 0 1,-1 1-1,0-1 1,1 0-1,-1 1 1,0-1 0,1 0-1,-1 0 1,0 1-1,0-1 1,1 0 0,-1 0-1,0-1 1,1-23 187,-1 21-121,-31 1 119,27 3-184,0 0-8,-1 1 0,0 0 1,0-1-1,1 2 1,-1-1-1,1 0 0,-1 1 1,1 0-1,0 0 1,-1 0-1,1 1 0,0-1 1,0 1-1,1 0 1,-1 0-1,1 1 0,-1-1 1,1 1-1,0-1 1,0 1-1,1 0 1,-1 0-1,1 0 0,0 1 1,-3 6-1,1-2-7,1 0-1,0 0 1,1 0-1,0 1 1,0-1-1,1 1 1,0 0-1,1-1 1,0 1-1,0 0 1,4 18-1,-2-23 2,0 0-1,0-1 0,1 1 1,-1-1-1,1 1 0,0-1 1,0 0-1,1 0 1,-1 0-1,1-1 0,0 1 1,0-1-1,0 0 1,0 0-1,1 0 0,-1-1 1,1 1-1,0-1 0,-1 0 1,8 2-1,4 1-24,1 0-1,0-1 0,1-1 1,30 3-1,-33-5 8,0-1-1,0 0 1,0-1 0,-1-1-1,1 0 1,0-1-1,-1-1 1,27-10-1,-34 12 31,-1-2 0,0 1 0,-1-1 0,1 0 0,-1 0-1,1 0 1,-1-1 0,-1 0 0,1 0 0,-1 0 0,0 0 0,0-1-1,0 0 1,-1 1 0,0-1 0,0-1 0,0 1 0,-1 0 0,0-1-1,0 1 1,0-1 0,0-7 0,-1 10 17,-1 0 0,1 0-1,-1-1 1,0 1 0,0 0 0,0 0-1,0-1 1,-1 1 0,-2-8 0,3 10-14,-1 1 1,0 0-1,0-1 1,-1 1-1,1 0 1,0 0-1,0-1 1,-1 1 0,1 0-1,0 1 1,-1-1-1,1 0 1,-1 0-1,1 0 1,-1 1-1,0-1 1,1 1-1,-1-1 1,1 1-1,-1 0 1,0 0-1,1 0 1,-1 0 0,0 0-1,0 0 1,-1 0-1,-5 0-3,-1 0-1,1 0 1,0 1 0,0 0-1,0 1 1,0 0 0,0 0-1,-13 6 1,18-7-30,0 1-1,0 0 1,1 0 0,-1 0 0,1 0 0,-1 1 0,1-1 0,0 1-1,0-1 1,0 1 0,0 0 0,0 0 0,1 0 0,-1 0 0,1 0 0,0 0-1,0 0 1,0 0 0,0 0 0,1 1 0,-1-1 0,1 0 0,0 1-1,0 5 1,20-9-188,-11 0 218,1 0 1,-1-1 0,0 0-1,0-1 1,0 0-1,0 0 1,0-1 0,-1 0-1,12-6 1,-18 8-4,1-1 0,0 1 0,-1 0 0,1 0 0,0 0 0,0 0 1,0 0-1,0 1 0,-1 0 0,1-1 0,0 1 0,0 0 0,0 0 0,0 1 0,0-1 0,0 0 1,0 1-1,0 0 0,0 0 0,0 0 0,-1 0 0,1 0 0,0 1 0,-1-1 0,1 1 0,-1-1 1,0 1-1,1 0 0,-1 0 0,0 0 0,2 3 0,3 5 46,0 1 1,-1 0-1,0 1 0,0 0 0,6 23 1,-11-34-46,12 41 39,-2 1 0,-1 0 0,-2 1 0,1 44 0,-3 178 48,-6-198-83,-1-15 12,-2-1-1,-10 52 1,8-75 16,-1-1 0,-2 0 0,-1 0 1,-1-1-1,-16 30 0,25-55-17,0 0 1,0 0 0,0 0 0,0 0-1,-1 0 1,1 0 0,-1 0 0,1-1 0,-1 1-1,1-1 1,-1 1 0,0-1 0,0 1-1,0-1 1,0 0 0,0 0 0,-2 1 0,2-2-1,1 1 0,-1-1 0,1 0 0,0 0 0,-1-1 0,1 1 1,-1 0-1,1 0 0,0-1 0,-1 1 0,1-1 0,0 1 0,-1-1 1,1 1-1,0-1 0,0 0 0,0 0 0,0 1 0,0-1 0,-2-2 1,-3-3 17,1-1 1,0 1 0,0-1 0,1-1 0,0 1 0,0 0 0,-4-13-1,-1-4 1,2-1 0,1 0 1,1 0-1,-3-45 0,5-107 27,4 109-41,-2 38-24,3 0 0,0 1 0,2-1 1,1 1-1,1 0 0,2 0 0,1 0 1,1 1-1,1 1 0,2 0 1,1 0-1,0 1 0,2 1 0,1 1 1,1 0-1,1 1 0,2 1 0,0 1 1,0 1-1,2 1 0,40-26 1,-56 40-4,28-17 9,54-25-1,-79 42-19,1 1-1,-1 0 0,1 0 0,0 1 0,0 1 1,0 0-1,0 1 0,0 0 0,1 0 0,16 2 0,-26 0 12,-1 0 1,1 0-1,0 0 0,-1 0 0,1 0 0,0 0 0,-1 1 0,1-1 0,-1 1 0,0-1 0,1 1 0,-1-1 0,0 1 0,0 0 0,0 0 0,0-1 0,0 1 0,-1 0 0,1 0 0,-1 0 0,1 0 1,-1 0-1,1 0 0,-1 0 0,0 0 0,0 0 0,0 3 0,-1 66-111,0-64 63,1-5 41,0-1-1,0 1 1,0-1 0,0 1-1,-1-1 1,1 1-1,0-1 1,-1 1 0,0-1-1,1 0 1,-1 1 0,1-1-1,-1 0 1,0 1 0,0-1-1,0 0 1,0 0 0,0 0-1,0 0 1,0 0 0,0 0-1,-1 0 1,1 0-1,0 0 1,0 0 0,-1-1-1,1 1 1,0-1 0,-1 1-1,1-1 1,-1 1 0,1-1-1,-1 0 1,1 0 0,-1 1-1,1-1 1,-1 0-1,-2-1 1,4 1 10,-1-1 0,0 1 0,1-1 0,-1 1 0,0-1 0,1 1 0,-1-1-1,1 1 1,-1-1 0,1 0 0,-1 0 0,1 1 0,-1-1 0,1 0 0,0 0 0,-1 1 0,1-1 0,0 0 0,0 0-1,0 0 1,0 1 0,-1-1 0,1 0 0,0 0 0,1-1 0,-2-28 2,1 22-6,0-2 0,0 1-1,1-1 1,0 1 0,1-1 0,0 1-1,0 0 1,1-1 0,0 1-1,8-16 1,-8 20-2,0 0 0,1 0 0,-1 1 0,1 0 0,0 0 0,1 0 0,-1 0 0,0 0 0,1 1 0,0 0 0,0 0 0,0 0 0,0 1 0,1-1-1,-1 1 1,1 1 0,-1-1 0,8-1 0,8 1-28,1 0 0,0 1 0,0 1 0,39 6 0,25 0-187,-84-6 222,0-1 0,-1 1 0,1 0 0,0-1-1,-1 1 1,1-1 0,0 1 0,-1-1 0,1 0 0,-1 1 0,1-1 0,-1 0 0,1 0 0,-1 0 0,0 0 0,1-1 0,-1 1-1,0 0 1,0 0 0,0-1 0,0 1 0,0-1 0,0 1 0,0-1 0,-1 1 0,1-1 0,0 0 0,0-2 0,1-3 20,0-1 0,-1 0 1,0 1-1,0-1 1,-1-9-1,-1 17-16,1-1 0,-1 1 1,1-1-1,-1 1 0,1-1 0,-1 1 1,0 0-1,1-1 0,-1 1 0,0 0 1,0 0-1,1-1 0,-1 1 0,0 0 1,1 0-1,-1 0 0,0 0 0,0 0 1,1 0-1,-1 0 0,0 0 1,0 0-1,1 1 0,-1-1 0,0 0 1,1 0-1,-2 1 0,-23 6-46,20-2 41,-1 0 0,1 0 1,0 1-1,0 0 0,0 0 0,1 0 0,0 0 0,1 1 0,-1-1 0,1 1 0,0 0 0,1 0 1,-3 13-1,0 0-19,1 0 1,2 0-1,-1 38 1,2-55 10,1-1 0,0 1 0,0 0 0,1 0 1,-1 0-1,1-1 0,-1 1 0,1 0 1,0-1-1,0 1 0,0 0 0,0-1 0,0 1 1,1-1-1,-1 0 0,1 1 0,0-1 1,0 0-1,-1 0 0,1 0 0,1 0 0,-1 0 1,0-1-1,4 3 0,-2-2 10,1-1-1,-1 0 1,1 1-1,-1-1 1,1-1 0,-1 1-1,1-1 1,0 0-1,-1 0 1,1 0-1,0-1 1,-1 1 0,1-1-1,8-3 1,1-2 9,0 1 0,-1-2-1,1 0 1,-1-1 0,22-18 0,-26 19 1,0 0 0,0 0 0,1 1-1,-1 0 1,1 1 0,1 0 0,-1 0 0,1 1 0,-1 1-1,1 0 1,0 0 0,23-2 0,-31 6-14,0-1-1,0 1 1,0 0 0,0 0-1,0 1 1,0-1 0,0 1 0,0-1-1,0 1 1,0 0 0,-1 0-1,1 0 1,-1 1 0,1-1 0,-1 0-1,0 1 1,0 0 0,0-1-1,0 1 1,-1 0 0,2 4 0,2 1 3,-1 0 0,-1 0 1,1 0-1,-2 1 1,1-1-1,2 18 1,-4-21-6,-1 1 0,1 0 0,-1-1 0,0 1 0,-1 0 0,1-1 0,-1 1 0,0 0 0,-1-1 0,1 0 0,-1 1 0,0-1 0,-1 0 0,-4 8 0,3-7-36,-1-1 0,-1 0 0,1 0 0,-1 0 0,0 0 0,0-1 0,0 0 0,0-1 0,-1 1 0,-12 4 0,10-4-13,-1 0-1,0-1 1,0 1 0,0-2 0,-11 2-1,12-5 51,13-4 5,-4 4-3,198-164-95,-85 76 127,-94 72-21,34-23 140,-52 40-148,0 0 1,-1 0-1,1 0 1,0 0-1,0 0 1,0 0-1,0 1 1,0-1-1,0 0 1,0 0-1,-1 1 1,1-1-1,0 1 1,0-1-1,0 1 1,-1-1-1,1 1 1,0 0-1,-1-1 1,1 1-1,0 0 1,-1-1-1,1 1 1,-1 0-1,1 0 1,-1 0-1,1-1 0,-1 1 1,1 2-1,16 32 55,-14-30-28,5 14-14,-1 1 0,0 0 0,-1 0 0,-2 0 0,0 1-1,-1-1 1,-1 1 0,-1 35 0,-1-52-12,-1 0-1,0-1 1,0 1 0,0 0-1,0-1 1,-1 0-1,0 1 1,1-1 0,-1 0-1,0 0 1,-1 1-1,1-2 1,0 1-1,-1 0 1,0 0 0,0-1-1,1 0 1,-1 1-1,-1-1 1,1 0 0,0 0-1,0-1 1,-1 1-1,1-1 1,-5 1-1,-13 6-94,-1 0 0,-41 6 0,52-11 32,11-3 57,-1 0 0,1 0 0,-1 1 0,1-1 0,-1 0 0,1 0 0,-1 0 0,1 1 0,-1-1-1,1 0 1,-1 0 0,1 0 0,-1 0 0,1 0 0,-1 0 0,1 0 0,-1 0 0,1 0-1,-1 0 1,1 0 0,-1 0 0,1-1 0,-1 1 0,1 0 0,0 0 0,-1 0 0,1-1 0,-1 1-1,1 0 1,-1-1 0,1 1 0,0 0 0,-1-1 0,1 1 0,0 0 0,-1-1 0,1 0-1,10-17-152,28-17-44,-12 16 197,17-14 49,0 2 0,2 1 0,1 3 0,68-29 0,-114 56-38,0 0-1,1 1 1,-1-1-1,0 0 1,1 0-1,-1 0 1,1 1-1,-1-1 1,0 0-1,1 0 1,-1 1-1,0-1 1,0 0-1,1 1 1,-1-1-1,0 0 1,0 1 0,1-1-1,-1 0 1,0 1-1,0-1 1,0 0-1,0 1 1,0-1-1,0 1 1,1-1-1,-1 0 1,0 1-1,0-1 1,0 1-1,0-1 1,0 0-1,0 1 1,-1-1 0,1 1-1,0-1 1,0 21 57,0-19-45,0 140 46,0-141-71,0 0 0,0 0 0,0 0 0,0 1 0,1-1 0,-1 0 0,0 0 0,1 0 0,-1 0 0,0 0 0,1 0 0,0 0 0,-1 0 0,1 0 0,-1 0 0,1 0 0,0 0 0,0 0 0,0 0 0,-1-1 0,1 1 1,0 0-1,0 0 0,0-1 0,0 1 0,2 0 0,0 0-5,0 0 1,0 0 0,1 0-1,-1-1 1,0 1-1,1-1 1,-1 0-1,0 0 1,5-1 0,0 1 11,-1-1 1,1-1 0,-1 0 0,1 0-1,-1 0 1,0-1 0,14-7 0,-2-3-7,0-2 1,27-28-1,-42 39 59,1-1-1,-1 0 1,0-1 0,0 1 0,0 0-1,-1-1 1,0 0 0,0 0 0,0 0-1,-1 0 1,0-1 0,0 1 0,0 0-1,0-13 1,-2 19 128,0 7-204,-13 137 19,13-142-16,0-1 0,0 1-1,0 0 1,0 0-1,0-1 1,0 1-1,0 0 1,1 0-1,-1-1 1,1 1-1,-1 0 1,1-1-1,0 1 1,0-1 0,0 1-1,0-1 1,0 1-1,0-1 1,0 1-1,0-1 1,0 0-1,1 0 1,-1 0-1,0 0 1,3 2-1,0-2 2,-1 0 0,1 0 0,-1-1 0,1 1 0,-1-1 0,1 0 0,0 0-1,-1 0 1,1 0 0,0 0 0,-1-1 0,5-1 0,-6 1 20,1 1-1,-1-1 1,0 0 0,1 0-1,-1 0 1,0-1 0,0 1-1,0 0 1,0-1 0,0 0 0,0 1-1,0-1 1,0 0 0,0 0-1,-1 0 1,1 0 0,-1 0-1,0 0 1,0-1 0,1 1 0,-1 0-1,-1-1 1,1 1 0,0-1-1,-1 1 1,1-1 0,-1 1 0,1-1-1,-1-2 1,0 0 10,0 1 1,0-1 0,0 0-1,-1 0 1,1 1 0,-1-1-1,0 0 1,-1 1-1,1-1 1,-1 1 0,0 0-1,0-1 1,0 1-1,-4-5 1,4 7 7,1 1 1,-1-1-1,1 0 0,0 1 1,0-1-1,0 0 0,0 0 1,0 0-1,0 0 0,0 0 1,1 0-1,-1 0 0,1 0 1,-1 0-1,1 0 0,0 0 1,0 0-1,0-2 0,0 2-10,1 1 0,-1-1 0,1 1 0,0-1 0,-1 1 0,1 0-1,0-1 1,0 1 0,0 0 0,0-1 0,0 1 0,0 0 0,0 0 0,0 0-1,1 0 1,-1 0 0,0 0 0,3 0 0,3-2-6,0 0 1,0 0-1,0 1 1,0 1-1,1-1 0,-1 1 1,0 0-1,11 0 1,-11 1-2,0 0 0,-1 0 1,1 1-1,-1 0 1,1 0-1,-1 0 1,0 1-1,1 0 1,-1 0-1,8 5 1,-7-3 2,-1 1 0,0 0 1,0 0-1,-1 1 1,1 0-1,-1 0 1,-1 0-1,7 10 1,7 14 65,23 29-184,-40-59 111,-1 1 0,1-1 0,-1 1 0,1-1 0,0 0 0,-1 0 0,1 1 0,-1-1 0,1 0 0,0 0 0,-1 0 0,1 0 1,-1 0-1,1 1 0,0-1 0,-1 0 0,1 0 0,0-1 0,-1 1 0,1 0 0,-1 0 0,1 0 0,0 0 0,-1-1 0,1 1 1,-1 0-1,1 0 0,0-1 0,-1 1 0,1 0 0,-1-1 0,1 1 0,-1-1 0,0 1 0,1-1 0,-1 1 0,1-1 0,-1 1 1,0-1-1,1 1 0,-1-1 0,0 1 0,1-2 0,18-30 43,-15 25-38,1-3 14,1 1 1,1 0-1,0 0 1,0 1-1,1 0 0,0 0 1,15-11-1,-17 15-2,-1 1-1,1 0 1,0 0 0,1 0-1,-1 1 1,0 0-1,1 0 1,0 0 0,-1 1-1,1 0 1,0 0-1,-1 1 1,14 1-1,-17 0-11,0 0 0,0 0 0,0 0 0,-1 0 0,1 1 0,0-1-1,-1 1 1,1 0 0,-1 0 0,1 0 0,-1 0 0,0 1 0,0-1-1,0 0 1,0 1 0,0-1 0,1 5 0,30 54 2,-27-48-18,4 24-561,-9-12-3114,-17-19-5283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2:28.527"/>
    </inkml:context>
    <inkml:brush xml:id="br0">
      <inkml:brushProperty name="width" value="0.05" units="cm"/>
      <inkml:brushProperty name="height" value="0.05" units="cm"/>
      <inkml:brushProperty name="color" value="#E71224"/>
    </inkml:brush>
  </inkml:definitions>
  <inkml:trace contextRef="#ctx0" brushRef="#br0">0 43 18953,'0'0'7923,"0"-42"-9844,0 49-3025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10:34:02.158"/>
    </inkml:context>
    <inkml:brush xml:id="br0">
      <inkml:brushProperty name="width" value="0.05" units="cm"/>
      <inkml:brushProperty name="height" value="0.05" units="cm"/>
      <inkml:brushProperty name="color" value="#E71224"/>
    </inkml:brush>
  </inkml:definitions>
  <inkml:trace contextRef="#ctx0" brushRef="#br0">717 0 8900,'-5'4'13158,"-9"7"-12571,-14 19-391,0-1-67,1 1 1,-44 66-1,23-9-67,3 3-1,-57 168 0,64-142-58,17-44-1,-4-1 0,-36 70-1,8-42-6,-39 78-11,90-172-19,-16 28 164,13-38 70,1-19-121,-1-16-81,-11-166 1236,8 588-766,8-378-467,0 0-1,0 0 1,0 0 0,0 0 0,1 0 0,-1 0 0,1 0-1,0-1 1,0 1 0,1 0 0,-1 0 0,1-1 0,0 1-1,0-1 1,0 0 0,0 1 0,1-1 0,-1 0 0,1 0 0,0-1-1,-1 1 1,2 0 0,-1-1 0,0 0 0,0 0 0,1 0-1,-1 0 1,1 0 0,-1-1 0,1 1 0,0-1 0,0 0 0,4 1-1,0-2 0,-1 1 0,1-1 0,0 0-1,0-1 1,-1 0 0,1 0 0,-1 0-1,1-1 1,-1 0 0,1-1 0,-1 0-1,0 0 1,0 0 0,0-1-1,-1 0 1,9-7 0,0-2-452,-1 0 1,-1-1-1,21-29 1,7-8-6699,-23 32 1812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11-08-2025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A75701-B17A-4AA0-909E-FBEBBC4DE68B}" type="slidenum">
              <a:rPr lang="en-IN" smtClean="0"/>
              <a:t>9</a:t>
            </a:fld>
            <a:endParaRPr lang="en-IN"/>
          </a:p>
        </p:txBody>
      </p:sp>
    </p:spTree>
    <p:extLst>
      <p:ext uri="{BB962C8B-B14F-4D97-AF65-F5344CB8AC3E}">
        <p14:creationId xmlns:p14="http://schemas.microsoft.com/office/powerpoint/2010/main" val="2613705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A75701-B17A-4AA0-909E-FBEBBC4DE68B}" type="slidenum">
              <a:rPr lang="en-IN" smtClean="0"/>
              <a:t>12</a:t>
            </a:fld>
            <a:endParaRPr lang="en-IN"/>
          </a:p>
        </p:txBody>
      </p:sp>
    </p:spTree>
    <p:extLst>
      <p:ext uri="{BB962C8B-B14F-4D97-AF65-F5344CB8AC3E}">
        <p14:creationId xmlns:p14="http://schemas.microsoft.com/office/powerpoint/2010/main" val="152659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A75701-B17A-4AA0-909E-FBEBBC4DE68B}" type="slidenum">
              <a:rPr lang="en-IN" smtClean="0"/>
              <a:t>13</a:t>
            </a:fld>
            <a:endParaRPr lang="en-IN"/>
          </a:p>
        </p:txBody>
      </p:sp>
    </p:spTree>
    <p:extLst>
      <p:ext uri="{BB962C8B-B14F-4D97-AF65-F5344CB8AC3E}">
        <p14:creationId xmlns:p14="http://schemas.microsoft.com/office/powerpoint/2010/main" val="680724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11-08-2025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11-08-2025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11-08-2025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8.xml"/><Relationship Id="rId18" Type="http://schemas.openxmlformats.org/officeDocument/2006/relationships/image" Target="../media/image23.png"/><Relationship Id="rId3" Type="http://schemas.openxmlformats.org/officeDocument/2006/relationships/customXml" Target="../ink/ink3.xml"/><Relationship Id="rId21" Type="http://schemas.openxmlformats.org/officeDocument/2006/relationships/customXml" Target="../ink/ink12.xml"/><Relationship Id="rId7" Type="http://schemas.openxmlformats.org/officeDocument/2006/relationships/customXml" Target="../ink/ink5.xml"/><Relationship Id="rId12" Type="http://schemas.openxmlformats.org/officeDocument/2006/relationships/image" Target="../media/image20.png"/><Relationship Id="rId17" Type="http://schemas.openxmlformats.org/officeDocument/2006/relationships/customXml" Target="../ink/ink10.xml"/><Relationship Id="rId2" Type="http://schemas.openxmlformats.org/officeDocument/2006/relationships/image" Target="../media/image7.png"/><Relationship Id="rId16" Type="http://schemas.openxmlformats.org/officeDocument/2006/relationships/image" Target="../media/image22.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7.xml"/><Relationship Id="rId24" Type="http://schemas.openxmlformats.org/officeDocument/2006/relationships/image" Target="../media/image26.png"/><Relationship Id="rId5" Type="http://schemas.openxmlformats.org/officeDocument/2006/relationships/customXml" Target="../ink/ink4.xml"/><Relationship Id="rId15" Type="http://schemas.openxmlformats.org/officeDocument/2006/relationships/customXml" Target="../ink/ink9.xml"/><Relationship Id="rId23" Type="http://schemas.openxmlformats.org/officeDocument/2006/relationships/customXml" Target="../ink/ink13.xml"/><Relationship Id="rId10" Type="http://schemas.openxmlformats.org/officeDocument/2006/relationships/image" Target="../media/image19.png"/><Relationship Id="rId19" Type="http://schemas.openxmlformats.org/officeDocument/2006/relationships/customXml" Target="../ink/ink11.xml"/><Relationship Id="rId4" Type="http://schemas.openxmlformats.org/officeDocument/2006/relationships/image" Target="../media/image16.png"/><Relationship Id="rId9" Type="http://schemas.openxmlformats.org/officeDocument/2006/relationships/customXml" Target="../ink/ink6.xml"/><Relationship Id="rId14" Type="http://schemas.openxmlformats.org/officeDocument/2006/relationships/image" Target="../media/image21.png"/><Relationship Id="rId22"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Lecture 6</a:t>
            </a:r>
            <a:r>
              <a:rPr lang="en-US" sz="4000" b="1">
                <a:solidFill>
                  <a:prstClr val="black"/>
                </a:solidFill>
                <a:latin typeface="Times New Roman" panose="02020603050405020304" pitchFamily="18" charset="0"/>
                <a:cs typeface="Times New Roman" panose="02020603050405020304" pitchFamily="18" charset="0"/>
              </a:rPr>
              <a:t> </a:t>
            </a:r>
            <a:r>
              <a:rPr lang="en-US" sz="4000" b="1" dirty="0">
                <a:solidFill>
                  <a:prstClr val="black"/>
                </a:solidFill>
                <a:latin typeface="Times New Roman" panose="02020603050405020304" pitchFamily="18" charset="0"/>
                <a:cs typeface="Times New Roman" panose="02020603050405020304" pitchFamily="18" charset="0"/>
              </a:rPr>
              <a:t>: Logistic Regression</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Linear regression and Logistic Regression</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1938992"/>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i="0" dirty="0">
                <a:solidFill>
                  <a:srgbClr val="001D35"/>
                </a:solidFill>
                <a:effectLst/>
                <a:latin typeface="Times New Roman" panose="02020603050405020304" pitchFamily="18" charset="0"/>
                <a:cs typeface="Times New Roman" panose="02020603050405020304" pitchFamily="18" charset="0"/>
              </a:rPr>
              <a:t>Linear regression</a:t>
            </a:r>
            <a:r>
              <a:rPr lang="en-US" sz="2400" b="0" i="0" dirty="0">
                <a:solidFill>
                  <a:srgbClr val="001D35"/>
                </a:solidFill>
                <a:effectLst/>
                <a:latin typeface="Times New Roman" panose="02020603050405020304" pitchFamily="18" charset="0"/>
                <a:cs typeface="Times New Roman" panose="02020603050405020304" pitchFamily="18" charset="0"/>
              </a:rPr>
              <a:t> and </a:t>
            </a:r>
            <a:r>
              <a:rPr lang="en-US" sz="2400" b="1" i="0" dirty="0">
                <a:solidFill>
                  <a:srgbClr val="001D35"/>
                </a:solidFill>
                <a:effectLst/>
                <a:latin typeface="Times New Roman" panose="02020603050405020304" pitchFamily="18" charset="0"/>
                <a:cs typeface="Times New Roman" panose="02020603050405020304" pitchFamily="18" charset="0"/>
              </a:rPr>
              <a:t>logistic regression</a:t>
            </a:r>
            <a:r>
              <a:rPr lang="en-US" sz="2400" b="0" i="0" dirty="0">
                <a:solidFill>
                  <a:srgbClr val="001D35"/>
                </a:solidFill>
                <a:effectLst/>
                <a:latin typeface="Times New Roman" panose="02020603050405020304" pitchFamily="18" charset="0"/>
                <a:cs typeface="Times New Roman" panose="02020603050405020304" pitchFamily="18" charset="0"/>
              </a:rPr>
              <a:t> are both supervised learning algorithms, but they are used for different types of problems. </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b="0" i="0" dirty="0">
              <a:solidFill>
                <a:srgbClr val="001D35"/>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i="0" dirty="0">
                <a:solidFill>
                  <a:srgbClr val="001D35"/>
                </a:solidFill>
                <a:effectLst/>
                <a:highlight>
                  <a:srgbClr val="00FFFF"/>
                </a:highlight>
                <a:latin typeface="Times New Roman" panose="02020603050405020304" pitchFamily="18" charset="0"/>
                <a:cs typeface="Times New Roman" panose="02020603050405020304" pitchFamily="18" charset="0"/>
              </a:rPr>
              <a:t>Linear regression predicts continuous numerical values, while logistic regression predicts the probability of a binary outcome</a:t>
            </a:r>
            <a:endParaRPr kumimoji="0" lang="en-US" sz="2400" b="1" i="0" u="none" strike="noStrike" kern="1200" cap="none" spc="0" normalizeH="0" baseline="0" noProof="0" dirty="0">
              <a:ln>
                <a:noFill/>
              </a:ln>
              <a:solidFill>
                <a:prstClr val="black"/>
              </a:solidFill>
              <a:effectLst/>
              <a:highlight>
                <a:srgbClr val="00FFFF"/>
              </a:highlight>
              <a:uLnTx/>
              <a:uFillTx/>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DB0EBFB-DD28-6329-106E-49651B2DAB99}"/>
                  </a:ext>
                </a:extLst>
              </p14:cNvPr>
              <p14:cNvContentPartPr/>
              <p14:nvPr/>
            </p14:nvContentPartPr>
            <p14:xfrm>
              <a:off x="1491840" y="1845000"/>
              <a:ext cx="8520480" cy="3090960"/>
            </p14:xfrm>
          </p:contentPart>
        </mc:Choice>
        <mc:Fallback xmlns="">
          <p:pic>
            <p:nvPicPr>
              <p:cNvPr id="6" name="Ink 5">
                <a:extLst>
                  <a:ext uri="{FF2B5EF4-FFF2-40B4-BE49-F238E27FC236}">
                    <a16:creationId xmlns:a16="http://schemas.microsoft.com/office/drawing/2014/main" id="{0DB0EBFB-DD28-6329-106E-49651B2DAB99}"/>
                  </a:ext>
                </a:extLst>
              </p:cNvPr>
              <p:cNvPicPr/>
              <p:nvPr/>
            </p:nvPicPr>
            <p:blipFill>
              <a:blip r:embed="rId3"/>
              <a:stretch>
                <a:fillRect/>
              </a:stretch>
            </p:blipFill>
            <p:spPr>
              <a:xfrm>
                <a:off x="1482480" y="1835640"/>
                <a:ext cx="8539200" cy="3109680"/>
              </a:xfrm>
              <a:prstGeom prst="rect">
                <a:avLst/>
              </a:prstGeom>
            </p:spPr>
          </p:pic>
        </mc:Fallback>
      </mc:AlternateContent>
    </p:spTree>
    <p:extLst>
      <p:ext uri="{BB962C8B-B14F-4D97-AF65-F5344CB8AC3E}">
        <p14:creationId xmlns:p14="http://schemas.microsoft.com/office/powerpoint/2010/main" val="4140097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1026" name="Picture 2" descr="Linear Regression - Analytical Solution and Simplified Example |">
            <a:extLst>
              <a:ext uri="{FF2B5EF4-FFF2-40B4-BE49-F238E27FC236}">
                <a16:creationId xmlns:a16="http://schemas.microsoft.com/office/drawing/2014/main" id="{DA7ECD50-09C0-E950-7E16-D14BDFA96E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13" t="9617" r="4713" b="7760"/>
          <a:stretch/>
        </p:blipFill>
        <p:spPr bwMode="auto">
          <a:xfrm>
            <a:off x="2011536" y="1184750"/>
            <a:ext cx="8383283" cy="4301649"/>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A191B73-2A5B-B08B-C8EA-242ACAC94AC3}"/>
              </a:ext>
            </a:extLst>
          </p:cNvPr>
          <p:cNvSpPr txBox="1">
            <a:spLocks/>
          </p:cNvSpPr>
          <p:nvPr/>
        </p:nvSpPr>
        <p:spPr>
          <a:xfrm>
            <a:off x="1007197" y="0"/>
            <a:ext cx="91732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a:solidFill>
                  <a:srgbClr val="C00000"/>
                </a:solidFill>
                <a:latin typeface="Times New Roman" pitchFamily="18" charset="0"/>
                <a:cs typeface="Times New Roman" pitchFamily="18" charset="0"/>
              </a:rPr>
              <a:t>Linear regression and Logistic Regression</a:t>
            </a:r>
            <a:endParaRPr lang="en-IN" sz="3200" b="1" dirty="0">
              <a:solidFill>
                <a:srgbClr val="C00000"/>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8EC78668-7651-C465-961C-037128C81F64}"/>
              </a:ext>
            </a:extLst>
          </p:cNvPr>
          <p:cNvSpPr txBox="1"/>
          <p:nvPr/>
        </p:nvSpPr>
        <p:spPr>
          <a:xfrm>
            <a:off x="1835670" y="5756748"/>
            <a:ext cx="9991569" cy="461665"/>
          </a:xfrm>
          <a:prstGeom prst="rect">
            <a:avLst/>
          </a:prstGeom>
          <a:noFill/>
        </p:spPr>
        <p:txBody>
          <a:bodyPr wrap="square">
            <a:spAutoFit/>
          </a:bodyPr>
          <a:lstStyle/>
          <a:p>
            <a:r>
              <a:rPr lang="en-US" sz="2400" b="1" i="0" dirty="0">
                <a:solidFill>
                  <a:srgbClr val="001D35"/>
                </a:solidFill>
                <a:effectLst/>
                <a:latin typeface="Times New Roman" panose="02020603050405020304" pitchFamily="18" charset="0"/>
                <a:cs typeface="Times New Roman" panose="02020603050405020304" pitchFamily="18" charset="0"/>
              </a:rPr>
              <a:t>Linear Regression:</a:t>
            </a:r>
            <a:r>
              <a:rPr lang="en-US" sz="2400" b="0" i="0" dirty="0">
                <a:solidFill>
                  <a:srgbClr val="001D35"/>
                </a:solidFill>
                <a:effectLst/>
                <a:latin typeface="Times New Roman" panose="02020603050405020304" pitchFamily="18" charset="0"/>
                <a:cs typeface="Times New Roman" panose="02020603050405020304" pitchFamily="18" charset="0"/>
              </a:rPr>
              <a:t> Outputs a continuous value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636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1028" name="Picture 4" descr="How the logistic regression model works">
            <a:extLst>
              <a:ext uri="{FF2B5EF4-FFF2-40B4-BE49-F238E27FC236}">
                <a16:creationId xmlns:a16="http://schemas.microsoft.com/office/drawing/2014/main" id="{9EB38397-7677-688E-50C9-38241A8E4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3668" y="1675150"/>
            <a:ext cx="7622490" cy="381124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Linear regression and Logistic Regression</a:t>
            </a:r>
          </a:p>
        </p:txBody>
      </p:sp>
      <p:sp>
        <p:nvSpPr>
          <p:cNvPr id="7" name="TextBox 6">
            <a:extLst>
              <a:ext uri="{FF2B5EF4-FFF2-40B4-BE49-F238E27FC236}">
                <a16:creationId xmlns:a16="http://schemas.microsoft.com/office/drawing/2014/main" id="{5B342FCF-FAC6-0422-9A8B-211B67755622}"/>
              </a:ext>
            </a:extLst>
          </p:cNvPr>
          <p:cNvSpPr txBox="1"/>
          <p:nvPr/>
        </p:nvSpPr>
        <p:spPr>
          <a:xfrm>
            <a:off x="2033668" y="5712767"/>
            <a:ext cx="9991569" cy="461665"/>
          </a:xfrm>
          <a:prstGeom prst="rect">
            <a:avLst/>
          </a:prstGeom>
          <a:noFill/>
        </p:spPr>
        <p:txBody>
          <a:bodyPr wrap="square">
            <a:spAutoFit/>
          </a:bodyPr>
          <a:lstStyle/>
          <a:p>
            <a:r>
              <a:rPr lang="en-US" sz="2400" b="1" i="0" dirty="0">
                <a:solidFill>
                  <a:srgbClr val="001D35"/>
                </a:solidFill>
                <a:effectLst/>
                <a:latin typeface="Times New Roman" panose="02020603050405020304" pitchFamily="18" charset="0"/>
                <a:cs typeface="Times New Roman" panose="02020603050405020304" pitchFamily="18" charset="0"/>
              </a:rPr>
              <a:t>Logistic Regression:</a:t>
            </a:r>
            <a:r>
              <a:rPr lang="en-US" sz="2400" b="0" i="0" dirty="0">
                <a:solidFill>
                  <a:srgbClr val="001D35"/>
                </a:solidFill>
                <a:effectLst/>
                <a:latin typeface="Times New Roman" panose="02020603050405020304" pitchFamily="18" charset="0"/>
                <a:cs typeface="Times New Roman" panose="02020603050405020304" pitchFamily="18" charset="0"/>
              </a:rPr>
              <a:t> Outputs a probability between 0 and 1</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48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a:t>
            </a:r>
          </a:p>
        </p:txBody>
      </p:sp>
      <p:sp>
        <p:nvSpPr>
          <p:cNvPr id="2" name="TextBox 1">
            <a:extLst>
              <a:ext uri="{FF2B5EF4-FFF2-40B4-BE49-F238E27FC236}">
                <a16:creationId xmlns:a16="http://schemas.microsoft.com/office/drawing/2014/main" id="{EE930AA0-10C3-0C0E-64FB-9421BB3921B2}"/>
              </a:ext>
            </a:extLst>
          </p:cNvPr>
          <p:cNvSpPr txBox="1"/>
          <p:nvPr/>
        </p:nvSpPr>
        <p:spPr>
          <a:xfrm>
            <a:off x="842305" y="1325563"/>
            <a:ext cx="10775072" cy="3416320"/>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dirty="0">
                <a:solidFill>
                  <a:srgbClr val="080809"/>
                </a:solidFill>
                <a:effectLst/>
                <a:latin typeface="Times New Roman" panose="02020603050405020304" pitchFamily="18" charset="0"/>
                <a:cs typeface="Times New Roman" panose="02020603050405020304" pitchFamily="18" charset="0"/>
              </a:rPr>
              <a:t>Logistic regression is defined as a supervised machine learning algorithm that accomplishes binary classification tasks by predicting the probability of an outcome</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b="1" dirty="0">
              <a:solidFill>
                <a:srgbClr val="080809"/>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1D35"/>
                </a:solidFill>
                <a:effectLst/>
                <a:latin typeface="Times New Roman" panose="02020603050405020304" pitchFamily="18" charset="0"/>
                <a:cs typeface="Times New Roman" panose="02020603050405020304" pitchFamily="18" charset="0"/>
              </a:rPr>
              <a:t>Analyzes the relationship between one or more independent variables and classifies data into discrete classes.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solidFill>
                <a:srgbClr val="001D35"/>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1D35"/>
                </a:solidFill>
                <a:effectLst/>
                <a:latin typeface="Times New Roman" panose="02020603050405020304" pitchFamily="18" charset="0"/>
                <a:cs typeface="Times New Roman" panose="02020603050405020304" pitchFamily="18" charset="0"/>
              </a:rPr>
              <a:t>It is used in predictive modeling, where the model estimates the mathematical probability of whether an instance belongs to a specific category or not.</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D329AF8-7CAC-215D-8EB4-8C6455877A61}"/>
                  </a:ext>
                </a:extLst>
              </p14:cNvPr>
              <p14:cNvContentPartPr/>
              <p14:nvPr/>
            </p14:nvContentPartPr>
            <p14:xfrm>
              <a:off x="2066760" y="2118960"/>
              <a:ext cx="10058400" cy="4530240"/>
            </p14:xfrm>
          </p:contentPart>
        </mc:Choice>
        <mc:Fallback xmlns="">
          <p:pic>
            <p:nvPicPr>
              <p:cNvPr id="4" name="Ink 3">
                <a:extLst>
                  <a:ext uri="{FF2B5EF4-FFF2-40B4-BE49-F238E27FC236}">
                    <a16:creationId xmlns:a16="http://schemas.microsoft.com/office/drawing/2014/main" id="{ED329AF8-7CAC-215D-8EB4-8C6455877A61}"/>
                  </a:ext>
                </a:extLst>
              </p:cNvPr>
              <p:cNvPicPr/>
              <p:nvPr/>
            </p:nvPicPr>
            <p:blipFill>
              <a:blip r:embed="rId3"/>
              <a:stretch>
                <a:fillRect/>
              </a:stretch>
            </p:blipFill>
            <p:spPr>
              <a:xfrm>
                <a:off x="2057400" y="2109600"/>
                <a:ext cx="10077120" cy="4548960"/>
              </a:xfrm>
              <a:prstGeom prst="rect">
                <a:avLst/>
              </a:prstGeom>
            </p:spPr>
          </p:pic>
        </mc:Fallback>
      </mc:AlternateContent>
    </p:spTree>
    <p:extLst>
      <p:ext uri="{BB962C8B-B14F-4D97-AF65-F5344CB8AC3E}">
        <p14:creationId xmlns:p14="http://schemas.microsoft.com/office/powerpoint/2010/main" val="2190308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a:t>
            </a:r>
          </a:p>
        </p:txBody>
      </p:sp>
      <p:sp>
        <p:nvSpPr>
          <p:cNvPr id="2" name="TextBox 1">
            <a:extLst>
              <a:ext uri="{FF2B5EF4-FFF2-40B4-BE49-F238E27FC236}">
                <a16:creationId xmlns:a16="http://schemas.microsoft.com/office/drawing/2014/main" id="{EE930AA0-10C3-0C0E-64FB-9421BB3921B2}"/>
              </a:ext>
            </a:extLst>
          </p:cNvPr>
          <p:cNvSpPr txBox="1"/>
          <p:nvPr/>
        </p:nvSpPr>
        <p:spPr>
          <a:xfrm>
            <a:off x="842305" y="1325563"/>
            <a:ext cx="10775072" cy="3785652"/>
          </a:xfrm>
          <a:prstGeom prst="rect">
            <a:avLst/>
          </a:prstGeom>
          <a:noFill/>
        </p:spPr>
        <p:txBody>
          <a:bodyPr wrap="square">
            <a:spAutoFit/>
          </a:bodyPr>
          <a:lstStyle/>
          <a:p>
            <a:pPr marL="342900" indent="-342900">
              <a:buFont typeface="Arial" panose="020B0604020202020204" pitchFamily="34" charset="0"/>
              <a:buChar char="•"/>
              <a:defRPr/>
            </a:pPr>
            <a:r>
              <a:rPr lang="en-US" sz="2400" dirty="0">
                <a:solidFill>
                  <a:srgbClr val="001D35"/>
                </a:solidFill>
                <a:latin typeface="Times New Roman" panose="02020603050405020304" pitchFamily="18" charset="0"/>
                <a:cs typeface="Times New Roman" panose="02020603050405020304" pitchFamily="18" charset="0"/>
              </a:rPr>
              <a:t>Used when the dependent variable is categorical.</a:t>
            </a:r>
          </a:p>
          <a:p>
            <a:pPr marL="342900" indent="-342900">
              <a:buFont typeface="Arial" panose="020B0604020202020204" pitchFamily="34" charset="0"/>
              <a:buChar char="•"/>
              <a:defRPr/>
            </a:pPr>
            <a:endParaRPr lang="en-US" sz="2400" dirty="0">
              <a:solidFill>
                <a:srgbClr val="001D35"/>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1D35"/>
                </a:solidFill>
                <a:effectLst/>
                <a:latin typeface="Times New Roman" panose="02020603050405020304" pitchFamily="18" charset="0"/>
                <a:cs typeface="Times New Roman" panose="02020603050405020304" pitchFamily="18" charset="0"/>
              </a:rPr>
              <a:t>0 – represents a negative class; 1 – represents a positive class. </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solidFill>
                <a:srgbClr val="001D35"/>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1D35"/>
                </a:solidFill>
                <a:effectLst/>
                <a:latin typeface="Times New Roman" panose="02020603050405020304" pitchFamily="18" charset="0"/>
                <a:cs typeface="Times New Roman" panose="02020603050405020304" pitchFamily="18" charset="0"/>
              </a:rPr>
              <a:t>Used in binary classification problems where the outcome variable reveals either of the two categories (0 and 1).</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solidFill>
                <a:srgbClr val="001D35"/>
              </a:solidFill>
              <a:effectLst/>
              <a:latin typeface="Times New Roman" panose="02020603050405020304" pitchFamily="18" charset="0"/>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i="0" dirty="0">
                <a:solidFill>
                  <a:srgbClr val="001D35"/>
                </a:solidFill>
                <a:effectLst/>
                <a:latin typeface="Times New Roman" panose="02020603050405020304" pitchFamily="18" charset="0"/>
                <a:cs typeface="Times New Roman" panose="02020603050405020304" pitchFamily="18" charset="0"/>
              </a:rPr>
              <a:t>Example: Predicting whether an email is spam or not. Spam category is positive class (1), and not spam is negative class (0)</a:t>
            </a:r>
            <a:r>
              <a:rPr lang="en-US" sz="2400" dirty="0">
                <a:solidFill>
                  <a:srgbClr val="001D35"/>
                </a:solidFill>
                <a:latin typeface="Times New Roman" panose="02020603050405020304" pitchFamily="18" charset="0"/>
                <a:cs typeface="Times New Roman" panose="02020603050405020304" pitchFamily="18" charset="0"/>
              </a:rPr>
              <a:t>. </a:t>
            </a: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Output: A probability value between 0 and 1, representing the likelihood of the positive class. </a:t>
            </a:r>
          </a:p>
        </p:txBody>
      </p:sp>
    </p:spTree>
    <p:extLst>
      <p:ext uri="{BB962C8B-B14F-4D97-AF65-F5344CB8AC3E}">
        <p14:creationId xmlns:p14="http://schemas.microsoft.com/office/powerpoint/2010/main" val="3622805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a:t>
            </a:r>
          </a:p>
        </p:txBody>
      </p:sp>
      <p:sp>
        <p:nvSpPr>
          <p:cNvPr id="2" name="TextBox 1">
            <a:extLst>
              <a:ext uri="{FF2B5EF4-FFF2-40B4-BE49-F238E27FC236}">
                <a16:creationId xmlns:a16="http://schemas.microsoft.com/office/drawing/2014/main" id="{EE930AA0-10C3-0C0E-64FB-9421BB3921B2}"/>
              </a:ext>
            </a:extLst>
          </p:cNvPr>
          <p:cNvSpPr txBox="1"/>
          <p:nvPr/>
        </p:nvSpPr>
        <p:spPr>
          <a:xfrm>
            <a:off x="842305" y="1325563"/>
            <a:ext cx="10775072" cy="4154984"/>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b="1" dirty="0">
                <a:solidFill>
                  <a:srgbClr val="080809"/>
                </a:solidFill>
                <a:effectLst/>
                <a:latin typeface="Times New Roman" panose="02020603050405020304" pitchFamily="18" charset="0"/>
                <a:cs typeface="Times New Roman" panose="02020603050405020304" pitchFamily="18" charset="0"/>
              </a:rPr>
              <a:t>Examples: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080809"/>
              </a:solidFill>
              <a:uLnTx/>
              <a:uFillTx/>
              <a:latin typeface="Times New Roman" panose="02020603050405020304" pitchFamily="18" charset="0"/>
              <a:ea typeface="+mn-ea"/>
              <a:cs typeface="Times New Roman" panose="02020603050405020304" pitchFamily="18" charset="0"/>
            </a:endParaRPr>
          </a:p>
          <a:p>
            <a:pPr marL="342900" indent="-342900">
              <a:buFont typeface="Arial" panose="020B0604020202020204" pitchFamily="34" charset="0"/>
              <a:buChar char="•"/>
              <a:defRPr/>
            </a:pPr>
            <a:r>
              <a:rPr lang="en-US" sz="2400" b="1" dirty="0">
                <a:solidFill>
                  <a:prstClr val="black"/>
                </a:solidFill>
                <a:latin typeface="Times New Roman" panose="02020603050405020304" pitchFamily="18" charset="0"/>
                <a:cs typeface="Times New Roman" panose="02020603050405020304" pitchFamily="18" charset="0"/>
              </a:rPr>
              <a:t>Determine the probability of heart attacks:</a:t>
            </a:r>
            <a:r>
              <a:rPr lang="en-US" sz="2400" dirty="0">
                <a:solidFill>
                  <a:prstClr val="black"/>
                </a:solidFill>
                <a:latin typeface="Times New Roman" panose="02020603050405020304" pitchFamily="18" charset="0"/>
                <a:cs typeface="Times New Roman" panose="02020603050405020304" pitchFamily="18" charset="0"/>
              </a:rPr>
              <a:t> Using logistic model, medical practitioners can determine the relationship between variables such as the weight, exercise, etc., of an individual and use it to predict whether the person will suffer from a heart attack or any other medical complication. </a:t>
            </a:r>
          </a:p>
          <a:p>
            <a:pPr marL="342900" indent="-342900">
              <a:buFont typeface="Arial" panose="020B0604020202020204" pitchFamily="34" charset="0"/>
              <a:buChar char="•"/>
              <a:defRPr/>
            </a:pP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indent="-342900">
              <a:buFont typeface="Arial" panose="020B0604020202020204" pitchFamily="34" charset="0"/>
              <a:buChar char="•"/>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Identifying spam emails:</a:t>
            </a: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Email inboxes are filtered to determine if the email communication is promotional/spam by understanding the predictor variables and applying a logistic regression algorithm to check its authenticity.</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24168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Types of Logistic Regression</a:t>
            </a:r>
          </a:p>
        </p:txBody>
      </p:sp>
      <p:sp>
        <p:nvSpPr>
          <p:cNvPr id="2" name="TextBox 1">
            <a:extLst>
              <a:ext uri="{FF2B5EF4-FFF2-40B4-BE49-F238E27FC236}">
                <a16:creationId xmlns:a16="http://schemas.microsoft.com/office/drawing/2014/main" id="{EE930AA0-10C3-0C0E-64FB-9421BB3921B2}"/>
              </a:ext>
            </a:extLst>
          </p:cNvPr>
          <p:cNvSpPr txBox="1"/>
          <p:nvPr/>
        </p:nvSpPr>
        <p:spPr>
          <a:xfrm>
            <a:off x="746564" y="1828801"/>
            <a:ext cx="10775072" cy="2677656"/>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dirty="0">
                <a:solidFill>
                  <a:srgbClr val="080809"/>
                </a:solidFill>
                <a:effectLst/>
                <a:latin typeface="Times New Roman" panose="02020603050405020304" pitchFamily="18" charset="0"/>
                <a:cs typeface="Times New Roman" panose="02020603050405020304" pitchFamily="18" charset="0"/>
              </a:rPr>
              <a:t>Binomial Logistic regression: </a:t>
            </a:r>
            <a:r>
              <a:rPr lang="en-US" sz="2400" dirty="0">
                <a:solidFill>
                  <a:srgbClr val="080809"/>
                </a:solidFill>
                <a:effectLst/>
                <a:latin typeface="Times New Roman" panose="02020603050405020304" pitchFamily="18" charset="0"/>
                <a:cs typeface="Times New Roman" panose="02020603050405020304" pitchFamily="18" charset="0"/>
              </a:rPr>
              <a:t>2 possible outcomes. Ex: spam or not spam</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080809"/>
              </a:solidFill>
              <a:uLnTx/>
              <a:uFillTx/>
              <a:latin typeface="Times New Roman" panose="02020603050405020304" pitchFamily="18" charset="0"/>
              <a:ea typeface="+mn-ea"/>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dirty="0">
                <a:solidFill>
                  <a:srgbClr val="080809"/>
                </a:solidFill>
                <a:effectLst/>
                <a:latin typeface="Times New Roman" panose="02020603050405020304" pitchFamily="18" charset="0"/>
                <a:cs typeface="Times New Roman" panose="02020603050405020304" pitchFamily="18" charset="0"/>
              </a:rPr>
              <a:t>Multinomial logistic regression: </a:t>
            </a:r>
            <a:r>
              <a:rPr lang="en-US" sz="2400" dirty="0">
                <a:solidFill>
                  <a:srgbClr val="080809"/>
                </a:solidFill>
                <a:effectLst/>
                <a:latin typeface="Times New Roman" panose="02020603050405020304" pitchFamily="18" charset="0"/>
                <a:cs typeface="Times New Roman" panose="02020603050405020304" pitchFamily="18" charset="0"/>
              </a:rPr>
              <a:t>3 or more categories but no order. Ex: Predicting which food is preferred more: Veg, Non-Veg, Vegan</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080809"/>
              </a:solidFill>
              <a:uLnTx/>
              <a:uFillTx/>
              <a:latin typeface="Times New Roman" panose="02020603050405020304" pitchFamily="18" charset="0"/>
              <a:ea typeface="+mn-ea"/>
              <a:cs typeface="Times New Roman" panose="02020603050405020304" pitchFamily="18"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1" dirty="0">
                <a:solidFill>
                  <a:srgbClr val="080809"/>
                </a:solidFill>
                <a:effectLst/>
                <a:latin typeface="Times New Roman" panose="02020603050405020304" pitchFamily="18" charset="0"/>
                <a:cs typeface="Times New Roman" panose="02020603050405020304" pitchFamily="18" charset="0"/>
              </a:rPr>
              <a:t>Ordinal Logistic regression: </a:t>
            </a:r>
            <a:r>
              <a:rPr lang="en-US" sz="2400" dirty="0">
                <a:solidFill>
                  <a:srgbClr val="080809"/>
                </a:solidFill>
                <a:effectLst/>
                <a:latin typeface="Times New Roman" panose="02020603050405020304" pitchFamily="18" charset="0"/>
                <a:cs typeface="Times New Roman" panose="02020603050405020304" pitchFamily="18" charset="0"/>
              </a:rPr>
              <a:t>3 or more categories with order. Ex: Movie rating from 1 to 5.</a:t>
            </a: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48381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 Equation</a:t>
            </a:r>
          </a:p>
        </p:txBody>
      </p:sp>
      <p:sp>
        <p:nvSpPr>
          <p:cNvPr id="2" name="TextBox 1">
            <a:extLst>
              <a:ext uri="{FF2B5EF4-FFF2-40B4-BE49-F238E27FC236}">
                <a16:creationId xmlns:a16="http://schemas.microsoft.com/office/drawing/2014/main" id="{EE930AA0-10C3-0C0E-64FB-9421BB3921B2}"/>
              </a:ext>
            </a:extLst>
          </p:cNvPr>
          <p:cNvSpPr txBox="1"/>
          <p:nvPr/>
        </p:nvSpPr>
        <p:spPr>
          <a:xfrm>
            <a:off x="842305" y="1325563"/>
            <a:ext cx="10775072" cy="1569660"/>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i="0" dirty="0">
                <a:solidFill>
                  <a:srgbClr val="001D35"/>
                </a:solidFill>
                <a:effectLst/>
                <a:latin typeface="Times New Roman" panose="02020603050405020304" pitchFamily="18" charset="0"/>
                <a:cs typeface="Times New Roman" panose="02020603050405020304" pitchFamily="18" charset="0"/>
              </a:rPr>
              <a:t>Logistic regression uses a logistic function called a sigmoid function to map predictions and their probabilities. </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i="0" dirty="0">
                <a:solidFill>
                  <a:srgbClr val="001D35"/>
                </a:solidFill>
                <a:effectLst/>
                <a:latin typeface="Times New Roman" panose="02020603050405020304" pitchFamily="18" charset="0"/>
                <a:cs typeface="Times New Roman" panose="02020603050405020304" pitchFamily="18" charset="0"/>
              </a:rPr>
              <a:t>The sigmoid function refers to an S-shaped curve that converts any real value to a range between 0 and 1.</a:t>
            </a:r>
          </a:p>
        </p:txBody>
      </p:sp>
      <p:pic>
        <p:nvPicPr>
          <p:cNvPr id="4" name="Picture 2" descr="Everything You Need to Know About Logistic Regression - Spiceworks">
            <a:extLst>
              <a:ext uri="{FF2B5EF4-FFF2-40B4-BE49-F238E27FC236}">
                <a16:creationId xmlns:a16="http://schemas.microsoft.com/office/drawing/2014/main" id="{A1E86822-6C96-D531-ADFC-B512574B7A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03" t="9183" r="19326"/>
          <a:stretch/>
        </p:blipFill>
        <p:spPr bwMode="auto">
          <a:xfrm>
            <a:off x="7373911" y="2895223"/>
            <a:ext cx="4017989" cy="352931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7B2E911-A5C8-7DD9-1534-6A5BCEB80E5D}"/>
              </a:ext>
            </a:extLst>
          </p:cNvPr>
          <p:cNvSpPr txBox="1"/>
          <p:nvPr/>
        </p:nvSpPr>
        <p:spPr>
          <a:xfrm>
            <a:off x="1807743" y="5532437"/>
            <a:ext cx="4422098" cy="76944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Where e = base of natural logarithm</a:t>
            </a:r>
          </a:p>
          <a:p>
            <a:r>
              <a:rPr lang="en-US" sz="2200" dirty="0">
                <a:latin typeface="Times New Roman" panose="02020603050405020304" pitchFamily="18" charset="0"/>
                <a:cs typeface="Times New Roman" panose="02020603050405020304" pitchFamily="18" charset="0"/>
              </a:rPr>
              <a:t>X = value we want to transform</a:t>
            </a:r>
          </a:p>
        </p:txBody>
      </p:sp>
      <p:pic>
        <p:nvPicPr>
          <p:cNvPr id="13" name="Picture 12">
            <a:extLst>
              <a:ext uri="{FF2B5EF4-FFF2-40B4-BE49-F238E27FC236}">
                <a16:creationId xmlns:a16="http://schemas.microsoft.com/office/drawing/2014/main" id="{F61DEAB3-BC33-BA7B-B91B-4C145689918F}"/>
              </a:ext>
            </a:extLst>
          </p:cNvPr>
          <p:cNvPicPr>
            <a:picLocks noChangeAspect="1"/>
          </p:cNvPicPr>
          <p:nvPr/>
        </p:nvPicPr>
        <p:blipFill>
          <a:blip r:embed="rId4"/>
          <a:stretch>
            <a:fillRect/>
          </a:stretch>
        </p:blipFill>
        <p:spPr>
          <a:xfrm>
            <a:off x="2564130" y="3772489"/>
            <a:ext cx="2029108" cy="952633"/>
          </a:xfrm>
          <a:prstGeom prst="rect">
            <a:avLst/>
          </a:prstGeom>
        </p:spPr>
      </p:pic>
    </p:spTree>
    <p:extLst>
      <p:ext uri="{BB962C8B-B14F-4D97-AF65-F5344CB8AC3E}">
        <p14:creationId xmlns:p14="http://schemas.microsoft.com/office/powerpoint/2010/main" val="166575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 Equation</a:t>
            </a:r>
          </a:p>
        </p:txBody>
      </p:sp>
      <p:sp>
        <p:nvSpPr>
          <p:cNvPr id="4" name="TextBox 3">
            <a:extLst>
              <a:ext uri="{FF2B5EF4-FFF2-40B4-BE49-F238E27FC236}">
                <a16:creationId xmlns:a16="http://schemas.microsoft.com/office/drawing/2014/main" id="{009313FB-39A2-997F-D984-8C0CFCA7FD88}"/>
              </a:ext>
            </a:extLst>
          </p:cNvPr>
          <p:cNvSpPr txBox="1"/>
          <p:nvPr/>
        </p:nvSpPr>
        <p:spPr>
          <a:xfrm>
            <a:off x="423870" y="2459504"/>
            <a:ext cx="6828644" cy="1938992"/>
          </a:xfrm>
          <a:prstGeom prst="rect">
            <a:avLst/>
          </a:prstGeom>
          <a:noFill/>
        </p:spPr>
        <p:txBody>
          <a:bodyPr wrap="square">
            <a:spAutoFit/>
          </a:bodyPr>
          <a:lstStyle/>
          <a:p>
            <a:r>
              <a:rPr lang="en-US" sz="2400" b="0" i="0" dirty="0">
                <a:solidFill>
                  <a:srgbClr val="080809"/>
                </a:solidFill>
                <a:effectLst/>
                <a:latin typeface="Times New Roman" panose="02020603050405020304" pitchFamily="18" charset="0"/>
                <a:cs typeface="Times New Roman" panose="02020603050405020304" pitchFamily="18" charset="0"/>
              </a:rPr>
              <a:t>If the output of sigmoid function is more than 0.5, we classify the outcome as 1 or Yes.</a:t>
            </a:r>
          </a:p>
          <a:p>
            <a:endParaRPr lang="en-US" sz="2400" dirty="0">
              <a:solidFill>
                <a:srgbClr val="080809"/>
              </a:solidFill>
              <a:latin typeface="Times New Roman" panose="02020603050405020304" pitchFamily="18" charset="0"/>
              <a:cs typeface="Times New Roman" panose="02020603050405020304" pitchFamily="18" charset="0"/>
            </a:endParaRPr>
          </a:p>
          <a:p>
            <a:r>
              <a:rPr lang="en-US" sz="2400" dirty="0">
                <a:solidFill>
                  <a:srgbClr val="080809"/>
                </a:solidFill>
                <a:latin typeface="Times New Roman" panose="02020603050405020304" pitchFamily="18" charset="0"/>
                <a:cs typeface="Times New Roman" panose="02020603050405020304" pitchFamily="18" charset="0"/>
              </a:rPr>
              <a:t>If the output of sigmoid function is less than 0.5, we classify the outcome as 0 or No.</a:t>
            </a: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F70E2A2-CC2E-79A8-B9F4-FB242BE84FB8}"/>
              </a:ext>
            </a:extLst>
          </p:cNvPr>
          <p:cNvPicPr>
            <a:picLocks noChangeAspect="1"/>
          </p:cNvPicPr>
          <p:nvPr/>
        </p:nvPicPr>
        <p:blipFill>
          <a:blip r:embed="rId2"/>
          <a:stretch>
            <a:fillRect/>
          </a:stretch>
        </p:blipFill>
        <p:spPr>
          <a:xfrm>
            <a:off x="7056831" y="1947655"/>
            <a:ext cx="4913041" cy="3328879"/>
          </a:xfrm>
          <a:prstGeom prst="rect">
            <a:avLst/>
          </a:prstGeom>
        </p:spPr>
      </p:pic>
    </p:spTree>
    <p:extLst>
      <p:ext uri="{BB962C8B-B14F-4D97-AF65-F5344CB8AC3E}">
        <p14:creationId xmlns:p14="http://schemas.microsoft.com/office/powerpoint/2010/main" val="593920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a:t>
            </a:r>
          </a:p>
        </p:txBody>
      </p:sp>
      <p:sp>
        <p:nvSpPr>
          <p:cNvPr id="9" name="TextBox 8">
            <a:extLst>
              <a:ext uri="{FF2B5EF4-FFF2-40B4-BE49-F238E27FC236}">
                <a16:creationId xmlns:a16="http://schemas.microsoft.com/office/drawing/2014/main" id="{15601E42-6596-C8AC-B614-51D640A5412E}"/>
              </a:ext>
            </a:extLst>
          </p:cNvPr>
          <p:cNvSpPr txBox="1"/>
          <p:nvPr/>
        </p:nvSpPr>
        <p:spPr>
          <a:xfrm>
            <a:off x="842305" y="1325563"/>
            <a:ext cx="10775072" cy="120032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dirty="0">
                <a:solidFill>
                  <a:srgbClr val="232F3E"/>
                </a:solidFill>
                <a:latin typeface="Amazon Ember"/>
              </a:rPr>
              <a:t>Lets say you are given inputs </a:t>
            </a:r>
            <a:r>
              <a:rPr lang="en-US" sz="2400" b="1" i="1" dirty="0">
                <a:solidFill>
                  <a:srgbClr val="232F3E"/>
                </a:solidFill>
                <a:effectLst/>
                <a:latin typeface="KaTeX_Main"/>
              </a:rPr>
              <a:t>X=(x</a:t>
            </a:r>
            <a:r>
              <a:rPr lang="en-US" sz="2400" b="1" i="1" baseline="-25000" dirty="0">
                <a:solidFill>
                  <a:srgbClr val="232F3E"/>
                </a:solidFill>
                <a:effectLst/>
                <a:latin typeface="KaTeX_Main"/>
              </a:rPr>
              <a:t>1</a:t>
            </a:r>
            <a:r>
              <a:rPr lang="en-US" sz="2400" b="1" i="1" dirty="0">
                <a:solidFill>
                  <a:srgbClr val="232F3E"/>
                </a:solidFill>
                <a:effectLst/>
                <a:latin typeface="KaTeX_Main"/>
              </a:rPr>
              <a:t>, x</a:t>
            </a:r>
            <a:r>
              <a:rPr lang="en-US" sz="2400" b="1" i="1" baseline="-25000" dirty="0">
                <a:solidFill>
                  <a:srgbClr val="232F3E"/>
                </a:solidFill>
                <a:effectLst/>
                <a:latin typeface="KaTeX_Main"/>
              </a:rPr>
              <a:t>2</a:t>
            </a:r>
            <a:r>
              <a:rPr lang="en-US" sz="2400" b="1" i="1" dirty="0">
                <a:solidFill>
                  <a:srgbClr val="232F3E"/>
                </a:solidFill>
                <a:effectLst/>
                <a:latin typeface="KaTeX_Main"/>
              </a:rPr>
              <a:t>, ... , </a:t>
            </a:r>
            <a:r>
              <a:rPr lang="en-US" sz="2400" b="1" i="1" dirty="0" err="1">
                <a:solidFill>
                  <a:srgbClr val="232F3E"/>
                </a:solidFill>
                <a:effectLst/>
                <a:latin typeface="KaTeX_Main"/>
              </a:rPr>
              <a:t>x</a:t>
            </a:r>
            <a:r>
              <a:rPr lang="en-US" sz="2400" b="1" i="1" baseline="-25000" dirty="0" err="1">
                <a:solidFill>
                  <a:srgbClr val="232F3E"/>
                </a:solidFill>
                <a:effectLst/>
                <a:latin typeface="KaTeX_Main"/>
              </a:rPr>
              <a:t>k</a:t>
            </a:r>
            <a:r>
              <a:rPr lang="en-US" sz="2400" b="1" i="1" dirty="0">
                <a:solidFill>
                  <a:srgbClr val="232F3E"/>
                </a:solidFill>
                <a:effectLst/>
                <a:latin typeface="KaTeX_Main"/>
              </a:rPr>
              <a:t>)</a:t>
            </a:r>
            <a:r>
              <a:rPr lang="en-US" sz="2400" b="0" dirty="0">
                <a:solidFill>
                  <a:srgbClr val="232F3E"/>
                </a:solidFill>
                <a:effectLst/>
                <a:latin typeface="KaTeX_Main"/>
              </a:rPr>
              <a:t> and </a:t>
            </a:r>
            <a:r>
              <a:rPr lang="en-US" sz="2400" b="0" dirty="0">
                <a:solidFill>
                  <a:srgbClr val="232F3E"/>
                </a:solidFill>
                <a:effectLst/>
                <a:latin typeface="Amazon Ember"/>
              </a:rPr>
              <a:t>o</a:t>
            </a:r>
            <a:r>
              <a:rPr lang="en-US" sz="2400" b="0" i="0" dirty="0">
                <a:solidFill>
                  <a:srgbClr val="232F3E"/>
                </a:solidFill>
                <a:effectLst/>
                <a:latin typeface="Amazon Ember"/>
              </a:rPr>
              <a:t>utcome </a:t>
            </a:r>
            <a:r>
              <a:rPr lang="en-US" sz="2400" b="1" i="1" dirty="0">
                <a:solidFill>
                  <a:srgbClr val="232F3E"/>
                </a:solidFill>
                <a:effectLst/>
                <a:latin typeface="KaTeX_Math"/>
              </a:rPr>
              <a:t>y</a:t>
            </a:r>
            <a:r>
              <a:rPr lang="en-US" sz="2400" b="0" i="0" dirty="0">
                <a:solidFill>
                  <a:srgbClr val="232F3E"/>
                </a:solidFill>
                <a:effectLst/>
                <a:latin typeface="Amazon Ember"/>
              </a:rPr>
              <a:t> falls into one of two categories (say 0 or 1)</a:t>
            </a:r>
          </a:p>
          <a:p>
            <a:pPr marR="0" lvl="0" algn="l" defTabSz="457200" rtl="0" eaLnBrk="1" fontAlgn="auto" latinLnBrk="0" hangingPunct="1">
              <a:lnSpc>
                <a:spcPct val="100000"/>
              </a:lnSpc>
              <a:spcBef>
                <a:spcPts val="0"/>
              </a:spcBef>
              <a:spcAft>
                <a:spcPts val="0"/>
              </a:spcAft>
              <a:buClrTx/>
              <a:buSzTx/>
              <a:tabLst/>
              <a:defRPr/>
            </a:pPr>
            <a:r>
              <a:rPr lang="en-US" sz="2400" dirty="0">
                <a:solidFill>
                  <a:srgbClr val="232F3E"/>
                </a:solidFill>
                <a:latin typeface="Amazon Ember"/>
              </a:rPr>
              <a:t>T</a:t>
            </a:r>
            <a:r>
              <a:rPr lang="en-US" sz="2400" b="0" i="0" dirty="0">
                <a:solidFill>
                  <a:srgbClr val="232F3E"/>
                </a:solidFill>
                <a:effectLst/>
                <a:latin typeface="Amazon Ember"/>
              </a:rPr>
              <a:t>he following equation is used to estimate the probability of </a:t>
            </a:r>
            <a:r>
              <a:rPr lang="en-US" sz="2400" b="1" i="1" dirty="0">
                <a:solidFill>
                  <a:srgbClr val="232F3E"/>
                </a:solidFill>
                <a:effectLst/>
                <a:latin typeface="KaTeX_Math"/>
              </a:rPr>
              <a:t>y:</a:t>
            </a:r>
            <a:r>
              <a:rPr lang="en-US" sz="2400" b="0" i="0" dirty="0">
                <a:solidFill>
                  <a:srgbClr val="232F3E"/>
                </a:solidFill>
                <a:effectLst/>
                <a:latin typeface="Amazon Ember"/>
              </a:rPr>
              <a:t> </a:t>
            </a: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3" name="Picture 12">
            <a:extLst>
              <a:ext uri="{FF2B5EF4-FFF2-40B4-BE49-F238E27FC236}">
                <a16:creationId xmlns:a16="http://schemas.microsoft.com/office/drawing/2014/main" id="{D0901A7D-5FD9-37C6-A573-A47B52A992ED}"/>
              </a:ext>
            </a:extLst>
          </p:cNvPr>
          <p:cNvPicPr>
            <a:picLocks noChangeAspect="1"/>
          </p:cNvPicPr>
          <p:nvPr/>
        </p:nvPicPr>
        <p:blipFill>
          <a:blip r:embed="rId2"/>
          <a:stretch>
            <a:fillRect/>
          </a:stretch>
        </p:blipFill>
        <p:spPr>
          <a:xfrm>
            <a:off x="2547144" y="2569221"/>
            <a:ext cx="6740081" cy="2131361"/>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25131422-76E7-B9DC-FCD8-CF6541D871F6}"/>
                  </a:ext>
                </a:extLst>
              </p14:cNvPr>
              <p14:cNvContentPartPr/>
              <p14:nvPr/>
            </p14:nvContentPartPr>
            <p14:xfrm>
              <a:off x="9133123" y="4434368"/>
              <a:ext cx="42840" cy="7920"/>
            </p14:xfrm>
          </p:contentPart>
        </mc:Choice>
        <mc:Fallback xmlns="">
          <p:pic>
            <p:nvPicPr>
              <p:cNvPr id="14" name="Ink 13">
                <a:extLst>
                  <a:ext uri="{FF2B5EF4-FFF2-40B4-BE49-F238E27FC236}">
                    <a16:creationId xmlns:a16="http://schemas.microsoft.com/office/drawing/2014/main" id="{25131422-76E7-B9DC-FCD8-CF6541D871F6}"/>
                  </a:ext>
                </a:extLst>
              </p:cNvPr>
              <p:cNvPicPr/>
              <p:nvPr/>
            </p:nvPicPr>
            <p:blipFill>
              <a:blip r:embed="rId4"/>
              <a:stretch>
                <a:fillRect/>
              </a:stretch>
            </p:blipFill>
            <p:spPr>
              <a:xfrm>
                <a:off x="9124483" y="4425368"/>
                <a:ext cx="60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2A7BC3EE-75F7-7F38-3D57-2592A2DC7807}"/>
                  </a:ext>
                </a:extLst>
              </p14:cNvPr>
              <p14:cNvContentPartPr/>
              <p14:nvPr/>
            </p14:nvContentPartPr>
            <p14:xfrm>
              <a:off x="9148603" y="4351928"/>
              <a:ext cx="343080" cy="132840"/>
            </p14:xfrm>
          </p:contentPart>
        </mc:Choice>
        <mc:Fallback xmlns="">
          <p:pic>
            <p:nvPicPr>
              <p:cNvPr id="15" name="Ink 14">
                <a:extLst>
                  <a:ext uri="{FF2B5EF4-FFF2-40B4-BE49-F238E27FC236}">
                    <a16:creationId xmlns:a16="http://schemas.microsoft.com/office/drawing/2014/main" id="{2A7BC3EE-75F7-7F38-3D57-2592A2DC7807}"/>
                  </a:ext>
                </a:extLst>
              </p:cNvPr>
              <p:cNvPicPr/>
              <p:nvPr/>
            </p:nvPicPr>
            <p:blipFill>
              <a:blip r:embed="rId6"/>
              <a:stretch>
                <a:fillRect/>
              </a:stretch>
            </p:blipFill>
            <p:spPr>
              <a:xfrm>
                <a:off x="9139963" y="4343288"/>
                <a:ext cx="360720" cy="150480"/>
              </a:xfrm>
              <a:prstGeom prst="rect">
                <a:avLst/>
              </a:prstGeom>
            </p:spPr>
          </p:pic>
        </mc:Fallback>
      </mc:AlternateContent>
      <p:grpSp>
        <p:nvGrpSpPr>
          <p:cNvPr id="23" name="Group 22">
            <a:extLst>
              <a:ext uri="{FF2B5EF4-FFF2-40B4-BE49-F238E27FC236}">
                <a16:creationId xmlns:a16="http://schemas.microsoft.com/office/drawing/2014/main" id="{0E525A24-A14A-1E8A-5189-C3914DD29323}"/>
              </a:ext>
            </a:extLst>
          </p:cNvPr>
          <p:cNvGrpSpPr/>
          <p:nvPr/>
        </p:nvGrpSpPr>
        <p:grpSpPr>
          <a:xfrm>
            <a:off x="9624523" y="4081568"/>
            <a:ext cx="609480" cy="568080"/>
            <a:chOff x="9624523" y="4081568"/>
            <a:chExt cx="609480" cy="56808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733335C1-165A-5915-BD92-DCA9BE0D613A}"/>
                    </a:ext>
                  </a:extLst>
                </p14:cNvPr>
                <p14:cNvContentPartPr/>
                <p14:nvPr/>
              </p14:nvContentPartPr>
              <p14:xfrm>
                <a:off x="9624523" y="4081568"/>
                <a:ext cx="185760" cy="448200"/>
              </p14:xfrm>
            </p:contentPart>
          </mc:Choice>
          <mc:Fallback xmlns="">
            <p:pic>
              <p:nvPicPr>
                <p:cNvPr id="16" name="Ink 15">
                  <a:extLst>
                    <a:ext uri="{FF2B5EF4-FFF2-40B4-BE49-F238E27FC236}">
                      <a16:creationId xmlns:a16="http://schemas.microsoft.com/office/drawing/2014/main" id="{733335C1-165A-5915-BD92-DCA9BE0D613A}"/>
                    </a:ext>
                  </a:extLst>
                </p:cNvPr>
                <p:cNvPicPr/>
                <p:nvPr/>
              </p:nvPicPr>
              <p:blipFill>
                <a:blip r:embed="rId8"/>
                <a:stretch>
                  <a:fillRect/>
                </a:stretch>
              </p:blipFill>
              <p:spPr>
                <a:xfrm>
                  <a:off x="9615523" y="4072928"/>
                  <a:ext cx="20340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768F77D3-E2FB-26BB-9CDE-770A0567D25D}"/>
                    </a:ext>
                  </a:extLst>
                </p14:cNvPr>
                <p14:cNvContentPartPr/>
                <p14:nvPr/>
              </p14:nvContentPartPr>
              <p14:xfrm>
                <a:off x="9921523" y="4321688"/>
                <a:ext cx="6840" cy="2160"/>
              </p14:xfrm>
            </p:contentPart>
          </mc:Choice>
          <mc:Fallback xmlns="">
            <p:pic>
              <p:nvPicPr>
                <p:cNvPr id="17" name="Ink 16">
                  <a:extLst>
                    <a:ext uri="{FF2B5EF4-FFF2-40B4-BE49-F238E27FC236}">
                      <a16:creationId xmlns:a16="http://schemas.microsoft.com/office/drawing/2014/main" id="{768F77D3-E2FB-26BB-9CDE-770A0567D25D}"/>
                    </a:ext>
                  </a:extLst>
                </p:cNvPr>
                <p:cNvPicPr/>
                <p:nvPr/>
              </p:nvPicPr>
              <p:blipFill>
                <a:blip r:embed="rId10"/>
                <a:stretch>
                  <a:fillRect/>
                </a:stretch>
              </p:blipFill>
              <p:spPr>
                <a:xfrm>
                  <a:off x="9912883" y="4312688"/>
                  <a:ext cx="244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470DF1F5-A0FD-BBC0-9EF6-E8AE1EE43534}"/>
                    </a:ext>
                  </a:extLst>
                </p14:cNvPr>
                <p14:cNvContentPartPr/>
                <p14:nvPr/>
              </p14:nvContentPartPr>
              <p14:xfrm>
                <a:off x="10060843" y="4088048"/>
                <a:ext cx="173160" cy="561600"/>
              </p14:xfrm>
            </p:contentPart>
          </mc:Choice>
          <mc:Fallback xmlns="">
            <p:pic>
              <p:nvPicPr>
                <p:cNvPr id="18" name="Ink 17">
                  <a:extLst>
                    <a:ext uri="{FF2B5EF4-FFF2-40B4-BE49-F238E27FC236}">
                      <a16:creationId xmlns:a16="http://schemas.microsoft.com/office/drawing/2014/main" id="{470DF1F5-A0FD-BBC0-9EF6-E8AE1EE43534}"/>
                    </a:ext>
                  </a:extLst>
                </p:cNvPr>
                <p:cNvPicPr/>
                <p:nvPr/>
              </p:nvPicPr>
              <p:blipFill>
                <a:blip r:embed="rId12"/>
                <a:stretch>
                  <a:fillRect/>
                </a:stretch>
              </p:blipFill>
              <p:spPr>
                <a:xfrm>
                  <a:off x="10052203" y="4079408"/>
                  <a:ext cx="190800" cy="579240"/>
                </a:xfrm>
                <a:prstGeom prst="rect">
                  <a:avLst/>
                </a:prstGeom>
              </p:spPr>
            </p:pic>
          </mc:Fallback>
        </mc:AlternateContent>
      </p:grpSp>
      <p:grpSp>
        <p:nvGrpSpPr>
          <p:cNvPr id="22" name="Group 21">
            <a:extLst>
              <a:ext uri="{FF2B5EF4-FFF2-40B4-BE49-F238E27FC236}">
                <a16:creationId xmlns:a16="http://schemas.microsoft.com/office/drawing/2014/main" id="{7B47FB68-B4A0-F9EF-0582-8B7AAD5846C8}"/>
              </a:ext>
            </a:extLst>
          </p:cNvPr>
          <p:cNvGrpSpPr/>
          <p:nvPr/>
        </p:nvGrpSpPr>
        <p:grpSpPr>
          <a:xfrm>
            <a:off x="10459363" y="4108568"/>
            <a:ext cx="788760" cy="268200"/>
            <a:chOff x="10459363" y="4108568"/>
            <a:chExt cx="788760" cy="268200"/>
          </a:xfrm>
        </p:grpSpPr>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05A020C7-3567-072E-9F43-086A8EA0A52B}"/>
                    </a:ext>
                  </a:extLst>
                </p14:cNvPr>
                <p14:cNvContentPartPr/>
                <p14:nvPr/>
              </p14:nvContentPartPr>
              <p14:xfrm>
                <a:off x="10459363" y="4108568"/>
                <a:ext cx="112680" cy="256680"/>
              </p14:xfrm>
            </p:contentPart>
          </mc:Choice>
          <mc:Fallback xmlns="">
            <p:pic>
              <p:nvPicPr>
                <p:cNvPr id="19" name="Ink 18">
                  <a:extLst>
                    <a:ext uri="{FF2B5EF4-FFF2-40B4-BE49-F238E27FC236}">
                      <a16:creationId xmlns:a16="http://schemas.microsoft.com/office/drawing/2014/main" id="{05A020C7-3567-072E-9F43-086A8EA0A52B}"/>
                    </a:ext>
                  </a:extLst>
                </p:cNvPr>
                <p:cNvPicPr/>
                <p:nvPr/>
              </p:nvPicPr>
              <p:blipFill>
                <a:blip r:embed="rId14"/>
                <a:stretch>
                  <a:fillRect/>
                </a:stretch>
              </p:blipFill>
              <p:spPr>
                <a:xfrm>
                  <a:off x="10450723" y="4099568"/>
                  <a:ext cx="1303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5F056795-7C5D-50C8-C497-FA1CD8D8B6A5}"/>
                    </a:ext>
                  </a:extLst>
                </p14:cNvPr>
                <p14:cNvContentPartPr/>
                <p14:nvPr/>
              </p14:nvContentPartPr>
              <p14:xfrm>
                <a:off x="10567003" y="4129088"/>
                <a:ext cx="21240" cy="32040"/>
              </p14:xfrm>
            </p:contentPart>
          </mc:Choice>
          <mc:Fallback xmlns="">
            <p:pic>
              <p:nvPicPr>
                <p:cNvPr id="20" name="Ink 19">
                  <a:extLst>
                    <a:ext uri="{FF2B5EF4-FFF2-40B4-BE49-F238E27FC236}">
                      <a16:creationId xmlns:a16="http://schemas.microsoft.com/office/drawing/2014/main" id="{5F056795-7C5D-50C8-C497-FA1CD8D8B6A5}"/>
                    </a:ext>
                  </a:extLst>
                </p:cNvPr>
                <p:cNvPicPr/>
                <p:nvPr/>
              </p:nvPicPr>
              <p:blipFill>
                <a:blip r:embed="rId16"/>
                <a:stretch>
                  <a:fillRect/>
                </a:stretch>
              </p:blipFill>
              <p:spPr>
                <a:xfrm>
                  <a:off x="10558363" y="4120088"/>
                  <a:ext cx="388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CD0551C1-AA72-8C73-70B5-BAB92EAB829B}"/>
                    </a:ext>
                  </a:extLst>
                </p14:cNvPr>
                <p14:cNvContentPartPr/>
                <p14:nvPr/>
              </p14:nvContentPartPr>
              <p14:xfrm>
                <a:off x="10673923" y="4260848"/>
                <a:ext cx="574200" cy="115920"/>
              </p14:xfrm>
            </p:contentPart>
          </mc:Choice>
          <mc:Fallback xmlns="">
            <p:pic>
              <p:nvPicPr>
                <p:cNvPr id="21" name="Ink 20">
                  <a:extLst>
                    <a:ext uri="{FF2B5EF4-FFF2-40B4-BE49-F238E27FC236}">
                      <a16:creationId xmlns:a16="http://schemas.microsoft.com/office/drawing/2014/main" id="{CD0551C1-AA72-8C73-70B5-BAB92EAB829B}"/>
                    </a:ext>
                  </a:extLst>
                </p:cNvPr>
                <p:cNvPicPr/>
                <p:nvPr/>
              </p:nvPicPr>
              <p:blipFill>
                <a:blip r:embed="rId18"/>
                <a:stretch>
                  <a:fillRect/>
                </a:stretch>
              </p:blipFill>
              <p:spPr>
                <a:xfrm>
                  <a:off x="10665283" y="4251848"/>
                  <a:ext cx="591840" cy="133560"/>
                </a:xfrm>
                <a:prstGeom prst="rect">
                  <a:avLst/>
                </a:prstGeom>
              </p:spPr>
            </p:pic>
          </mc:Fallback>
        </mc:AlternateContent>
      </p:grpSp>
      <p:grpSp>
        <p:nvGrpSpPr>
          <p:cNvPr id="26" name="Group 25">
            <a:extLst>
              <a:ext uri="{FF2B5EF4-FFF2-40B4-BE49-F238E27FC236}">
                <a16:creationId xmlns:a16="http://schemas.microsoft.com/office/drawing/2014/main" id="{76A2B058-7F62-5AD6-1297-CDE624E3E84A}"/>
              </a:ext>
            </a:extLst>
          </p:cNvPr>
          <p:cNvGrpSpPr/>
          <p:nvPr/>
        </p:nvGrpSpPr>
        <p:grpSpPr>
          <a:xfrm>
            <a:off x="10664203" y="4542368"/>
            <a:ext cx="1317600" cy="574560"/>
            <a:chOff x="10664203" y="4542368"/>
            <a:chExt cx="1317600" cy="574560"/>
          </a:xfrm>
        </p:grpSpPr>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648C8D2A-55E5-FB55-5B3A-B54ABD605C61}"/>
                    </a:ext>
                  </a:extLst>
                </p14:cNvPr>
                <p14:cNvContentPartPr/>
                <p14:nvPr/>
              </p14:nvContentPartPr>
              <p14:xfrm>
                <a:off x="10664203" y="4634168"/>
                <a:ext cx="1317600" cy="482760"/>
              </p14:xfrm>
            </p:contentPart>
          </mc:Choice>
          <mc:Fallback xmlns="">
            <p:pic>
              <p:nvPicPr>
                <p:cNvPr id="24" name="Ink 23">
                  <a:extLst>
                    <a:ext uri="{FF2B5EF4-FFF2-40B4-BE49-F238E27FC236}">
                      <a16:creationId xmlns:a16="http://schemas.microsoft.com/office/drawing/2014/main" id="{648C8D2A-55E5-FB55-5B3A-B54ABD605C61}"/>
                    </a:ext>
                  </a:extLst>
                </p:cNvPr>
                <p:cNvPicPr/>
                <p:nvPr/>
              </p:nvPicPr>
              <p:blipFill>
                <a:blip r:embed="rId20"/>
                <a:stretch>
                  <a:fillRect/>
                </a:stretch>
              </p:blipFill>
              <p:spPr>
                <a:xfrm>
                  <a:off x="10655203" y="4625168"/>
                  <a:ext cx="1335240" cy="500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975B212C-4EFD-C04D-DACF-8F72A8719FCB}"/>
                    </a:ext>
                  </a:extLst>
                </p14:cNvPr>
                <p14:cNvContentPartPr/>
                <p14:nvPr/>
              </p14:nvContentPartPr>
              <p14:xfrm>
                <a:off x="11649883" y="4542368"/>
                <a:ext cx="360" cy="15840"/>
              </p14:xfrm>
            </p:contentPart>
          </mc:Choice>
          <mc:Fallback xmlns="">
            <p:pic>
              <p:nvPicPr>
                <p:cNvPr id="25" name="Ink 24">
                  <a:extLst>
                    <a:ext uri="{FF2B5EF4-FFF2-40B4-BE49-F238E27FC236}">
                      <a16:creationId xmlns:a16="http://schemas.microsoft.com/office/drawing/2014/main" id="{975B212C-4EFD-C04D-DACF-8F72A8719FCB}"/>
                    </a:ext>
                  </a:extLst>
                </p:cNvPr>
                <p:cNvPicPr/>
                <p:nvPr/>
              </p:nvPicPr>
              <p:blipFill>
                <a:blip r:embed="rId22"/>
                <a:stretch>
                  <a:fillRect/>
                </a:stretch>
              </p:blipFill>
              <p:spPr>
                <a:xfrm>
                  <a:off x="11640883" y="4533728"/>
                  <a:ext cx="18000" cy="33480"/>
                </a:xfrm>
                <a:prstGeom prst="rect">
                  <a:avLst/>
                </a:prstGeom>
              </p:spPr>
            </p:pic>
          </mc:Fallback>
        </mc:AlternateContent>
      </p:grpSp>
      <p:sp>
        <p:nvSpPr>
          <p:cNvPr id="28" name="TextBox 27">
            <a:extLst>
              <a:ext uri="{FF2B5EF4-FFF2-40B4-BE49-F238E27FC236}">
                <a16:creationId xmlns:a16="http://schemas.microsoft.com/office/drawing/2014/main" id="{F2076398-1260-2117-8A0D-5A76FAF6CA23}"/>
              </a:ext>
            </a:extLst>
          </p:cNvPr>
          <p:cNvSpPr txBox="1"/>
          <p:nvPr/>
        </p:nvSpPr>
        <p:spPr>
          <a:xfrm>
            <a:off x="1007197" y="5172094"/>
            <a:ext cx="10101824" cy="1569660"/>
          </a:xfrm>
          <a:prstGeom prst="rect">
            <a:avLst/>
          </a:prstGeom>
          <a:noFill/>
        </p:spPr>
        <p:txBody>
          <a:bodyPr wrap="square">
            <a:spAutoFit/>
          </a:bodyPr>
          <a:lstStyle/>
          <a:p>
            <a:r>
              <a:rPr lang="en-US" sz="2400" b="0" i="0" dirty="0">
                <a:solidFill>
                  <a:srgbClr val="232F3E"/>
                </a:solidFill>
                <a:effectLst/>
                <a:latin typeface="Times New Roman" panose="02020603050405020304" pitchFamily="18" charset="0"/>
                <a:cs typeface="Times New Roman" panose="02020603050405020304" pitchFamily="18" charset="0"/>
              </a:rPr>
              <a:t>This is called a </a:t>
            </a:r>
            <a:r>
              <a:rPr lang="en-US" sz="2400" b="1" i="0" dirty="0">
                <a:solidFill>
                  <a:srgbClr val="232F3E"/>
                </a:solidFill>
                <a:effectLst/>
                <a:latin typeface="Times New Roman" panose="02020603050405020304" pitchFamily="18" charset="0"/>
                <a:cs typeface="Times New Roman" panose="02020603050405020304" pitchFamily="18" charset="0"/>
              </a:rPr>
              <a:t>linear predictor</a:t>
            </a:r>
            <a:r>
              <a:rPr lang="en-US" sz="2400" b="0" i="0" dirty="0">
                <a:solidFill>
                  <a:srgbClr val="232F3E"/>
                </a:solidFill>
                <a:effectLst/>
                <a:latin typeface="Times New Roman" panose="02020603050405020304" pitchFamily="18" charset="0"/>
                <a:cs typeface="Times New Roman" panose="02020603050405020304" pitchFamily="18" charset="0"/>
              </a:rPr>
              <a:t>, and it is transformed by the sigmoid function so that the values fall between 0 and 1, </a:t>
            </a:r>
          </a:p>
          <a:p>
            <a:r>
              <a:rPr lang="en-US" sz="2400" dirty="0">
                <a:solidFill>
                  <a:srgbClr val="232F3E"/>
                </a:solidFill>
                <a:latin typeface="Times New Roman" panose="02020603050405020304" pitchFamily="18" charset="0"/>
                <a:cs typeface="Times New Roman" panose="02020603050405020304" pitchFamily="18" charset="0"/>
              </a:rPr>
              <a:t>And</a:t>
            </a:r>
            <a:r>
              <a:rPr lang="en-US" sz="2400" b="0" i="0" dirty="0">
                <a:solidFill>
                  <a:srgbClr val="232F3E"/>
                </a:solidFill>
                <a:effectLst/>
                <a:latin typeface="Times New Roman" panose="02020603050405020304" pitchFamily="18" charset="0"/>
                <a:cs typeface="Times New Roman" panose="02020603050405020304" pitchFamily="18" charset="0"/>
              </a:rPr>
              <a:t> can therefore be interpreted as probabilities. This resulting probability is then compared to a threshold to predict a class for </a:t>
            </a:r>
            <a:r>
              <a:rPr lang="en-US" sz="2400" b="1" i="1" dirty="0">
                <a:solidFill>
                  <a:srgbClr val="232F3E"/>
                </a:solidFill>
                <a:effectLst/>
                <a:latin typeface="Times New Roman" panose="02020603050405020304" pitchFamily="18" charset="0"/>
                <a:cs typeface="Times New Roman" panose="02020603050405020304" pitchFamily="18" charset="0"/>
              </a:rPr>
              <a:t>y</a:t>
            </a:r>
            <a:r>
              <a:rPr lang="en-US" sz="2400" b="0" i="0" dirty="0">
                <a:solidFill>
                  <a:srgbClr val="232F3E"/>
                </a:solidFill>
                <a:effectLst/>
                <a:latin typeface="Times New Roman" panose="02020603050405020304" pitchFamily="18" charset="0"/>
                <a:cs typeface="Times New Roman" panose="02020603050405020304" pitchFamily="18" charset="0"/>
              </a:rPr>
              <a:t> based on </a:t>
            </a:r>
            <a:r>
              <a:rPr lang="en-US" sz="2400" b="1" i="1" dirty="0">
                <a:solidFill>
                  <a:srgbClr val="232F3E"/>
                </a:solidFill>
                <a:effectLst/>
                <a:latin typeface="Times New Roman" panose="02020603050405020304" pitchFamily="18" charset="0"/>
                <a:cs typeface="Times New Roman" panose="02020603050405020304" pitchFamily="18" charset="0"/>
              </a:rPr>
              <a:t>X</a:t>
            </a:r>
            <a:r>
              <a:rPr lang="en-US" sz="2400" b="0" i="0" dirty="0">
                <a:solidFill>
                  <a:srgbClr val="232F3E"/>
                </a:solidFill>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3">
            <p14:nvContentPartPr>
              <p14:cNvPr id="29" name="Ink 28">
                <a:extLst>
                  <a:ext uri="{FF2B5EF4-FFF2-40B4-BE49-F238E27FC236}">
                    <a16:creationId xmlns:a16="http://schemas.microsoft.com/office/drawing/2014/main" id="{CCF4E811-D523-9015-8C0B-2520629C3608}"/>
                  </a:ext>
                </a:extLst>
              </p14:cNvPr>
              <p14:cNvContentPartPr/>
              <p14:nvPr/>
            </p14:nvContentPartPr>
            <p14:xfrm>
              <a:off x="4382563" y="4529768"/>
              <a:ext cx="258480" cy="560880"/>
            </p14:xfrm>
          </p:contentPart>
        </mc:Choice>
        <mc:Fallback xmlns="">
          <p:pic>
            <p:nvPicPr>
              <p:cNvPr id="29" name="Ink 28">
                <a:extLst>
                  <a:ext uri="{FF2B5EF4-FFF2-40B4-BE49-F238E27FC236}">
                    <a16:creationId xmlns:a16="http://schemas.microsoft.com/office/drawing/2014/main" id="{CCF4E811-D523-9015-8C0B-2520629C3608}"/>
                  </a:ext>
                </a:extLst>
              </p:cNvPr>
              <p:cNvPicPr/>
              <p:nvPr/>
            </p:nvPicPr>
            <p:blipFill>
              <a:blip r:embed="rId24"/>
              <a:stretch>
                <a:fillRect/>
              </a:stretch>
            </p:blipFill>
            <p:spPr>
              <a:xfrm>
                <a:off x="4373923" y="4520768"/>
                <a:ext cx="276120" cy="578520"/>
              </a:xfrm>
              <a:prstGeom prst="rect">
                <a:avLst/>
              </a:prstGeom>
            </p:spPr>
          </p:pic>
        </mc:Fallback>
      </mc:AlternateContent>
    </p:spTree>
    <p:extLst>
      <p:ext uri="{BB962C8B-B14F-4D97-AF65-F5344CB8AC3E}">
        <p14:creationId xmlns:p14="http://schemas.microsoft.com/office/powerpoint/2010/main" val="1198815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 Example</a:t>
            </a:r>
          </a:p>
        </p:txBody>
      </p:sp>
      <p:sp>
        <p:nvSpPr>
          <p:cNvPr id="7" name="TextBox 6">
            <a:extLst>
              <a:ext uri="{FF2B5EF4-FFF2-40B4-BE49-F238E27FC236}">
                <a16:creationId xmlns:a16="http://schemas.microsoft.com/office/drawing/2014/main" id="{516323DB-BB47-5627-F646-B4D382BEC237}"/>
              </a:ext>
            </a:extLst>
          </p:cNvPr>
          <p:cNvSpPr txBox="1"/>
          <p:nvPr/>
        </p:nvSpPr>
        <p:spPr>
          <a:xfrm>
            <a:off x="1007197" y="1085723"/>
            <a:ext cx="10177606" cy="1938992"/>
          </a:xfrm>
          <a:prstGeom prst="rect">
            <a:avLst/>
          </a:prstGeom>
          <a:noFill/>
        </p:spPr>
        <p:txBody>
          <a:bodyPr wrap="square">
            <a:spAutoFit/>
          </a:bodyPr>
          <a:lstStyle/>
          <a:p>
            <a:r>
              <a:rPr lang="en-US" sz="2400" b="0" i="0" dirty="0">
                <a:solidFill>
                  <a:srgbClr val="232F3E"/>
                </a:solidFill>
                <a:effectLst/>
                <a:latin typeface="Times New Roman" panose="02020603050405020304" pitchFamily="18" charset="0"/>
                <a:cs typeface="Times New Roman" panose="02020603050405020304" pitchFamily="18" charset="0"/>
              </a:rPr>
              <a:t>Suppose that you want to go for a hike in Seattle. You want to predict whether it will be sunny or rainy, so that you can decide whether to hike or drink coffee indoors at a local cafe. You know that it rains often in Seattle, but you’ve heard the summers have nice weather. The question is: can we predict the weather, given factors such as the temperature?</a:t>
            </a:r>
            <a:endParaRPr lang="en-US"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1871F75-E53E-6CDA-C6F7-997DABF01CE2}"/>
              </a:ext>
            </a:extLst>
          </p:cNvPr>
          <p:cNvPicPr>
            <a:picLocks noChangeAspect="1"/>
          </p:cNvPicPr>
          <p:nvPr/>
        </p:nvPicPr>
        <p:blipFill rotWithShape="1">
          <a:blip r:embed="rId3"/>
          <a:srcRect l="44545"/>
          <a:stretch/>
        </p:blipFill>
        <p:spPr>
          <a:xfrm>
            <a:off x="5486399" y="3267860"/>
            <a:ext cx="6662141" cy="3545170"/>
          </a:xfrm>
          <a:prstGeom prst="rect">
            <a:avLst/>
          </a:prstGeom>
        </p:spPr>
      </p:pic>
      <p:sp>
        <p:nvSpPr>
          <p:cNvPr id="11" name="TextBox 10">
            <a:extLst>
              <a:ext uri="{FF2B5EF4-FFF2-40B4-BE49-F238E27FC236}">
                <a16:creationId xmlns:a16="http://schemas.microsoft.com/office/drawing/2014/main" id="{21FA8ED5-E5E7-73C7-D2DA-C20591331BF9}"/>
              </a:ext>
            </a:extLst>
          </p:cNvPr>
          <p:cNvSpPr txBox="1"/>
          <p:nvPr/>
        </p:nvSpPr>
        <p:spPr>
          <a:xfrm>
            <a:off x="1007197" y="3912433"/>
            <a:ext cx="4164410" cy="193899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Suppose we have two classes:</a:t>
            </a:r>
          </a:p>
          <a:p>
            <a:r>
              <a:rPr lang="en-US" sz="2400" b="1" dirty="0">
                <a:latin typeface="Times New Roman" panose="02020603050405020304" pitchFamily="18" charset="0"/>
                <a:cs typeface="Times New Roman" panose="02020603050405020304" pitchFamily="18" charset="0"/>
              </a:rPr>
              <a:t>Rainy (0) and Sunny (1)</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One continuous feature: Temperature</a:t>
            </a:r>
          </a:p>
        </p:txBody>
      </p:sp>
    </p:spTree>
    <p:extLst>
      <p:ext uri="{BB962C8B-B14F-4D97-AF65-F5344CB8AC3E}">
        <p14:creationId xmlns:p14="http://schemas.microsoft.com/office/powerpoint/2010/main" val="773657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C27C3A4-E070-A2AE-22EA-6B8270443DBB}"/>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Logistic Regression Example</a:t>
            </a:r>
          </a:p>
        </p:txBody>
      </p:sp>
      <p:pic>
        <p:nvPicPr>
          <p:cNvPr id="8" name="Picture 7">
            <a:extLst>
              <a:ext uri="{FF2B5EF4-FFF2-40B4-BE49-F238E27FC236}">
                <a16:creationId xmlns:a16="http://schemas.microsoft.com/office/drawing/2014/main" id="{FF94E53E-AE14-EBE2-9C5F-3A884B5324D0}"/>
              </a:ext>
            </a:extLst>
          </p:cNvPr>
          <p:cNvPicPr>
            <a:picLocks noChangeAspect="1"/>
          </p:cNvPicPr>
          <p:nvPr/>
        </p:nvPicPr>
        <p:blipFill>
          <a:blip r:embed="rId3"/>
          <a:stretch>
            <a:fillRect/>
          </a:stretch>
        </p:blipFill>
        <p:spPr>
          <a:xfrm>
            <a:off x="5771213" y="3266453"/>
            <a:ext cx="6381991" cy="3573915"/>
          </a:xfrm>
          <a:prstGeom prst="rect">
            <a:avLst/>
          </a:prstGeom>
        </p:spPr>
      </p:pic>
      <p:sp>
        <p:nvSpPr>
          <p:cNvPr id="10" name="TextBox 9">
            <a:extLst>
              <a:ext uri="{FF2B5EF4-FFF2-40B4-BE49-F238E27FC236}">
                <a16:creationId xmlns:a16="http://schemas.microsoft.com/office/drawing/2014/main" id="{CEB04D57-3368-08FD-6468-B74146F929B6}"/>
              </a:ext>
            </a:extLst>
          </p:cNvPr>
          <p:cNvSpPr txBox="1"/>
          <p:nvPr/>
        </p:nvSpPr>
        <p:spPr>
          <a:xfrm>
            <a:off x="1007197" y="1085723"/>
            <a:ext cx="10177606" cy="2308324"/>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232F3E"/>
                </a:solidFill>
                <a:effectLst/>
                <a:latin typeface="Times New Roman" panose="02020603050405020304" pitchFamily="18" charset="0"/>
                <a:cs typeface="Times New Roman" panose="02020603050405020304" pitchFamily="18" charset="0"/>
              </a:rPr>
              <a:t>For data like this, we should clearly not fit a linear regression model.</a:t>
            </a:r>
          </a:p>
          <a:p>
            <a:pPr marL="342900" indent="-342900">
              <a:buFont typeface="Arial" panose="020B0604020202020204" pitchFamily="34" charset="0"/>
              <a:buChar char="•"/>
            </a:pPr>
            <a:r>
              <a:rPr lang="en-US" sz="2400" dirty="0">
                <a:solidFill>
                  <a:srgbClr val="232F3E"/>
                </a:solidFill>
                <a:latin typeface="Times New Roman" panose="02020603050405020304" pitchFamily="18" charset="0"/>
                <a:cs typeface="Times New Roman" panose="02020603050405020304" pitchFamily="18" charset="0"/>
              </a:rPr>
              <a:t>The outcome of linear regression can take any numerical value. </a:t>
            </a:r>
          </a:p>
          <a:p>
            <a:pPr marL="342900" indent="-342900">
              <a:buFont typeface="Arial" panose="020B0604020202020204" pitchFamily="34" charset="0"/>
              <a:buChar char="•"/>
            </a:pPr>
            <a:r>
              <a:rPr lang="en-US" sz="2400" dirty="0">
                <a:solidFill>
                  <a:srgbClr val="232F3E"/>
                </a:solidFill>
                <a:latin typeface="Times New Roman" panose="02020603050405020304" pitchFamily="18" charset="0"/>
                <a:cs typeface="Times New Roman" panose="02020603050405020304" pitchFamily="18" charset="0"/>
              </a:rPr>
              <a:t>But here the data can take outcome as either 0 or 1, so the predictions of linear regression may not be meaningful.</a:t>
            </a:r>
          </a:p>
          <a:p>
            <a:pPr marL="342900" indent="-342900">
              <a:buFont typeface="Arial" panose="020B0604020202020204" pitchFamily="34" charset="0"/>
              <a:buChar char="•"/>
            </a:pPr>
            <a:r>
              <a:rPr lang="en-US" sz="2400" dirty="0">
                <a:solidFill>
                  <a:srgbClr val="232F3E"/>
                </a:solidFill>
                <a:latin typeface="Times New Roman" panose="02020603050405020304" pitchFamily="18" charset="0"/>
                <a:cs typeface="Times New Roman" panose="02020603050405020304" pitchFamily="18" charset="0"/>
              </a:rPr>
              <a:t>Instead, logistic regression should be used. Value of this function can be interpreted as probabilities.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309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560</TotalTime>
  <Words>759</Words>
  <Application>Microsoft Office PowerPoint</Application>
  <PresentationFormat>Widescreen</PresentationFormat>
  <Paragraphs>68</Paragraphs>
  <Slides>14</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Amazon Ember</vt:lpstr>
      <vt:lpstr>Aptos</vt:lpstr>
      <vt:lpstr>Arial</vt:lpstr>
      <vt:lpstr>Calibri</vt:lpstr>
      <vt:lpstr>Calibri Light</vt:lpstr>
      <vt:lpstr>KaTeX_Main</vt:lpstr>
      <vt:lpstr>KaTeX_Math</vt:lpstr>
      <vt:lpstr>Monotype Corsiva</vt:lpstr>
      <vt:lpstr>Times New Roman</vt:lpstr>
      <vt:lpstr>Office 2013 - 2022 Theme</vt:lpstr>
      <vt:lpstr>PowerPoint Presentation</vt:lpstr>
      <vt:lpstr>Linear regression and Logistic Regression</vt:lpstr>
      <vt:lpstr>PowerPoint Presentation</vt:lpstr>
      <vt:lpstr>Linear regression and Logistic Regression</vt:lpstr>
      <vt:lpstr>Logistic Regression</vt:lpstr>
      <vt:lpstr>Logistic Regression</vt:lpstr>
      <vt:lpstr>Logistic Regression</vt:lpstr>
      <vt:lpstr>Types of Logistic Regression</vt:lpstr>
      <vt:lpstr>Logistic Regression Equation</vt:lpstr>
      <vt:lpstr>Logistic Regression Equation</vt:lpstr>
      <vt:lpstr>Logistic Regression</vt:lpstr>
      <vt:lpstr>Logistic Regression Example</vt:lpstr>
      <vt:lpstr>Logistic Regression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2025-08-11T08:26:49Z</dcterms:modified>
</cp:coreProperties>
</file>