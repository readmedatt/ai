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8" r:id="rId2"/>
    <p:sldId id="259" r:id="rId3"/>
    <p:sldId id="263" r:id="rId4"/>
    <p:sldId id="264" r:id="rId5"/>
    <p:sldId id="265" r:id="rId6"/>
    <p:sldId id="266" r:id="rId7"/>
    <p:sldId id="267" r:id="rId8"/>
    <p:sldId id="274" r:id="rId9"/>
    <p:sldId id="268" r:id="rId10"/>
    <p:sldId id="269" r:id="rId11"/>
    <p:sldId id="270" r:id="rId12"/>
    <p:sldId id="271" r:id="rId13"/>
    <p:sldId id="273" r:id="rId14"/>
    <p:sldId id="275" r:id="rId15"/>
    <p:sldId id="276" r:id="rId16"/>
    <p:sldId id="277" r:id="rId17"/>
    <p:sldId id="278" r:id="rId18"/>
    <p:sldId id="279" r:id="rId19"/>
    <p:sldId id="281" r:id="rId20"/>
    <p:sldId id="280" r:id="rId21"/>
    <p:sldId id="272" r:id="rId22"/>
    <p:sldId id="26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A68E4-6549-4ADF-843E-FF24CA0A643D}" v="131" dt="2025-07-22T08:44:26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Vatsa" userId="f7100972-27fe-4ee6-8fb4-ec9b7931b409" providerId="ADAL" clId="{456A68E4-6549-4ADF-843E-FF24CA0A643D}"/>
    <pc:docChg chg="undo redo custSel addSld delSld modSld">
      <pc:chgData name="Deepika Vatsa" userId="f7100972-27fe-4ee6-8fb4-ec9b7931b409" providerId="ADAL" clId="{456A68E4-6549-4ADF-843E-FF24CA0A643D}" dt="2025-10-03T17:34:12.477" v="4073" actId="2696"/>
      <pc:docMkLst>
        <pc:docMk/>
      </pc:docMkLst>
      <pc:sldChg chg="new del">
        <pc:chgData name="Deepika Vatsa" userId="f7100972-27fe-4ee6-8fb4-ec9b7931b409" providerId="ADAL" clId="{456A68E4-6549-4ADF-843E-FF24CA0A643D}" dt="2025-10-03T17:34:12.477" v="4073" actId="2696"/>
        <pc:sldMkLst>
          <pc:docMk/>
          <pc:sldMk cId="361627289" sldId="256"/>
        </pc:sldMkLst>
      </pc:sldChg>
      <pc:sldChg chg="modSp new del mod">
        <pc:chgData name="Deepika Vatsa" userId="f7100972-27fe-4ee6-8fb4-ec9b7931b409" providerId="ADAL" clId="{456A68E4-6549-4ADF-843E-FF24CA0A643D}" dt="2025-10-03T17:34:12.477" v="4073" actId="2696"/>
        <pc:sldMkLst>
          <pc:docMk/>
          <pc:sldMk cId="3615527930" sldId="257"/>
        </pc:sldMkLst>
        <pc:spChg chg="mod">
          <ac:chgData name="Deepika Vatsa" userId="f7100972-27fe-4ee6-8fb4-ec9b7931b409" providerId="ADAL" clId="{456A68E4-6549-4ADF-843E-FF24CA0A643D}" dt="2025-07-21T06:25:21.998" v="2"/>
          <ac:spMkLst>
            <pc:docMk/>
            <pc:sldMk cId="3615527930" sldId="257"/>
            <ac:spMk id="3" creationId="{19D040C7-E8CB-14B5-8600-78F40C0C38C3}"/>
          </ac:spMkLst>
        </pc:spChg>
      </pc:sldChg>
      <pc:sldChg chg="addSp delSp modSp new mod setBg">
        <pc:chgData name="Deepika Vatsa" userId="f7100972-27fe-4ee6-8fb4-ec9b7931b409" providerId="ADAL" clId="{456A68E4-6549-4ADF-843E-FF24CA0A643D}" dt="2025-07-21T10:56:39.949" v="1421" actId="20577"/>
        <pc:sldMkLst>
          <pc:docMk/>
          <pc:sldMk cId="4240495918" sldId="258"/>
        </pc:sldMkLst>
        <pc:spChg chg="mod">
          <ac:chgData name="Deepika Vatsa" userId="f7100972-27fe-4ee6-8fb4-ec9b7931b409" providerId="ADAL" clId="{456A68E4-6549-4ADF-843E-FF24CA0A643D}" dt="2025-07-21T10:56:39.949" v="1421" actId="20577"/>
          <ac:spMkLst>
            <pc:docMk/>
            <pc:sldMk cId="4240495918" sldId="258"/>
            <ac:spMk id="2" creationId="{4C2DB364-19A5-9595-813A-FD250ACC66D2}"/>
          </ac:spMkLst>
        </pc:spChg>
        <pc:spChg chg="del mod">
          <ac:chgData name="Deepika Vatsa" userId="f7100972-27fe-4ee6-8fb4-ec9b7931b409" providerId="ADAL" clId="{456A68E4-6549-4ADF-843E-FF24CA0A643D}" dt="2025-07-21T10:48:22.943" v="856" actId="26606"/>
          <ac:spMkLst>
            <pc:docMk/>
            <pc:sldMk cId="4240495918" sldId="258"/>
            <ac:spMk id="3" creationId="{AC291D18-6AD4-0ACE-56B0-B3FE2C48F166}"/>
          </ac:spMkLst>
        </pc:spChg>
        <pc:spChg chg="add">
          <ac:chgData name="Deepika Vatsa" userId="f7100972-27fe-4ee6-8fb4-ec9b7931b409" providerId="ADAL" clId="{456A68E4-6549-4ADF-843E-FF24CA0A643D}" dt="2025-07-21T10:48:52.608" v="858" actId="26606"/>
          <ac:spMkLst>
            <pc:docMk/>
            <pc:sldMk cId="4240495918" sldId="258"/>
            <ac:spMk id="10" creationId="{6C4028FD-8BAA-4A19-BFDE-594D991B7552}"/>
          </ac:spMkLst>
        </pc:spChg>
        <pc:graphicFrameChg chg="add mod modGraphic">
          <ac:chgData name="Deepika Vatsa" userId="f7100972-27fe-4ee6-8fb4-ec9b7931b409" providerId="ADAL" clId="{456A68E4-6549-4ADF-843E-FF24CA0A643D}" dt="2025-07-21T10:56:34.375" v="1416" actId="20577"/>
          <ac:graphicFrameMkLst>
            <pc:docMk/>
            <pc:sldMk cId="4240495918" sldId="258"/>
            <ac:graphicFrameMk id="5" creationId="{9EC73A0C-5F67-2B1F-1440-AA50C33C0736}"/>
          </ac:graphicFrameMkLst>
        </pc:graphicFrameChg>
      </pc:sldChg>
      <pc:sldChg chg="addSp modSp new mod setBg">
        <pc:chgData name="Deepika Vatsa" userId="f7100972-27fe-4ee6-8fb4-ec9b7931b409" providerId="ADAL" clId="{456A68E4-6549-4ADF-843E-FF24CA0A643D}" dt="2025-07-21T10:48:43.654" v="857" actId="26606"/>
        <pc:sldMkLst>
          <pc:docMk/>
          <pc:sldMk cId="2443812339" sldId="259"/>
        </pc:sldMkLst>
        <pc:spChg chg="mod">
          <ac:chgData name="Deepika Vatsa" userId="f7100972-27fe-4ee6-8fb4-ec9b7931b409" providerId="ADAL" clId="{456A68E4-6549-4ADF-843E-FF24CA0A643D}" dt="2025-07-21T10:48:43.654" v="857" actId="26606"/>
          <ac:spMkLst>
            <pc:docMk/>
            <pc:sldMk cId="2443812339" sldId="259"/>
            <ac:spMk id="2" creationId="{9AD8538A-330E-EC0B-850F-F732D6B9F882}"/>
          </ac:spMkLst>
        </pc:spChg>
        <pc:spChg chg="mod">
          <ac:chgData name="Deepika Vatsa" userId="f7100972-27fe-4ee6-8fb4-ec9b7931b409" providerId="ADAL" clId="{456A68E4-6549-4ADF-843E-FF24CA0A643D}" dt="2025-07-21T10:48:43.654" v="857" actId="26606"/>
          <ac:spMkLst>
            <pc:docMk/>
            <pc:sldMk cId="2443812339" sldId="259"/>
            <ac:spMk id="3" creationId="{1AD93526-3349-CF45-8823-28F43E531F2B}"/>
          </ac:spMkLst>
        </pc:spChg>
        <pc:spChg chg="add">
          <ac:chgData name="Deepika Vatsa" userId="f7100972-27fe-4ee6-8fb4-ec9b7931b409" providerId="ADAL" clId="{456A68E4-6549-4ADF-843E-FF24CA0A643D}" dt="2025-07-21T10:48:43.654" v="857" actId="26606"/>
          <ac:spMkLst>
            <pc:docMk/>
            <pc:sldMk cId="2443812339" sldId="259"/>
            <ac:spMk id="8" creationId="{100EDD19-6802-4EC3-95CE-CFFAB042CFD6}"/>
          </ac:spMkLst>
        </pc:spChg>
        <pc:spChg chg="add">
          <ac:chgData name="Deepika Vatsa" userId="f7100972-27fe-4ee6-8fb4-ec9b7931b409" providerId="ADAL" clId="{456A68E4-6549-4ADF-843E-FF24CA0A643D}" dt="2025-07-21T10:48:43.654" v="857" actId="26606"/>
          <ac:spMkLst>
            <pc:docMk/>
            <pc:sldMk cId="2443812339" sldId="259"/>
            <ac:spMk id="10" creationId="{DB17E863-922E-4C26-BD64-E8FD41D28661}"/>
          </ac:spMkLst>
        </pc:spChg>
      </pc:sldChg>
      <pc:sldChg chg="addSp delSp modSp new del mod setBg modNotesTx">
        <pc:chgData name="Deepika Vatsa" userId="f7100972-27fe-4ee6-8fb4-ec9b7931b409" providerId="ADAL" clId="{456A68E4-6549-4ADF-843E-FF24CA0A643D}" dt="2025-07-21T11:01:47.706" v="1601" actId="47"/>
        <pc:sldMkLst>
          <pc:docMk/>
          <pc:sldMk cId="4245882211" sldId="260"/>
        </pc:sldMkLst>
        <pc:spChg chg="mod">
          <ac:chgData name="Deepika Vatsa" userId="f7100972-27fe-4ee6-8fb4-ec9b7931b409" providerId="ADAL" clId="{456A68E4-6549-4ADF-843E-FF24CA0A643D}" dt="2025-07-21T10:59:48.290" v="1559" actId="14100"/>
          <ac:spMkLst>
            <pc:docMk/>
            <pc:sldMk cId="4245882211" sldId="260"/>
            <ac:spMk id="2" creationId="{774FB0CE-46AC-B72D-64B8-68D805B1159F}"/>
          </ac:spMkLst>
        </pc:spChg>
        <pc:spChg chg="del">
          <ac:chgData name="Deepika Vatsa" userId="f7100972-27fe-4ee6-8fb4-ec9b7931b409" providerId="ADAL" clId="{456A68E4-6549-4ADF-843E-FF24CA0A643D}" dt="2025-07-21T10:47:44.786" v="851" actId="478"/>
          <ac:spMkLst>
            <pc:docMk/>
            <pc:sldMk cId="4245882211" sldId="260"/>
            <ac:spMk id="3" creationId="{093BEE99-6B12-536F-530B-385FF00AEAD3}"/>
          </ac:spMkLst>
        </pc:spChg>
        <pc:spChg chg="add del mod">
          <ac:chgData name="Deepika Vatsa" userId="f7100972-27fe-4ee6-8fb4-ec9b7931b409" providerId="ADAL" clId="{456A68E4-6549-4ADF-843E-FF24CA0A643D}" dt="2025-07-21T11:01:02.231" v="1574" actId="21"/>
          <ac:spMkLst>
            <pc:docMk/>
            <pc:sldMk cId="4245882211" sldId="260"/>
            <ac:spMk id="7" creationId="{B956A8D1-FA51-1E74-07AD-B3B86955DAE0}"/>
          </ac:spMkLst>
        </pc:spChg>
        <pc:spChg chg="add">
          <ac:chgData name="Deepika Vatsa" userId="f7100972-27fe-4ee6-8fb4-ec9b7931b409" providerId="ADAL" clId="{456A68E4-6549-4ADF-843E-FF24CA0A643D}" dt="2025-07-21T10:48:59.948" v="859" actId="26606"/>
          <ac:spMkLst>
            <pc:docMk/>
            <pc:sldMk cId="4245882211" sldId="260"/>
            <ac:spMk id="10" creationId="{665DBBEF-238B-476B-96AB-8AAC3224ECEA}"/>
          </ac:spMkLst>
        </pc:spChg>
        <pc:spChg chg="add">
          <ac:chgData name="Deepika Vatsa" userId="f7100972-27fe-4ee6-8fb4-ec9b7931b409" providerId="ADAL" clId="{456A68E4-6549-4ADF-843E-FF24CA0A643D}" dt="2025-07-21T10:48:59.948" v="859" actId="26606"/>
          <ac:spMkLst>
            <pc:docMk/>
            <pc:sldMk cId="4245882211" sldId="260"/>
            <ac:spMk id="12" creationId="{3FCFB1DE-0B7E-48CC-BA90-B2AB0889F9D6}"/>
          </ac:spMkLst>
        </pc:spChg>
        <pc:picChg chg="add del mod">
          <ac:chgData name="Deepika Vatsa" userId="f7100972-27fe-4ee6-8fb4-ec9b7931b409" providerId="ADAL" clId="{456A68E4-6549-4ADF-843E-FF24CA0A643D}" dt="2025-07-21T11:00:46.335" v="1569" actId="21"/>
          <ac:picMkLst>
            <pc:docMk/>
            <pc:sldMk cId="4245882211" sldId="260"/>
            <ac:picMk id="5" creationId="{CEC6BDB0-6F2A-3F52-6DB5-213FF006EE60}"/>
          </ac:picMkLst>
        </pc:picChg>
      </pc:sldChg>
      <pc:sldChg chg="new">
        <pc:chgData name="Deepika Vatsa" userId="f7100972-27fe-4ee6-8fb4-ec9b7931b409" providerId="ADAL" clId="{456A68E4-6549-4ADF-843E-FF24CA0A643D}" dt="2025-07-21T10:52:00.195" v="1086" actId="680"/>
        <pc:sldMkLst>
          <pc:docMk/>
          <pc:sldMk cId="4117224428" sldId="261"/>
        </pc:sldMkLst>
      </pc:sldChg>
      <pc:sldChg chg="addSp delSp modSp add del mod">
        <pc:chgData name="Deepika Vatsa" userId="f7100972-27fe-4ee6-8fb4-ec9b7931b409" providerId="ADAL" clId="{456A68E4-6549-4ADF-843E-FF24CA0A643D}" dt="2025-07-21T11:02:29.748" v="1642" actId="47"/>
        <pc:sldMkLst>
          <pc:docMk/>
          <pc:sldMk cId="1175554468" sldId="262"/>
        </pc:sldMkLst>
        <pc:spChg chg="mod">
          <ac:chgData name="Deepika Vatsa" userId="f7100972-27fe-4ee6-8fb4-ec9b7931b409" providerId="ADAL" clId="{456A68E4-6549-4ADF-843E-FF24CA0A643D}" dt="2025-07-21T10:53:15.317" v="1142" actId="20577"/>
          <ac:spMkLst>
            <pc:docMk/>
            <pc:sldMk cId="1175554468" sldId="262"/>
            <ac:spMk id="7" creationId="{B956A8D1-FA51-1E74-07AD-B3B86955DAE0}"/>
          </ac:spMkLst>
        </pc:spChg>
        <pc:picChg chg="add del mod">
          <ac:chgData name="Deepika Vatsa" userId="f7100972-27fe-4ee6-8fb4-ec9b7931b409" providerId="ADAL" clId="{456A68E4-6549-4ADF-843E-FF24CA0A643D}" dt="2025-07-21T11:01:55.846" v="1603" actId="21"/>
          <ac:picMkLst>
            <pc:docMk/>
            <pc:sldMk cId="1175554468" sldId="262"/>
            <ac:picMk id="4" creationId="{03668734-99A7-C2FD-1341-90E881C83C16}"/>
          </ac:picMkLst>
        </pc:picChg>
        <pc:picChg chg="del">
          <ac:chgData name="Deepika Vatsa" userId="f7100972-27fe-4ee6-8fb4-ec9b7931b409" providerId="ADAL" clId="{456A68E4-6549-4ADF-843E-FF24CA0A643D}" dt="2025-07-21T10:52:20.907" v="1088" actId="478"/>
          <ac:picMkLst>
            <pc:docMk/>
            <pc:sldMk cId="1175554468" sldId="262"/>
            <ac:picMk id="5" creationId="{CEC6BDB0-6F2A-3F52-6DB5-213FF006EE60}"/>
          </ac:picMkLst>
        </pc:picChg>
      </pc:sldChg>
      <pc:sldChg chg="addSp modSp add mod">
        <pc:chgData name="Deepika Vatsa" userId="f7100972-27fe-4ee6-8fb4-ec9b7931b409" providerId="ADAL" clId="{456A68E4-6549-4ADF-843E-FF24CA0A643D}" dt="2025-07-21T10:58:47.612" v="1511" actId="1076"/>
        <pc:sldMkLst>
          <pc:docMk/>
          <pc:sldMk cId="1304014300" sldId="263"/>
        </pc:sldMkLst>
        <pc:spChg chg="mod">
          <ac:chgData name="Deepika Vatsa" userId="f7100972-27fe-4ee6-8fb4-ec9b7931b409" providerId="ADAL" clId="{456A68E4-6549-4ADF-843E-FF24CA0A643D}" dt="2025-07-21T10:58:47.612" v="1511" actId="1076"/>
          <ac:spMkLst>
            <pc:docMk/>
            <pc:sldMk cId="1304014300" sldId="263"/>
            <ac:spMk id="3" creationId="{1AD93526-3349-CF45-8823-28F43E531F2B}"/>
          </ac:spMkLst>
        </pc:spChg>
        <pc:graphicFrameChg chg="add mod">
          <ac:chgData name="Deepika Vatsa" userId="f7100972-27fe-4ee6-8fb4-ec9b7931b409" providerId="ADAL" clId="{456A68E4-6549-4ADF-843E-FF24CA0A643D}" dt="2025-07-21T10:58:43.865" v="1510" actId="14100"/>
          <ac:graphicFrameMkLst>
            <pc:docMk/>
            <pc:sldMk cId="1304014300" sldId="263"/>
            <ac:graphicFrameMk id="4" creationId="{7BF000F2-7805-9176-178E-1D1844CC564E}"/>
          </ac:graphicFrameMkLst>
        </pc:graphicFrameChg>
      </pc:sldChg>
      <pc:sldChg chg="addSp delSp modSp add mod">
        <pc:chgData name="Deepika Vatsa" userId="f7100972-27fe-4ee6-8fb4-ec9b7931b409" providerId="ADAL" clId="{456A68E4-6549-4ADF-843E-FF24CA0A643D}" dt="2025-08-12T09:26:04.536" v="4069" actId="1076"/>
        <pc:sldMkLst>
          <pc:docMk/>
          <pc:sldMk cId="1104336471" sldId="264"/>
        </pc:sldMkLst>
        <pc:spChg chg="mod">
          <ac:chgData name="Deepika Vatsa" userId="f7100972-27fe-4ee6-8fb4-ec9b7931b409" providerId="ADAL" clId="{456A68E4-6549-4ADF-843E-FF24CA0A643D}" dt="2025-07-21T11:01:41.932" v="1600" actId="20577"/>
          <ac:spMkLst>
            <pc:docMk/>
            <pc:sldMk cId="1104336471" sldId="264"/>
            <ac:spMk id="2" creationId="{9AD8538A-330E-EC0B-850F-F732D6B9F882}"/>
          </ac:spMkLst>
        </pc:spChg>
        <pc:spChg chg="del">
          <ac:chgData name="Deepika Vatsa" userId="f7100972-27fe-4ee6-8fb4-ec9b7931b409" providerId="ADAL" clId="{456A68E4-6549-4ADF-843E-FF24CA0A643D}" dt="2025-07-21T11:00:50.969" v="1570" actId="478"/>
          <ac:spMkLst>
            <pc:docMk/>
            <pc:sldMk cId="1104336471" sldId="264"/>
            <ac:spMk id="3" creationId="{1AD93526-3349-CF45-8823-28F43E531F2B}"/>
          </ac:spMkLst>
        </pc:spChg>
        <pc:spChg chg="add del mod">
          <ac:chgData name="Deepika Vatsa" userId="f7100972-27fe-4ee6-8fb4-ec9b7931b409" providerId="ADAL" clId="{456A68E4-6549-4ADF-843E-FF24CA0A643D}" dt="2025-07-21T11:00:53.542" v="1571" actId="478"/>
          <ac:spMkLst>
            <pc:docMk/>
            <pc:sldMk cId="1104336471" sldId="264"/>
            <ac:spMk id="5" creationId="{1B312024-40D9-CE6F-149D-FAD4DDDE61B3}"/>
          </ac:spMkLst>
        </pc:spChg>
        <pc:spChg chg="add mod">
          <ac:chgData name="Deepika Vatsa" userId="f7100972-27fe-4ee6-8fb4-ec9b7931b409" providerId="ADAL" clId="{456A68E4-6549-4ADF-843E-FF24CA0A643D}" dt="2025-08-12T09:26:04.536" v="4069" actId="1076"/>
          <ac:spMkLst>
            <pc:docMk/>
            <pc:sldMk cId="1104336471" sldId="264"/>
            <ac:spMk id="7" creationId="{2DB20177-59FE-03F2-248A-5D6D1307BDAF}"/>
          </ac:spMkLst>
        </pc:spChg>
        <pc:picChg chg="add mod">
          <ac:chgData name="Deepika Vatsa" userId="f7100972-27fe-4ee6-8fb4-ec9b7931b409" providerId="ADAL" clId="{456A68E4-6549-4ADF-843E-FF24CA0A643D}" dt="2025-07-21T11:00:58.303" v="1573" actId="1076"/>
          <ac:picMkLst>
            <pc:docMk/>
            <pc:sldMk cId="1104336471" sldId="264"/>
            <ac:picMk id="6" creationId="{C5B0F7A6-C5D0-BEA3-5D98-37B8102A92B6}"/>
          </ac:picMkLst>
        </pc:picChg>
      </pc:sldChg>
      <pc:sldChg chg="add del">
        <pc:chgData name="Deepika Vatsa" userId="f7100972-27fe-4ee6-8fb4-ec9b7931b409" providerId="ADAL" clId="{456A68E4-6549-4ADF-843E-FF24CA0A643D}" dt="2025-07-21T11:00:32.091" v="1564"/>
        <pc:sldMkLst>
          <pc:docMk/>
          <pc:sldMk cId="1665651067" sldId="264"/>
        </pc:sldMkLst>
      </pc:sldChg>
      <pc:sldChg chg="addSp delSp add del setBg delDesignElem">
        <pc:chgData name="Deepika Vatsa" userId="f7100972-27fe-4ee6-8fb4-ec9b7931b409" providerId="ADAL" clId="{456A68E4-6549-4ADF-843E-FF24CA0A643D}" dt="2025-07-21T11:00:05.412" v="1562"/>
        <pc:sldMkLst>
          <pc:docMk/>
          <pc:sldMk cId="2462309129" sldId="264"/>
        </pc:sldMkLst>
        <pc:spChg chg="add del">
          <ac:chgData name="Deepika Vatsa" userId="f7100972-27fe-4ee6-8fb4-ec9b7931b409" providerId="ADAL" clId="{456A68E4-6549-4ADF-843E-FF24CA0A643D}" dt="2025-07-21T11:00:05.412" v="1562"/>
          <ac:spMkLst>
            <pc:docMk/>
            <pc:sldMk cId="2462309129" sldId="264"/>
            <ac:spMk id="8" creationId="{100EDD19-6802-4EC3-95CE-CFFAB042CFD6}"/>
          </ac:spMkLst>
        </pc:spChg>
        <pc:spChg chg="add del">
          <ac:chgData name="Deepika Vatsa" userId="f7100972-27fe-4ee6-8fb4-ec9b7931b409" providerId="ADAL" clId="{456A68E4-6549-4ADF-843E-FF24CA0A643D}" dt="2025-07-21T11:00:05.412" v="1562"/>
          <ac:spMkLst>
            <pc:docMk/>
            <pc:sldMk cId="2462309129" sldId="264"/>
            <ac:spMk id="10" creationId="{DB17E863-922E-4C26-BD64-E8FD41D28661}"/>
          </ac:spMkLst>
        </pc:spChg>
      </pc:sldChg>
      <pc:sldChg chg="addSp delSp add del setBg delDesignElem">
        <pc:chgData name="Deepika Vatsa" userId="f7100972-27fe-4ee6-8fb4-ec9b7931b409" providerId="ADAL" clId="{456A68E4-6549-4ADF-843E-FF24CA0A643D}" dt="2025-07-21T11:00:41.415" v="1567"/>
        <pc:sldMkLst>
          <pc:docMk/>
          <pc:sldMk cId="3196525134" sldId="264"/>
        </pc:sldMkLst>
        <pc:spChg chg="add del">
          <ac:chgData name="Deepika Vatsa" userId="f7100972-27fe-4ee6-8fb4-ec9b7931b409" providerId="ADAL" clId="{456A68E4-6549-4ADF-843E-FF24CA0A643D}" dt="2025-07-21T11:00:41.415" v="1567"/>
          <ac:spMkLst>
            <pc:docMk/>
            <pc:sldMk cId="3196525134" sldId="264"/>
            <ac:spMk id="8" creationId="{100EDD19-6802-4EC3-95CE-CFFAB042CFD6}"/>
          </ac:spMkLst>
        </pc:spChg>
        <pc:spChg chg="add del">
          <ac:chgData name="Deepika Vatsa" userId="f7100972-27fe-4ee6-8fb4-ec9b7931b409" providerId="ADAL" clId="{456A68E4-6549-4ADF-843E-FF24CA0A643D}" dt="2025-07-21T11:00:41.415" v="1567"/>
          <ac:spMkLst>
            <pc:docMk/>
            <pc:sldMk cId="3196525134" sldId="264"/>
            <ac:spMk id="10" creationId="{DB17E863-922E-4C26-BD64-E8FD41D28661}"/>
          </ac:spMkLst>
        </pc:spChg>
      </pc:sldChg>
      <pc:sldChg chg="addSp delSp modSp add mod">
        <pc:chgData name="Deepika Vatsa" userId="f7100972-27fe-4ee6-8fb4-ec9b7931b409" providerId="ADAL" clId="{456A68E4-6549-4ADF-843E-FF24CA0A643D}" dt="2025-07-21T11:04:03.403" v="1730" actId="20577"/>
        <pc:sldMkLst>
          <pc:docMk/>
          <pc:sldMk cId="2691651573" sldId="265"/>
        </pc:sldMkLst>
        <pc:spChg chg="mod">
          <ac:chgData name="Deepika Vatsa" userId="f7100972-27fe-4ee6-8fb4-ec9b7931b409" providerId="ADAL" clId="{456A68E4-6549-4ADF-843E-FF24CA0A643D}" dt="2025-07-21T11:04:03.403" v="1730" actId="20577"/>
          <ac:spMkLst>
            <pc:docMk/>
            <pc:sldMk cId="2691651573" sldId="265"/>
            <ac:spMk id="7" creationId="{2DB20177-59FE-03F2-248A-5D6D1307BDAF}"/>
          </ac:spMkLst>
        </pc:spChg>
        <pc:picChg chg="add mod">
          <ac:chgData name="Deepika Vatsa" userId="f7100972-27fe-4ee6-8fb4-ec9b7931b409" providerId="ADAL" clId="{456A68E4-6549-4ADF-843E-FF24CA0A643D}" dt="2025-07-21T11:02:03.196" v="1606" actId="1076"/>
          <ac:picMkLst>
            <pc:docMk/>
            <pc:sldMk cId="2691651573" sldId="265"/>
            <ac:picMk id="3" creationId="{1DFE8E76-2485-8EA6-81C8-D57A275ACC86}"/>
          </ac:picMkLst>
        </pc:picChg>
        <pc:picChg chg="del">
          <ac:chgData name="Deepika Vatsa" userId="f7100972-27fe-4ee6-8fb4-ec9b7931b409" providerId="ADAL" clId="{456A68E4-6549-4ADF-843E-FF24CA0A643D}" dt="2025-07-21T11:01:58.732" v="1604" actId="478"/>
          <ac:picMkLst>
            <pc:docMk/>
            <pc:sldMk cId="2691651573" sldId="265"/>
            <ac:picMk id="6" creationId="{C5B0F7A6-C5D0-BEA3-5D98-37B8102A92B6}"/>
          </ac:picMkLst>
        </pc:picChg>
      </pc:sldChg>
      <pc:sldChg chg="addSp delSp modSp add mod">
        <pc:chgData name="Deepika Vatsa" userId="f7100972-27fe-4ee6-8fb4-ec9b7931b409" providerId="ADAL" clId="{456A68E4-6549-4ADF-843E-FF24CA0A643D}" dt="2025-08-12T09:26:19.980" v="4072" actId="1076"/>
        <pc:sldMkLst>
          <pc:docMk/>
          <pc:sldMk cId="3580181879" sldId="266"/>
        </pc:sldMkLst>
        <pc:spChg chg="mod">
          <ac:chgData name="Deepika Vatsa" userId="f7100972-27fe-4ee6-8fb4-ec9b7931b409" providerId="ADAL" clId="{456A68E4-6549-4ADF-843E-FF24CA0A643D}" dt="2025-07-21T11:05:36.012" v="1820" actId="113"/>
          <ac:spMkLst>
            <pc:docMk/>
            <pc:sldMk cId="3580181879" sldId="266"/>
            <ac:spMk id="2" creationId="{9AD8538A-330E-EC0B-850F-F732D6B9F882}"/>
          </ac:spMkLst>
        </pc:spChg>
        <pc:spChg chg="add mod">
          <ac:chgData name="Deepika Vatsa" userId="f7100972-27fe-4ee6-8fb4-ec9b7931b409" providerId="ADAL" clId="{456A68E4-6549-4ADF-843E-FF24CA0A643D}" dt="2025-07-21T11:05:36.012" v="1820" actId="113"/>
          <ac:spMkLst>
            <pc:docMk/>
            <pc:sldMk cId="3580181879" sldId="266"/>
            <ac:spMk id="6" creationId="{62717143-E2B7-ACAA-6603-624ED9D760EB}"/>
          </ac:spMkLst>
        </pc:spChg>
        <pc:spChg chg="del mod">
          <ac:chgData name="Deepika Vatsa" userId="f7100972-27fe-4ee6-8fb4-ec9b7931b409" providerId="ADAL" clId="{456A68E4-6549-4ADF-843E-FF24CA0A643D}" dt="2025-07-21T11:03:57.484" v="1720"/>
          <ac:spMkLst>
            <pc:docMk/>
            <pc:sldMk cId="3580181879" sldId="266"/>
            <ac:spMk id="7" creationId="{2DB20177-59FE-03F2-248A-5D6D1307BDAF}"/>
          </ac:spMkLst>
        </pc:spChg>
        <pc:spChg chg="add mod">
          <ac:chgData name="Deepika Vatsa" userId="f7100972-27fe-4ee6-8fb4-ec9b7931b409" providerId="ADAL" clId="{456A68E4-6549-4ADF-843E-FF24CA0A643D}" dt="2025-08-12T09:26:19.980" v="4072" actId="1076"/>
          <ac:spMkLst>
            <pc:docMk/>
            <pc:sldMk cId="3580181879" sldId="266"/>
            <ac:spMk id="9" creationId="{76BB5831-EC2E-27A5-8B10-A05C13C5DCCD}"/>
          </ac:spMkLst>
        </pc:spChg>
        <pc:picChg chg="del">
          <ac:chgData name="Deepika Vatsa" userId="f7100972-27fe-4ee6-8fb4-ec9b7931b409" providerId="ADAL" clId="{456A68E4-6549-4ADF-843E-FF24CA0A643D}" dt="2025-07-21T11:04:22.187" v="1731" actId="478"/>
          <ac:picMkLst>
            <pc:docMk/>
            <pc:sldMk cId="3580181879" sldId="266"/>
            <ac:picMk id="3" creationId="{1DFE8E76-2485-8EA6-81C8-D57A275ACC86}"/>
          </ac:picMkLst>
        </pc:picChg>
        <pc:picChg chg="add mod">
          <ac:chgData name="Deepika Vatsa" userId="f7100972-27fe-4ee6-8fb4-ec9b7931b409" providerId="ADAL" clId="{456A68E4-6549-4ADF-843E-FF24CA0A643D}" dt="2025-07-21T11:07:07.186" v="1831" actId="14100"/>
          <ac:picMkLst>
            <pc:docMk/>
            <pc:sldMk cId="3580181879" sldId="266"/>
            <ac:picMk id="5" creationId="{2AD5E3E5-D4D6-05A7-6115-E33F4C6E1904}"/>
          </ac:picMkLst>
        </pc:picChg>
        <pc:picChg chg="add mod">
          <ac:chgData name="Deepika Vatsa" userId="f7100972-27fe-4ee6-8fb4-ec9b7931b409" providerId="ADAL" clId="{456A68E4-6549-4ADF-843E-FF24CA0A643D}" dt="2025-07-21T11:07:10.558" v="1832" actId="14100"/>
          <ac:picMkLst>
            <pc:docMk/>
            <pc:sldMk cId="3580181879" sldId="266"/>
            <ac:picMk id="12" creationId="{1506E53D-FA50-BE89-3CCF-E49EB2EC064B}"/>
          </ac:picMkLst>
        </pc:picChg>
      </pc:sldChg>
      <pc:sldChg chg="addSp delSp add del setBg delDesignElem">
        <pc:chgData name="Deepika Vatsa" userId="f7100972-27fe-4ee6-8fb4-ec9b7931b409" providerId="ADAL" clId="{456A68E4-6549-4ADF-843E-FF24CA0A643D}" dt="2025-07-22T07:45:39.116" v="2884"/>
        <pc:sldMkLst>
          <pc:docMk/>
          <pc:sldMk cId="1950198932" sldId="267"/>
        </pc:sldMkLst>
        <pc:spChg chg="add del">
          <ac:chgData name="Deepika Vatsa" userId="f7100972-27fe-4ee6-8fb4-ec9b7931b409" providerId="ADAL" clId="{456A68E4-6549-4ADF-843E-FF24CA0A643D}" dt="2025-07-22T07:45:39.116" v="2884"/>
          <ac:spMkLst>
            <pc:docMk/>
            <pc:sldMk cId="1950198932" sldId="267"/>
            <ac:spMk id="8" creationId="{100EDD19-6802-4EC3-95CE-CFFAB042CFD6}"/>
          </ac:spMkLst>
        </pc:spChg>
        <pc:spChg chg="add del">
          <ac:chgData name="Deepika Vatsa" userId="f7100972-27fe-4ee6-8fb4-ec9b7931b409" providerId="ADAL" clId="{456A68E4-6549-4ADF-843E-FF24CA0A643D}" dt="2025-07-22T07:45:39.116" v="2884"/>
          <ac:spMkLst>
            <pc:docMk/>
            <pc:sldMk cId="1950198932" sldId="267"/>
            <ac:spMk id="10" creationId="{DB17E863-922E-4C26-BD64-E8FD41D28661}"/>
          </ac:spMkLst>
        </pc:spChg>
      </pc:sldChg>
      <pc:sldChg chg="modSp add del mod">
        <pc:chgData name="Deepika Vatsa" userId="f7100972-27fe-4ee6-8fb4-ec9b7931b409" providerId="ADAL" clId="{456A68E4-6549-4ADF-843E-FF24CA0A643D}" dt="2025-07-22T07:47:04.010" v="2923" actId="20577"/>
        <pc:sldMkLst>
          <pc:docMk/>
          <pc:sldMk cId="3254814604" sldId="267"/>
        </pc:sldMkLst>
        <pc:spChg chg="mod">
          <ac:chgData name="Deepika Vatsa" userId="f7100972-27fe-4ee6-8fb4-ec9b7931b409" providerId="ADAL" clId="{456A68E4-6549-4ADF-843E-FF24CA0A643D}" dt="2025-07-22T07:47:04.010" v="2923" actId="20577"/>
          <ac:spMkLst>
            <pc:docMk/>
            <pc:sldMk cId="3254814604" sldId="267"/>
            <ac:spMk id="2" creationId="{9AD8538A-330E-EC0B-850F-F732D6B9F882}"/>
          </ac:spMkLst>
        </pc:spChg>
        <pc:spChg chg="mod">
          <ac:chgData name="Deepika Vatsa" userId="f7100972-27fe-4ee6-8fb4-ec9b7931b409" providerId="ADAL" clId="{456A68E4-6549-4ADF-843E-FF24CA0A643D}" dt="2025-07-22T05:06:57.913" v="1976" actId="20577"/>
          <ac:spMkLst>
            <pc:docMk/>
            <pc:sldMk cId="3254814604" sldId="267"/>
            <ac:spMk id="3" creationId="{1AD93526-3349-CF45-8823-28F43E531F2B}"/>
          </ac:spMkLst>
        </pc:spChg>
      </pc:sldChg>
      <pc:sldChg chg="add del">
        <pc:chgData name="Deepika Vatsa" userId="f7100972-27fe-4ee6-8fb4-ec9b7931b409" providerId="ADAL" clId="{456A68E4-6549-4ADF-843E-FF24CA0A643D}" dt="2025-07-22T07:46:52.462" v="2921"/>
        <pc:sldMkLst>
          <pc:docMk/>
          <pc:sldMk cId="3945359070" sldId="267"/>
        </pc:sldMkLst>
      </pc:sldChg>
      <pc:sldChg chg="addSp delSp add del setBg delDesignElem">
        <pc:chgData name="Deepika Vatsa" userId="f7100972-27fe-4ee6-8fb4-ec9b7931b409" providerId="ADAL" clId="{456A68E4-6549-4ADF-843E-FF24CA0A643D}" dt="2025-07-22T05:05:28.153" v="1837"/>
        <pc:sldMkLst>
          <pc:docMk/>
          <pc:sldMk cId="4076070668" sldId="267"/>
        </pc:sldMkLst>
        <pc:spChg chg="add del">
          <ac:chgData name="Deepika Vatsa" userId="f7100972-27fe-4ee6-8fb4-ec9b7931b409" providerId="ADAL" clId="{456A68E4-6549-4ADF-843E-FF24CA0A643D}" dt="2025-07-22T05:05:28.153" v="1837"/>
          <ac:spMkLst>
            <pc:docMk/>
            <pc:sldMk cId="4076070668" sldId="267"/>
            <ac:spMk id="8" creationId="{100EDD19-6802-4EC3-95CE-CFFAB042CFD6}"/>
          </ac:spMkLst>
        </pc:spChg>
        <pc:spChg chg="add del">
          <ac:chgData name="Deepika Vatsa" userId="f7100972-27fe-4ee6-8fb4-ec9b7931b409" providerId="ADAL" clId="{456A68E4-6549-4ADF-843E-FF24CA0A643D}" dt="2025-07-22T05:05:28.153" v="1837"/>
          <ac:spMkLst>
            <pc:docMk/>
            <pc:sldMk cId="4076070668" sldId="267"/>
            <ac:spMk id="10" creationId="{DB17E863-922E-4C26-BD64-E8FD41D28661}"/>
          </ac:spMkLst>
        </pc:spChg>
      </pc:sldChg>
      <pc:sldChg chg="modSp add mod">
        <pc:chgData name="Deepika Vatsa" userId="f7100972-27fe-4ee6-8fb4-ec9b7931b409" providerId="ADAL" clId="{456A68E4-6549-4ADF-843E-FF24CA0A643D}" dt="2025-07-22T07:54:47.404" v="3276" actId="27636"/>
        <pc:sldMkLst>
          <pc:docMk/>
          <pc:sldMk cId="3271362796" sldId="268"/>
        </pc:sldMkLst>
        <pc:spChg chg="mod">
          <ac:chgData name="Deepika Vatsa" userId="f7100972-27fe-4ee6-8fb4-ec9b7931b409" providerId="ADAL" clId="{456A68E4-6549-4ADF-843E-FF24CA0A643D}" dt="2025-07-22T07:46:50.421" v="2920" actId="20577"/>
          <ac:spMkLst>
            <pc:docMk/>
            <pc:sldMk cId="3271362796" sldId="268"/>
            <ac:spMk id="2" creationId="{9AD8538A-330E-EC0B-850F-F732D6B9F882}"/>
          </ac:spMkLst>
        </pc:spChg>
        <pc:spChg chg="mod">
          <ac:chgData name="Deepika Vatsa" userId="f7100972-27fe-4ee6-8fb4-ec9b7931b409" providerId="ADAL" clId="{456A68E4-6549-4ADF-843E-FF24CA0A643D}" dt="2025-07-22T07:54:47.404" v="3276" actId="27636"/>
          <ac:spMkLst>
            <pc:docMk/>
            <pc:sldMk cId="3271362796" sldId="268"/>
            <ac:spMk id="3" creationId="{1AD93526-3349-CF45-8823-28F43E531F2B}"/>
          </ac:spMkLst>
        </pc:spChg>
      </pc:sldChg>
      <pc:sldChg chg="addSp delSp modSp add mod">
        <pc:chgData name="Deepika Vatsa" userId="f7100972-27fe-4ee6-8fb4-ec9b7931b409" providerId="ADAL" clId="{456A68E4-6549-4ADF-843E-FF24CA0A643D}" dt="2025-07-22T07:55:46.788" v="3291" actId="1076"/>
        <pc:sldMkLst>
          <pc:docMk/>
          <pc:sldMk cId="3688232087" sldId="269"/>
        </pc:sldMkLst>
        <pc:spChg chg="mod">
          <ac:chgData name="Deepika Vatsa" userId="f7100972-27fe-4ee6-8fb4-ec9b7931b409" providerId="ADAL" clId="{456A68E4-6549-4ADF-843E-FF24CA0A643D}" dt="2025-07-22T07:54:13.324" v="3266" actId="20577"/>
          <ac:spMkLst>
            <pc:docMk/>
            <pc:sldMk cId="3688232087" sldId="269"/>
            <ac:spMk id="2" creationId="{9AD8538A-330E-EC0B-850F-F732D6B9F882}"/>
          </ac:spMkLst>
        </pc:spChg>
        <pc:spChg chg="del mod">
          <ac:chgData name="Deepika Vatsa" userId="f7100972-27fe-4ee6-8fb4-ec9b7931b409" providerId="ADAL" clId="{456A68E4-6549-4ADF-843E-FF24CA0A643D}" dt="2025-07-22T05:18:17.067" v="2512" actId="478"/>
          <ac:spMkLst>
            <pc:docMk/>
            <pc:sldMk cId="3688232087" sldId="269"/>
            <ac:spMk id="3" creationId="{1AD93526-3349-CF45-8823-28F43E531F2B}"/>
          </ac:spMkLst>
        </pc:spChg>
        <pc:spChg chg="add del mod">
          <ac:chgData name="Deepika Vatsa" userId="f7100972-27fe-4ee6-8fb4-ec9b7931b409" providerId="ADAL" clId="{456A68E4-6549-4ADF-843E-FF24CA0A643D}" dt="2025-07-22T05:15:22.905" v="2355"/>
          <ac:spMkLst>
            <pc:docMk/>
            <pc:sldMk cId="3688232087" sldId="269"/>
            <ac:spMk id="7" creationId="{0CC28760-C7C7-9F35-C8D5-8C431A48E465}"/>
          </ac:spMkLst>
        </pc:spChg>
        <pc:spChg chg="add del mod">
          <ac:chgData name="Deepika Vatsa" userId="f7100972-27fe-4ee6-8fb4-ec9b7931b409" providerId="ADAL" clId="{456A68E4-6549-4ADF-843E-FF24CA0A643D}" dt="2025-07-22T05:15:22.906" v="2357"/>
          <ac:spMkLst>
            <pc:docMk/>
            <pc:sldMk cId="3688232087" sldId="269"/>
            <ac:spMk id="9" creationId="{3C454755-125B-7AD8-49A4-B5AB12A8B112}"/>
          </ac:spMkLst>
        </pc:spChg>
        <pc:spChg chg="add mod">
          <ac:chgData name="Deepika Vatsa" userId="f7100972-27fe-4ee6-8fb4-ec9b7931b409" providerId="ADAL" clId="{456A68E4-6549-4ADF-843E-FF24CA0A643D}" dt="2025-07-22T07:55:41.016" v="3290" actId="1076"/>
          <ac:spMkLst>
            <pc:docMk/>
            <pc:sldMk cId="3688232087" sldId="269"/>
            <ac:spMk id="11" creationId="{8991F048-371A-20ED-FED3-0EADAE1D61F6}"/>
          </ac:spMkLst>
        </pc:spChg>
        <pc:spChg chg="add del mod">
          <ac:chgData name="Deepika Vatsa" userId="f7100972-27fe-4ee6-8fb4-ec9b7931b409" providerId="ADAL" clId="{456A68E4-6549-4ADF-843E-FF24CA0A643D}" dt="2025-07-22T05:18:19.507" v="2513" actId="478"/>
          <ac:spMkLst>
            <pc:docMk/>
            <pc:sldMk cId="3688232087" sldId="269"/>
            <ac:spMk id="12" creationId="{6ED14514-7C66-B081-6C66-73AD559B89B7}"/>
          </ac:spMkLst>
        </pc:spChg>
        <pc:spChg chg="add del mod">
          <ac:chgData name="Deepika Vatsa" userId="f7100972-27fe-4ee6-8fb4-ec9b7931b409" providerId="ADAL" clId="{456A68E4-6549-4ADF-843E-FF24CA0A643D}" dt="2025-07-22T05:18:28.735" v="2514" actId="478"/>
          <ac:spMkLst>
            <pc:docMk/>
            <pc:sldMk cId="3688232087" sldId="269"/>
            <ac:spMk id="13" creationId="{FFBE9763-3CE1-E308-AD0D-2571D4B77066}"/>
          </ac:spMkLst>
        </pc:spChg>
        <pc:spChg chg="mod">
          <ac:chgData name="Deepika Vatsa" userId="f7100972-27fe-4ee6-8fb4-ec9b7931b409" providerId="ADAL" clId="{456A68E4-6549-4ADF-843E-FF24CA0A643D}" dt="2025-07-22T07:55:33.918" v="3288" actId="1076"/>
          <ac:spMkLst>
            <pc:docMk/>
            <pc:sldMk cId="3688232087" sldId="269"/>
            <ac:spMk id="15" creationId="{EF4FAA71-1476-5D83-9A3A-CD0A050168C0}"/>
          </ac:spMkLst>
        </pc:spChg>
        <pc:spChg chg="mod">
          <ac:chgData name="Deepika Vatsa" userId="f7100972-27fe-4ee6-8fb4-ec9b7931b409" providerId="ADAL" clId="{456A68E4-6549-4ADF-843E-FF24CA0A643D}" dt="2025-07-22T07:55:33.918" v="3288" actId="1076"/>
          <ac:spMkLst>
            <pc:docMk/>
            <pc:sldMk cId="3688232087" sldId="269"/>
            <ac:spMk id="16" creationId="{2741CB6B-0F96-E8CB-2C19-5A74237BB8B8}"/>
          </ac:spMkLst>
        </pc:spChg>
        <pc:spChg chg="mod">
          <ac:chgData name="Deepika Vatsa" userId="f7100972-27fe-4ee6-8fb4-ec9b7931b409" providerId="ADAL" clId="{456A68E4-6549-4ADF-843E-FF24CA0A643D}" dt="2025-07-22T07:55:33.918" v="3288" actId="1076"/>
          <ac:spMkLst>
            <pc:docMk/>
            <pc:sldMk cId="3688232087" sldId="269"/>
            <ac:spMk id="17" creationId="{E7740099-52C2-90D9-C251-0408FB63C315}"/>
          </ac:spMkLst>
        </pc:spChg>
        <pc:spChg chg="mod">
          <ac:chgData name="Deepika Vatsa" userId="f7100972-27fe-4ee6-8fb4-ec9b7931b409" providerId="ADAL" clId="{456A68E4-6549-4ADF-843E-FF24CA0A643D}" dt="2025-07-22T07:55:33.918" v="3288" actId="1076"/>
          <ac:spMkLst>
            <pc:docMk/>
            <pc:sldMk cId="3688232087" sldId="269"/>
            <ac:spMk id="18" creationId="{9EF0399B-D6BA-D277-9779-48266B4EDCB1}"/>
          </ac:spMkLst>
        </pc:spChg>
        <pc:spChg chg="mod">
          <ac:chgData name="Deepika Vatsa" userId="f7100972-27fe-4ee6-8fb4-ec9b7931b409" providerId="ADAL" clId="{456A68E4-6549-4ADF-843E-FF24CA0A643D}" dt="2025-07-22T07:55:33.918" v="3288" actId="1076"/>
          <ac:spMkLst>
            <pc:docMk/>
            <pc:sldMk cId="3688232087" sldId="269"/>
            <ac:spMk id="19" creationId="{F5FF5E1B-36DE-2EC6-4040-04703CF9E766}"/>
          </ac:spMkLst>
        </pc:spChg>
        <pc:spChg chg="mod">
          <ac:chgData name="Deepika Vatsa" userId="f7100972-27fe-4ee6-8fb4-ec9b7931b409" providerId="ADAL" clId="{456A68E4-6549-4ADF-843E-FF24CA0A643D}" dt="2025-07-22T07:55:33.918" v="3288" actId="1076"/>
          <ac:spMkLst>
            <pc:docMk/>
            <pc:sldMk cId="3688232087" sldId="269"/>
            <ac:spMk id="20" creationId="{09DD36BC-3391-5A1F-FCDC-0443E752E46D}"/>
          </ac:spMkLst>
        </pc:spChg>
        <pc:spChg chg="mod">
          <ac:chgData name="Deepika Vatsa" userId="f7100972-27fe-4ee6-8fb4-ec9b7931b409" providerId="ADAL" clId="{456A68E4-6549-4ADF-843E-FF24CA0A643D}" dt="2025-07-22T07:55:33.918" v="3288" actId="1076"/>
          <ac:spMkLst>
            <pc:docMk/>
            <pc:sldMk cId="3688232087" sldId="269"/>
            <ac:spMk id="21" creationId="{D82B35DB-A206-11CB-3624-22B1AC4F1817}"/>
          </ac:spMkLst>
        </pc:spChg>
        <pc:spChg chg="mod">
          <ac:chgData name="Deepika Vatsa" userId="f7100972-27fe-4ee6-8fb4-ec9b7931b409" providerId="ADAL" clId="{456A68E4-6549-4ADF-843E-FF24CA0A643D}" dt="2025-07-22T07:55:24.441" v="3285" actId="1076"/>
          <ac:spMkLst>
            <pc:docMk/>
            <pc:sldMk cId="3688232087" sldId="269"/>
            <ac:spMk id="23" creationId="{9D5F9C47-C4B5-D07E-70AA-920893B4CE29}"/>
          </ac:spMkLst>
        </pc:spChg>
        <pc:spChg chg="mod">
          <ac:chgData name="Deepika Vatsa" userId="f7100972-27fe-4ee6-8fb4-ec9b7931b409" providerId="ADAL" clId="{456A68E4-6549-4ADF-843E-FF24CA0A643D}" dt="2025-07-22T07:55:24.441" v="3285" actId="1076"/>
          <ac:spMkLst>
            <pc:docMk/>
            <pc:sldMk cId="3688232087" sldId="269"/>
            <ac:spMk id="24" creationId="{37EA0538-4455-A8A1-1D7D-7396F9E3C46D}"/>
          </ac:spMkLst>
        </pc:spChg>
        <pc:spChg chg="mod">
          <ac:chgData name="Deepika Vatsa" userId="f7100972-27fe-4ee6-8fb4-ec9b7931b409" providerId="ADAL" clId="{456A68E4-6549-4ADF-843E-FF24CA0A643D}" dt="2025-07-22T07:55:24.441" v="3285" actId="1076"/>
          <ac:spMkLst>
            <pc:docMk/>
            <pc:sldMk cId="3688232087" sldId="269"/>
            <ac:spMk id="25" creationId="{2C32817A-B440-04BA-95B5-47B0CE09ABB6}"/>
          </ac:spMkLst>
        </pc:spChg>
        <pc:spChg chg="mod">
          <ac:chgData name="Deepika Vatsa" userId="f7100972-27fe-4ee6-8fb4-ec9b7931b409" providerId="ADAL" clId="{456A68E4-6549-4ADF-843E-FF24CA0A643D}" dt="2025-07-22T07:55:24.441" v="3285" actId="1076"/>
          <ac:spMkLst>
            <pc:docMk/>
            <pc:sldMk cId="3688232087" sldId="269"/>
            <ac:spMk id="26" creationId="{57C9E3AC-720A-0F86-E3AF-A8B400856B61}"/>
          </ac:spMkLst>
        </pc:spChg>
        <pc:spChg chg="mod">
          <ac:chgData name="Deepika Vatsa" userId="f7100972-27fe-4ee6-8fb4-ec9b7931b409" providerId="ADAL" clId="{456A68E4-6549-4ADF-843E-FF24CA0A643D}" dt="2025-07-22T07:55:24.441" v="3285" actId="1076"/>
          <ac:spMkLst>
            <pc:docMk/>
            <pc:sldMk cId="3688232087" sldId="269"/>
            <ac:spMk id="27" creationId="{7AEF2A83-430D-F2F0-61BC-5DC9E8B55AFD}"/>
          </ac:spMkLst>
        </pc:spChg>
        <pc:spChg chg="add mod">
          <ac:chgData name="Deepika Vatsa" userId="f7100972-27fe-4ee6-8fb4-ec9b7931b409" providerId="ADAL" clId="{456A68E4-6549-4ADF-843E-FF24CA0A643D}" dt="2025-07-22T07:55:37.414" v="3289" actId="1076"/>
          <ac:spMkLst>
            <pc:docMk/>
            <pc:sldMk cId="3688232087" sldId="269"/>
            <ac:spMk id="28" creationId="{352A899F-8686-41C5-D463-60C5DD73E10F}"/>
          </ac:spMkLst>
        </pc:spChg>
        <pc:spChg chg="add mod">
          <ac:chgData name="Deepika Vatsa" userId="f7100972-27fe-4ee6-8fb4-ec9b7931b409" providerId="ADAL" clId="{456A68E4-6549-4ADF-843E-FF24CA0A643D}" dt="2025-07-22T07:55:32.035" v="3287" actId="1076"/>
          <ac:spMkLst>
            <pc:docMk/>
            <pc:sldMk cId="3688232087" sldId="269"/>
            <ac:spMk id="29" creationId="{9E15F783-CCB4-FD63-34E2-7E2E1218366B}"/>
          </ac:spMkLst>
        </pc:spChg>
        <pc:spChg chg="mod">
          <ac:chgData name="Deepika Vatsa" userId="f7100972-27fe-4ee6-8fb4-ec9b7931b409" providerId="ADAL" clId="{456A68E4-6549-4ADF-843E-FF24CA0A643D}" dt="2025-07-22T07:55:27.811" v="3286" actId="1076"/>
          <ac:spMkLst>
            <pc:docMk/>
            <pc:sldMk cId="3688232087" sldId="269"/>
            <ac:spMk id="31" creationId="{92E6D187-10BC-B492-B2E6-EC15A5E1A74E}"/>
          </ac:spMkLst>
        </pc:spChg>
        <pc:spChg chg="mod">
          <ac:chgData name="Deepika Vatsa" userId="f7100972-27fe-4ee6-8fb4-ec9b7931b409" providerId="ADAL" clId="{456A68E4-6549-4ADF-843E-FF24CA0A643D}" dt="2025-07-22T07:55:27.811" v="3286" actId="1076"/>
          <ac:spMkLst>
            <pc:docMk/>
            <pc:sldMk cId="3688232087" sldId="269"/>
            <ac:spMk id="32" creationId="{0086C444-A141-9741-B7B7-F27DAE4D4815}"/>
          </ac:spMkLst>
        </pc:spChg>
        <pc:spChg chg="mod">
          <ac:chgData name="Deepika Vatsa" userId="f7100972-27fe-4ee6-8fb4-ec9b7931b409" providerId="ADAL" clId="{456A68E4-6549-4ADF-843E-FF24CA0A643D}" dt="2025-07-22T07:55:27.811" v="3286" actId="1076"/>
          <ac:spMkLst>
            <pc:docMk/>
            <pc:sldMk cId="3688232087" sldId="269"/>
            <ac:spMk id="33" creationId="{5EFEA488-9D65-5EC2-9A6A-24E99FE48FFC}"/>
          </ac:spMkLst>
        </pc:spChg>
        <pc:spChg chg="mod">
          <ac:chgData name="Deepika Vatsa" userId="f7100972-27fe-4ee6-8fb4-ec9b7931b409" providerId="ADAL" clId="{456A68E4-6549-4ADF-843E-FF24CA0A643D}" dt="2025-07-22T07:55:27.811" v="3286" actId="1076"/>
          <ac:spMkLst>
            <pc:docMk/>
            <pc:sldMk cId="3688232087" sldId="269"/>
            <ac:spMk id="34" creationId="{F5D65336-E716-3742-5828-4CBEE5801223}"/>
          </ac:spMkLst>
        </pc:spChg>
        <pc:spChg chg="mod">
          <ac:chgData name="Deepika Vatsa" userId="f7100972-27fe-4ee6-8fb4-ec9b7931b409" providerId="ADAL" clId="{456A68E4-6549-4ADF-843E-FF24CA0A643D}" dt="2025-07-22T07:55:27.811" v="3286" actId="1076"/>
          <ac:spMkLst>
            <pc:docMk/>
            <pc:sldMk cId="3688232087" sldId="269"/>
            <ac:spMk id="35" creationId="{FE17D462-7F52-3336-F2AB-4BBDA29A0EA2}"/>
          </ac:spMkLst>
        </pc:spChg>
        <pc:spChg chg="add mod">
          <ac:chgData name="Deepika Vatsa" userId="f7100972-27fe-4ee6-8fb4-ec9b7931b409" providerId="ADAL" clId="{456A68E4-6549-4ADF-843E-FF24CA0A643D}" dt="2025-07-22T07:55:46.788" v="3291" actId="1076"/>
          <ac:spMkLst>
            <pc:docMk/>
            <pc:sldMk cId="3688232087" sldId="269"/>
            <ac:spMk id="37" creationId="{E6A14F4B-C771-D260-AB89-27746B755B07}"/>
          </ac:spMkLst>
        </pc:spChg>
        <pc:grpChg chg="add mod">
          <ac:chgData name="Deepika Vatsa" userId="f7100972-27fe-4ee6-8fb4-ec9b7931b409" providerId="ADAL" clId="{456A68E4-6549-4ADF-843E-FF24CA0A643D}" dt="2025-07-22T07:55:33.918" v="3288" actId="1076"/>
          <ac:grpSpMkLst>
            <pc:docMk/>
            <pc:sldMk cId="3688232087" sldId="269"/>
            <ac:grpSpMk id="14" creationId="{1F665F67-42F3-DAEB-72AC-F2827E7597E5}"/>
          </ac:grpSpMkLst>
        </pc:grpChg>
        <pc:grpChg chg="add mod">
          <ac:chgData name="Deepika Vatsa" userId="f7100972-27fe-4ee6-8fb4-ec9b7931b409" providerId="ADAL" clId="{456A68E4-6549-4ADF-843E-FF24CA0A643D}" dt="2025-07-22T07:55:24.441" v="3285" actId="1076"/>
          <ac:grpSpMkLst>
            <pc:docMk/>
            <pc:sldMk cId="3688232087" sldId="269"/>
            <ac:grpSpMk id="22" creationId="{36A2C16F-AF41-0985-1508-193E9BA72445}"/>
          </ac:grpSpMkLst>
        </pc:grpChg>
        <pc:grpChg chg="add mod">
          <ac:chgData name="Deepika Vatsa" userId="f7100972-27fe-4ee6-8fb4-ec9b7931b409" providerId="ADAL" clId="{456A68E4-6549-4ADF-843E-FF24CA0A643D}" dt="2025-07-22T07:55:27.811" v="3286" actId="1076"/>
          <ac:grpSpMkLst>
            <pc:docMk/>
            <pc:sldMk cId="3688232087" sldId="269"/>
            <ac:grpSpMk id="30" creationId="{DE869D80-B6FE-3A3B-BBD1-5AFE075ED7A7}"/>
          </ac:grpSpMkLst>
        </pc:grpChg>
        <pc:cxnChg chg="add del mod">
          <ac:chgData name="Deepika Vatsa" userId="f7100972-27fe-4ee6-8fb4-ec9b7931b409" providerId="ADAL" clId="{456A68E4-6549-4ADF-843E-FF24CA0A643D}" dt="2025-07-22T05:18:32.371" v="2516" actId="478"/>
          <ac:cxnSpMkLst>
            <pc:docMk/>
            <pc:sldMk cId="3688232087" sldId="269"/>
            <ac:cxnSpMk id="5" creationId="{3C2A1B24-64E8-8A33-2956-F70F545CFC16}"/>
          </ac:cxnSpMkLst>
        </pc:cxnChg>
        <pc:cxnChg chg="add del mod">
          <ac:chgData name="Deepika Vatsa" userId="f7100972-27fe-4ee6-8fb4-ec9b7931b409" providerId="ADAL" clId="{456A68E4-6549-4ADF-843E-FF24CA0A643D}" dt="2025-07-22T05:18:30.558" v="2515" actId="478"/>
          <ac:cxnSpMkLst>
            <pc:docMk/>
            <pc:sldMk cId="3688232087" sldId="269"/>
            <ac:cxnSpMk id="6" creationId="{100BDD39-0231-E235-283C-9972DC1E2254}"/>
          </ac:cxnSpMkLst>
        </pc:cxnChg>
      </pc:sldChg>
      <pc:sldChg chg="addSp delSp modSp add mod">
        <pc:chgData name="Deepika Vatsa" userId="f7100972-27fe-4ee6-8fb4-ec9b7931b409" providerId="ADAL" clId="{456A68E4-6549-4ADF-843E-FF24CA0A643D}" dt="2025-07-22T07:54:27.291" v="3271" actId="478"/>
        <pc:sldMkLst>
          <pc:docMk/>
          <pc:sldMk cId="901686923" sldId="270"/>
        </pc:sldMkLst>
        <pc:spChg chg="del">
          <ac:chgData name="Deepika Vatsa" userId="f7100972-27fe-4ee6-8fb4-ec9b7931b409" providerId="ADAL" clId="{456A68E4-6549-4ADF-843E-FF24CA0A643D}" dt="2025-07-22T05:34:34.951" v="2784" actId="478"/>
          <ac:spMkLst>
            <pc:docMk/>
            <pc:sldMk cId="901686923" sldId="270"/>
            <ac:spMk id="2" creationId="{9AD8538A-330E-EC0B-850F-F732D6B9F882}"/>
          </ac:spMkLst>
        </pc:spChg>
        <pc:spChg chg="mod">
          <ac:chgData name="Deepika Vatsa" userId="f7100972-27fe-4ee6-8fb4-ec9b7931b409" providerId="ADAL" clId="{456A68E4-6549-4ADF-843E-FF24CA0A643D}" dt="2025-07-22T05:20:49.364" v="2635" actId="1076"/>
          <ac:spMkLst>
            <pc:docMk/>
            <pc:sldMk cId="901686923" sldId="270"/>
            <ac:spMk id="4" creationId="{83D94789-7406-FCD8-59A0-B9197A7810A2}"/>
          </ac:spMkLst>
        </pc:spChg>
        <pc:spChg chg="mod">
          <ac:chgData name="Deepika Vatsa" userId="f7100972-27fe-4ee6-8fb4-ec9b7931b409" providerId="ADAL" clId="{456A68E4-6549-4ADF-843E-FF24CA0A643D}" dt="2025-07-22T05:20:49.364" v="2635" actId="1076"/>
          <ac:spMkLst>
            <pc:docMk/>
            <pc:sldMk cId="901686923" sldId="270"/>
            <ac:spMk id="5" creationId="{BDFF55B4-2CA4-D2FD-0792-1921AA68FBC8}"/>
          </ac:spMkLst>
        </pc:spChg>
        <pc:spChg chg="mod">
          <ac:chgData name="Deepika Vatsa" userId="f7100972-27fe-4ee6-8fb4-ec9b7931b409" providerId="ADAL" clId="{456A68E4-6549-4ADF-843E-FF24CA0A643D}" dt="2025-07-22T05:20:49.364" v="2635" actId="1076"/>
          <ac:spMkLst>
            <pc:docMk/>
            <pc:sldMk cId="901686923" sldId="270"/>
            <ac:spMk id="6" creationId="{F6A2A38D-F77C-AA77-8F19-58D09F8618A8}"/>
          </ac:spMkLst>
        </pc:spChg>
        <pc:spChg chg="mod">
          <ac:chgData name="Deepika Vatsa" userId="f7100972-27fe-4ee6-8fb4-ec9b7931b409" providerId="ADAL" clId="{456A68E4-6549-4ADF-843E-FF24CA0A643D}" dt="2025-07-22T05:20:49.364" v="2635" actId="1076"/>
          <ac:spMkLst>
            <pc:docMk/>
            <pc:sldMk cId="901686923" sldId="270"/>
            <ac:spMk id="7" creationId="{7BECFAE2-777C-CC2F-271F-4639D4F51DE1}"/>
          </ac:spMkLst>
        </pc:spChg>
        <pc:spChg chg="mod">
          <ac:chgData name="Deepika Vatsa" userId="f7100972-27fe-4ee6-8fb4-ec9b7931b409" providerId="ADAL" clId="{456A68E4-6549-4ADF-843E-FF24CA0A643D}" dt="2025-07-22T05:20:49.364" v="2635" actId="1076"/>
          <ac:spMkLst>
            <pc:docMk/>
            <pc:sldMk cId="901686923" sldId="270"/>
            <ac:spMk id="9" creationId="{347FDE34-D8B3-16F8-3827-D0DF64C2CD10}"/>
          </ac:spMkLst>
        </pc:spChg>
        <pc:spChg chg="mod">
          <ac:chgData name="Deepika Vatsa" userId="f7100972-27fe-4ee6-8fb4-ec9b7931b409" providerId="ADAL" clId="{456A68E4-6549-4ADF-843E-FF24CA0A643D}" dt="2025-07-22T05:20:34.441" v="2632" actId="20577"/>
          <ac:spMkLst>
            <pc:docMk/>
            <pc:sldMk cId="901686923" sldId="270"/>
            <ac:spMk id="11" creationId="{8991F048-371A-20ED-FED3-0EADAE1D61F6}"/>
          </ac:spMkLst>
        </pc:spChg>
        <pc:spChg chg="mod">
          <ac:chgData name="Deepika Vatsa" userId="f7100972-27fe-4ee6-8fb4-ec9b7931b409" providerId="ADAL" clId="{456A68E4-6549-4ADF-843E-FF24CA0A643D}" dt="2025-07-22T05:20:49.364" v="2635" actId="1076"/>
          <ac:spMkLst>
            <pc:docMk/>
            <pc:sldMk cId="901686923" sldId="270"/>
            <ac:spMk id="12" creationId="{D904CFAE-C12B-8904-EAC3-6F0820ED434E}"/>
          </ac:spMkLst>
        </pc:spChg>
        <pc:spChg chg="mod">
          <ac:chgData name="Deepika Vatsa" userId="f7100972-27fe-4ee6-8fb4-ec9b7931b409" providerId="ADAL" clId="{456A68E4-6549-4ADF-843E-FF24CA0A643D}" dt="2025-07-22T05:20:49.364" v="2635" actId="1076"/>
          <ac:spMkLst>
            <pc:docMk/>
            <pc:sldMk cId="901686923" sldId="270"/>
            <ac:spMk id="13" creationId="{E7248788-F514-1E10-22C4-9B49EB9D2199}"/>
          </ac:spMkLst>
        </pc:spChg>
        <pc:spChg chg="mod">
          <ac:chgData name="Deepika Vatsa" userId="f7100972-27fe-4ee6-8fb4-ec9b7931b409" providerId="ADAL" clId="{456A68E4-6549-4ADF-843E-FF24CA0A643D}" dt="2025-07-22T05:21:00.119" v="2638" actId="1076"/>
          <ac:spMkLst>
            <pc:docMk/>
            <pc:sldMk cId="901686923" sldId="270"/>
            <ac:spMk id="37" creationId="{09A5A1AA-A02B-BA43-D37A-4E3D496D2B3A}"/>
          </ac:spMkLst>
        </pc:spChg>
        <pc:spChg chg="mod">
          <ac:chgData name="Deepika Vatsa" userId="f7100972-27fe-4ee6-8fb4-ec9b7931b409" providerId="ADAL" clId="{456A68E4-6549-4ADF-843E-FF24CA0A643D}" dt="2025-07-22T05:21:00.119" v="2638" actId="1076"/>
          <ac:spMkLst>
            <pc:docMk/>
            <pc:sldMk cId="901686923" sldId="270"/>
            <ac:spMk id="38" creationId="{0012F0D2-93EF-E3E2-1818-6F99B3DBFC04}"/>
          </ac:spMkLst>
        </pc:spChg>
        <pc:spChg chg="mod">
          <ac:chgData name="Deepika Vatsa" userId="f7100972-27fe-4ee6-8fb4-ec9b7931b409" providerId="ADAL" clId="{456A68E4-6549-4ADF-843E-FF24CA0A643D}" dt="2025-07-22T05:21:00.119" v="2638" actId="1076"/>
          <ac:spMkLst>
            <pc:docMk/>
            <pc:sldMk cId="901686923" sldId="270"/>
            <ac:spMk id="39" creationId="{0B2B093B-3819-D931-65E7-27F35647EB58}"/>
          </ac:spMkLst>
        </pc:spChg>
        <pc:spChg chg="mod">
          <ac:chgData name="Deepika Vatsa" userId="f7100972-27fe-4ee6-8fb4-ec9b7931b409" providerId="ADAL" clId="{456A68E4-6549-4ADF-843E-FF24CA0A643D}" dt="2025-07-22T05:21:00.119" v="2638" actId="1076"/>
          <ac:spMkLst>
            <pc:docMk/>
            <pc:sldMk cId="901686923" sldId="270"/>
            <ac:spMk id="40" creationId="{82823D81-17B4-06A3-44BE-5A33F7D2BBF1}"/>
          </ac:spMkLst>
        </pc:spChg>
        <pc:spChg chg="mod">
          <ac:chgData name="Deepika Vatsa" userId="f7100972-27fe-4ee6-8fb4-ec9b7931b409" providerId="ADAL" clId="{456A68E4-6549-4ADF-843E-FF24CA0A643D}" dt="2025-07-22T05:21:00.119" v="2638" actId="1076"/>
          <ac:spMkLst>
            <pc:docMk/>
            <pc:sldMk cId="901686923" sldId="270"/>
            <ac:spMk id="41" creationId="{0D354A91-2622-EAC8-9F0A-86F6B5B9EE5E}"/>
          </ac:spMkLst>
        </pc:spChg>
        <pc:spChg chg="mod">
          <ac:chgData name="Deepika Vatsa" userId="f7100972-27fe-4ee6-8fb4-ec9b7931b409" providerId="ADAL" clId="{456A68E4-6549-4ADF-843E-FF24CA0A643D}" dt="2025-07-22T05:21:10.520" v="2641" actId="1076"/>
          <ac:spMkLst>
            <pc:docMk/>
            <pc:sldMk cId="901686923" sldId="270"/>
            <ac:spMk id="43" creationId="{3142328E-76EF-AFBA-BF64-B83B3E12CAC1}"/>
          </ac:spMkLst>
        </pc:spChg>
        <pc:spChg chg="mod">
          <ac:chgData name="Deepika Vatsa" userId="f7100972-27fe-4ee6-8fb4-ec9b7931b409" providerId="ADAL" clId="{456A68E4-6549-4ADF-843E-FF24CA0A643D}" dt="2025-07-22T05:21:10.520" v="2641" actId="1076"/>
          <ac:spMkLst>
            <pc:docMk/>
            <pc:sldMk cId="901686923" sldId="270"/>
            <ac:spMk id="44" creationId="{186BCB4D-D607-F84E-C84A-7F14F1D6BF2F}"/>
          </ac:spMkLst>
        </pc:spChg>
        <pc:spChg chg="mod">
          <ac:chgData name="Deepika Vatsa" userId="f7100972-27fe-4ee6-8fb4-ec9b7931b409" providerId="ADAL" clId="{456A68E4-6549-4ADF-843E-FF24CA0A643D}" dt="2025-07-22T05:21:10.520" v="2641" actId="1076"/>
          <ac:spMkLst>
            <pc:docMk/>
            <pc:sldMk cId="901686923" sldId="270"/>
            <ac:spMk id="45" creationId="{0974EA53-C468-7469-B095-66BF9F8D775C}"/>
          </ac:spMkLst>
        </pc:spChg>
        <pc:spChg chg="mod">
          <ac:chgData name="Deepika Vatsa" userId="f7100972-27fe-4ee6-8fb4-ec9b7931b409" providerId="ADAL" clId="{456A68E4-6549-4ADF-843E-FF24CA0A643D}" dt="2025-07-22T05:21:10.520" v="2641" actId="1076"/>
          <ac:spMkLst>
            <pc:docMk/>
            <pc:sldMk cId="901686923" sldId="270"/>
            <ac:spMk id="46" creationId="{B0A65704-F193-5E33-7E8C-554864B76A1E}"/>
          </ac:spMkLst>
        </pc:spChg>
        <pc:spChg chg="mod">
          <ac:chgData name="Deepika Vatsa" userId="f7100972-27fe-4ee6-8fb4-ec9b7931b409" providerId="ADAL" clId="{456A68E4-6549-4ADF-843E-FF24CA0A643D}" dt="2025-07-22T05:21:10.520" v="2641" actId="1076"/>
          <ac:spMkLst>
            <pc:docMk/>
            <pc:sldMk cId="901686923" sldId="270"/>
            <ac:spMk id="47" creationId="{BA01C76C-0434-E35F-C25A-8252AEB3D590}"/>
          </ac:spMkLst>
        </pc:spChg>
        <pc:spChg chg="add del mod">
          <ac:chgData name="Deepika Vatsa" userId="f7100972-27fe-4ee6-8fb4-ec9b7931b409" providerId="ADAL" clId="{456A68E4-6549-4ADF-843E-FF24CA0A643D}" dt="2025-07-22T05:34:38.321" v="2785" actId="478"/>
          <ac:spMkLst>
            <pc:docMk/>
            <pc:sldMk cId="901686923" sldId="270"/>
            <ac:spMk id="49" creationId="{DE5FBF21-8D03-072A-2776-FA0B264CE049}"/>
          </ac:spMkLst>
        </pc:spChg>
        <pc:spChg chg="add del mod">
          <ac:chgData name="Deepika Vatsa" userId="f7100972-27fe-4ee6-8fb4-ec9b7931b409" providerId="ADAL" clId="{456A68E4-6549-4ADF-843E-FF24CA0A643D}" dt="2025-07-22T07:54:24.808" v="3269" actId="478"/>
          <ac:spMkLst>
            <pc:docMk/>
            <pc:sldMk cId="901686923" sldId="270"/>
            <ac:spMk id="50" creationId="{3652737B-0A3B-741B-ED60-F3C6D3BBEF9F}"/>
          </ac:spMkLst>
        </pc:spChg>
        <pc:spChg chg="add del mod">
          <ac:chgData name="Deepika Vatsa" userId="f7100972-27fe-4ee6-8fb4-ec9b7931b409" providerId="ADAL" clId="{456A68E4-6549-4ADF-843E-FF24CA0A643D}" dt="2025-07-22T07:54:21.790" v="3268" actId="478"/>
          <ac:spMkLst>
            <pc:docMk/>
            <pc:sldMk cId="901686923" sldId="270"/>
            <ac:spMk id="51" creationId="{8BAE75C7-5DBB-B72E-D9C3-522DA92E60C0}"/>
          </ac:spMkLst>
        </pc:spChg>
        <pc:spChg chg="add del mod">
          <ac:chgData name="Deepika Vatsa" userId="f7100972-27fe-4ee6-8fb4-ec9b7931b409" providerId="ADAL" clId="{456A68E4-6549-4ADF-843E-FF24CA0A643D}" dt="2025-07-22T07:54:27.291" v="3271" actId="478"/>
          <ac:spMkLst>
            <pc:docMk/>
            <pc:sldMk cId="901686923" sldId="270"/>
            <ac:spMk id="53" creationId="{28B4788E-9FE5-F9A6-DF6E-5AC63D8DDCC5}"/>
          </ac:spMkLst>
        </pc:spChg>
        <pc:spChg chg="add mod">
          <ac:chgData name="Deepika Vatsa" userId="f7100972-27fe-4ee6-8fb4-ec9b7931b409" providerId="ADAL" clId="{456A68E4-6549-4ADF-843E-FF24CA0A643D}" dt="2025-07-22T07:54:25.531" v="3270"/>
          <ac:spMkLst>
            <pc:docMk/>
            <pc:sldMk cId="901686923" sldId="270"/>
            <ac:spMk id="54" creationId="{AA0842D6-53D1-B2FF-AD2B-E01AC7DEB0FF}"/>
          </ac:spMkLst>
        </pc:spChg>
        <pc:grpChg chg="add mod">
          <ac:chgData name="Deepika Vatsa" userId="f7100972-27fe-4ee6-8fb4-ec9b7931b409" providerId="ADAL" clId="{456A68E4-6549-4ADF-843E-FF24CA0A643D}" dt="2025-07-22T05:20:49.364" v="2635" actId="1076"/>
          <ac:grpSpMkLst>
            <pc:docMk/>
            <pc:sldMk cId="901686923" sldId="270"/>
            <ac:grpSpMk id="3" creationId="{8C162043-0D58-7854-6AD8-9D676BDCC6AA}"/>
          </ac:grpSpMkLst>
        </pc:grpChg>
        <pc:grpChg chg="del">
          <ac:chgData name="Deepika Vatsa" userId="f7100972-27fe-4ee6-8fb4-ec9b7931b409" providerId="ADAL" clId="{456A68E4-6549-4ADF-843E-FF24CA0A643D}" dt="2025-07-22T05:20:44.969" v="2633" actId="478"/>
          <ac:grpSpMkLst>
            <pc:docMk/>
            <pc:sldMk cId="901686923" sldId="270"/>
            <ac:grpSpMk id="14" creationId="{1F665F67-42F3-DAEB-72AC-F2827E7597E5}"/>
          </ac:grpSpMkLst>
        </pc:grpChg>
        <pc:grpChg chg="del">
          <ac:chgData name="Deepika Vatsa" userId="f7100972-27fe-4ee6-8fb4-ec9b7931b409" providerId="ADAL" clId="{456A68E4-6549-4ADF-843E-FF24CA0A643D}" dt="2025-07-22T05:20:56.263" v="2636" actId="478"/>
          <ac:grpSpMkLst>
            <pc:docMk/>
            <pc:sldMk cId="901686923" sldId="270"/>
            <ac:grpSpMk id="22" creationId="{36A2C16F-AF41-0985-1508-193E9BA72445}"/>
          </ac:grpSpMkLst>
        </pc:grpChg>
        <pc:grpChg chg="del">
          <ac:chgData name="Deepika Vatsa" userId="f7100972-27fe-4ee6-8fb4-ec9b7931b409" providerId="ADAL" clId="{456A68E4-6549-4ADF-843E-FF24CA0A643D}" dt="2025-07-22T05:21:02.009" v="2639" actId="478"/>
          <ac:grpSpMkLst>
            <pc:docMk/>
            <pc:sldMk cId="901686923" sldId="270"/>
            <ac:grpSpMk id="30" creationId="{DE869D80-B6FE-3A3B-BBD1-5AFE075ED7A7}"/>
          </ac:grpSpMkLst>
        </pc:grpChg>
        <pc:grpChg chg="add mod">
          <ac:chgData name="Deepika Vatsa" userId="f7100972-27fe-4ee6-8fb4-ec9b7931b409" providerId="ADAL" clId="{456A68E4-6549-4ADF-843E-FF24CA0A643D}" dt="2025-07-22T05:21:00.119" v="2638" actId="1076"/>
          <ac:grpSpMkLst>
            <pc:docMk/>
            <pc:sldMk cId="901686923" sldId="270"/>
            <ac:grpSpMk id="36" creationId="{FAEE2BE8-FF99-370C-B635-3F7837B83223}"/>
          </ac:grpSpMkLst>
        </pc:grpChg>
        <pc:grpChg chg="add mod">
          <ac:chgData name="Deepika Vatsa" userId="f7100972-27fe-4ee6-8fb4-ec9b7931b409" providerId="ADAL" clId="{456A68E4-6549-4ADF-843E-FF24CA0A643D}" dt="2025-07-22T05:21:10.520" v="2641" actId="1076"/>
          <ac:grpSpMkLst>
            <pc:docMk/>
            <pc:sldMk cId="901686923" sldId="270"/>
            <ac:grpSpMk id="42" creationId="{DD57A598-2BCF-02EC-5537-B70A7CE43998}"/>
          </ac:grpSpMkLst>
        </pc:grpChg>
      </pc:sldChg>
      <pc:sldChg chg="addSp delSp modSp add mod">
        <pc:chgData name="Deepika Vatsa" userId="f7100972-27fe-4ee6-8fb4-ec9b7931b409" providerId="ADAL" clId="{456A68E4-6549-4ADF-843E-FF24CA0A643D}" dt="2025-07-22T07:54:33.861" v="3274"/>
        <pc:sldMkLst>
          <pc:docMk/>
          <pc:sldMk cId="2919132258" sldId="271"/>
        </pc:sldMkLst>
        <pc:spChg chg="del">
          <ac:chgData name="Deepika Vatsa" userId="f7100972-27fe-4ee6-8fb4-ec9b7931b409" providerId="ADAL" clId="{456A68E4-6549-4ADF-843E-FF24CA0A643D}" dt="2025-07-22T05:34:42.298" v="2787" actId="478"/>
          <ac:spMkLst>
            <pc:docMk/>
            <pc:sldMk cId="2919132258" sldId="271"/>
            <ac:spMk id="2" creationId="{9AD8538A-330E-EC0B-850F-F732D6B9F882}"/>
          </ac:spMkLst>
        </pc:spChg>
        <pc:spChg chg="mod">
          <ac:chgData name="Deepika Vatsa" userId="f7100972-27fe-4ee6-8fb4-ec9b7931b409" providerId="ADAL" clId="{456A68E4-6549-4ADF-843E-FF24CA0A643D}" dt="2025-07-22T05:25:23.461" v="2660" actId="14100"/>
          <ac:spMkLst>
            <pc:docMk/>
            <pc:sldMk cId="2919132258" sldId="271"/>
            <ac:spMk id="11" creationId="{8991F048-371A-20ED-FED3-0EADAE1D61F6}"/>
          </ac:spMkLst>
        </pc:spChg>
        <pc:spChg chg="add del mod">
          <ac:chgData name="Deepika Vatsa" userId="f7100972-27fe-4ee6-8fb4-ec9b7931b409" providerId="ADAL" clId="{456A68E4-6549-4ADF-843E-FF24CA0A643D}" dt="2025-07-22T05:34:44.872" v="2788" actId="478"/>
          <ac:spMkLst>
            <pc:docMk/>
            <pc:sldMk cId="2919132258" sldId="271"/>
            <ac:spMk id="19" creationId="{D2D0F1BF-7DCE-E6D8-C754-4120B77C1F02}"/>
          </ac:spMkLst>
        </pc:spChg>
        <pc:spChg chg="add del mod">
          <ac:chgData name="Deepika Vatsa" userId="f7100972-27fe-4ee6-8fb4-ec9b7931b409" providerId="ADAL" clId="{456A68E4-6549-4ADF-843E-FF24CA0A643D}" dt="2025-07-22T07:54:31.006" v="3272" actId="478"/>
          <ac:spMkLst>
            <pc:docMk/>
            <pc:sldMk cId="2919132258" sldId="271"/>
            <ac:spMk id="20" creationId="{21D5E60F-140D-3ED1-0357-352DA305A7A5}"/>
          </ac:spMkLst>
        </pc:spChg>
        <pc:spChg chg="add del mod">
          <ac:chgData name="Deepika Vatsa" userId="f7100972-27fe-4ee6-8fb4-ec9b7931b409" providerId="ADAL" clId="{456A68E4-6549-4ADF-843E-FF24CA0A643D}" dt="2025-07-22T07:54:33.008" v="3273" actId="478"/>
          <ac:spMkLst>
            <pc:docMk/>
            <pc:sldMk cId="2919132258" sldId="271"/>
            <ac:spMk id="22" creationId="{B3BABAE5-5092-7E79-39E6-38B4D0092DCA}"/>
          </ac:spMkLst>
        </pc:spChg>
        <pc:spChg chg="add mod">
          <ac:chgData name="Deepika Vatsa" userId="f7100972-27fe-4ee6-8fb4-ec9b7931b409" providerId="ADAL" clId="{456A68E4-6549-4ADF-843E-FF24CA0A643D}" dt="2025-07-22T07:54:33.861" v="3274"/>
          <ac:spMkLst>
            <pc:docMk/>
            <pc:sldMk cId="2919132258" sldId="271"/>
            <ac:spMk id="23" creationId="{81AC9516-3DFB-8BA0-EC7E-9ED37F9D4269}"/>
          </ac:spMkLst>
        </pc:spChg>
        <pc:spChg chg="mod">
          <ac:chgData name="Deepika Vatsa" userId="f7100972-27fe-4ee6-8fb4-ec9b7931b409" providerId="ADAL" clId="{456A68E4-6549-4ADF-843E-FF24CA0A643D}" dt="2025-07-22T05:31:04.362" v="2740" actId="14100"/>
          <ac:spMkLst>
            <pc:docMk/>
            <pc:sldMk cId="2919132258" sldId="271"/>
            <ac:spMk id="28" creationId="{352A899F-8686-41C5-D463-60C5DD73E10F}"/>
          </ac:spMkLst>
        </pc:spChg>
        <pc:spChg chg="mod">
          <ac:chgData name="Deepika Vatsa" userId="f7100972-27fe-4ee6-8fb4-ec9b7931b409" providerId="ADAL" clId="{456A68E4-6549-4ADF-843E-FF24CA0A643D}" dt="2025-07-22T05:31:29.035" v="2751" actId="20577"/>
          <ac:spMkLst>
            <pc:docMk/>
            <pc:sldMk cId="2919132258" sldId="271"/>
            <ac:spMk id="29" creationId="{9E15F783-CCB4-FD63-34E2-7E2E1218366B}"/>
          </ac:spMkLst>
        </pc:spChg>
        <pc:grpChg chg="del">
          <ac:chgData name="Deepika Vatsa" userId="f7100972-27fe-4ee6-8fb4-ec9b7931b409" providerId="ADAL" clId="{456A68E4-6549-4ADF-843E-FF24CA0A643D}" dt="2025-07-22T05:25:54.478" v="2661" actId="478"/>
          <ac:grpSpMkLst>
            <pc:docMk/>
            <pc:sldMk cId="2919132258" sldId="271"/>
            <ac:grpSpMk id="3" creationId="{8C162043-0D58-7854-6AD8-9D676BDCC6AA}"/>
          </ac:grpSpMkLst>
        </pc:grpChg>
        <pc:grpChg chg="del">
          <ac:chgData name="Deepika Vatsa" userId="f7100972-27fe-4ee6-8fb4-ec9b7931b409" providerId="ADAL" clId="{456A68E4-6549-4ADF-843E-FF24CA0A643D}" dt="2025-07-22T05:28:02.148" v="2664" actId="478"/>
          <ac:grpSpMkLst>
            <pc:docMk/>
            <pc:sldMk cId="2919132258" sldId="271"/>
            <ac:grpSpMk id="36" creationId="{FAEE2BE8-FF99-370C-B635-3F7837B83223}"/>
          </ac:grpSpMkLst>
        </pc:grpChg>
        <pc:grpChg chg="del">
          <ac:chgData name="Deepika Vatsa" userId="f7100972-27fe-4ee6-8fb4-ec9b7931b409" providerId="ADAL" clId="{456A68E4-6549-4ADF-843E-FF24CA0A643D}" dt="2025-07-22T05:28:03.646" v="2665" actId="478"/>
          <ac:grpSpMkLst>
            <pc:docMk/>
            <pc:sldMk cId="2919132258" sldId="271"/>
            <ac:grpSpMk id="42" creationId="{DD57A598-2BCF-02EC-5537-B70A7CE43998}"/>
          </ac:grpSpMkLst>
        </pc:grpChg>
        <pc:picChg chg="add mod">
          <ac:chgData name="Deepika Vatsa" userId="f7100972-27fe-4ee6-8fb4-ec9b7931b409" providerId="ADAL" clId="{456A68E4-6549-4ADF-843E-FF24CA0A643D}" dt="2025-07-22T05:31:13.523" v="2744" actId="1076"/>
          <ac:picMkLst>
            <pc:docMk/>
            <pc:sldMk cId="2919132258" sldId="271"/>
            <ac:picMk id="15" creationId="{4012F848-5838-387E-E6C3-1CEF0C0A5C2E}"/>
          </ac:picMkLst>
        </pc:picChg>
        <pc:picChg chg="add mod">
          <ac:chgData name="Deepika Vatsa" userId="f7100972-27fe-4ee6-8fb4-ec9b7931b409" providerId="ADAL" clId="{456A68E4-6549-4ADF-843E-FF24CA0A643D}" dt="2025-07-22T05:31:21.090" v="2747" actId="1076"/>
          <ac:picMkLst>
            <pc:docMk/>
            <pc:sldMk cId="2919132258" sldId="271"/>
            <ac:picMk id="17" creationId="{A6F00E82-5EDB-95C6-5B98-6D1AEA5E6F0E}"/>
          </ac:picMkLst>
        </pc:picChg>
      </pc:sldChg>
      <pc:sldChg chg="addSp delSp modSp add mod">
        <pc:chgData name="Deepika Vatsa" userId="f7100972-27fe-4ee6-8fb4-ec9b7931b409" providerId="ADAL" clId="{456A68E4-6549-4ADF-843E-FF24CA0A643D}" dt="2025-07-22T07:31:00.296" v="2879" actId="14100"/>
        <pc:sldMkLst>
          <pc:docMk/>
          <pc:sldMk cId="1137845124" sldId="272"/>
        </pc:sldMkLst>
        <pc:spChg chg="del">
          <ac:chgData name="Deepika Vatsa" userId="f7100972-27fe-4ee6-8fb4-ec9b7931b409" providerId="ADAL" clId="{456A68E4-6549-4ADF-843E-FF24CA0A643D}" dt="2025-07-22T07:30:26.518" v="2828" actId="478"/>
          <ac:spMkLst>
            <pc:docMk/>
            <pc:sldMk cId="1137845124" sldId="272"/>
            <ac:spMk id="11" creationId="{8991F048-371A-20ED-FED3-0EADAE1D61F6}"/>
          </ac:spMkLst>
        </pc:spChg>
        <pc:spChg chg="mod">
          <ac:chgData name="Deepika Vatsa" userId="f7100972-27fe-4ee6-8fb4-ec9b7931b409" providerId="ADAL" clId="{456A68E4-6549-4ADF-843E-FF24CA0A643D}" dt="2025-07-22T07:30:19.331" v="2825" actId="20577"/>
          <ac:spMkLst>
            <pc:docMk/>
            <pc:sldMk cId="1137845124" sldId="272"/>
            <ac:spMk id="20" creationId="{21D5E60F-140D-3ED1-0357-352DA305A7A5}"/>
          </ac:spMkLst>
        </pc:spChg>
        <pc:spChg chg="del">
          <ac:chgData name="Deepika Vatsa" userId="f7100972-27fe-4ee6-8fb4-ec9b7931b409" providerId="ADAL" clId="{456A68E4-6549-4ADF-843E-FF24CA0A643D}" dt="2025-07-22T07:30:28.903" v="2829" actId="478"/>
          <ac:spMkLst>
            <pc:docMk/>
            <pc:sldMk cId="1137845124" sldId="272"/>
            <ac:spMk id="28" creationId="{352A899F-8686-41C5-D463-60C5DD73E10F}"/>
          </ac:spMkLst>
        </pc:spChg>
        <pc:spChg chg="del">
          <ac:chgData name="Deepika Vatsa" userId="f7100972-27fe-4ee6-8fb4-ec9b7931b409" providerId="ADAL" clId="{456A68E4-6549-4ADF-843E-FF24CA0A643D}" dt="2025-07-22T07:30:31.681" v="2830" actId="478"/>
          <ac:spMkLst>
            <pc:docMk/>
            <pc:sldMk cId="1137845124" sldId="272"/>
            <ac:spMk id="29" creationId="{9E15F783-CCB4-FD63-34E2-7E2E1218366B}"/>
          </ac:spMkLst>
        </pc:spChg>
        <pc:picChg chg="add mod">
          <ac:chgData name="Deepika Vatsa" userId="f7100972-27fe-4ee6-8fb4-ec9b7931b409" providerId="ADAL" clId="{456A68E4-6549-4ADF-843E-FF24CA0A643D}" dt="2025-07-22T07:31:00.296" v="2879" actId="14100"/>
          <ac:picMkLst>
            <pc:docMk/>
            <pc:sldMk cId="1137845124" sldId="272"/>
            <ac:picMk id="3" creationId="{9964EC67-D401-A93A-10CA-F4FBEF0E529A}"/>
          </ac:picMkLst>
        </pc:picChg>
        <pc:picChg chg="del">
          <ac:chgData name="Deepika Vatsa" userId="f7100972-27fe-4ee6-8fb4-ec9b7931b409" providerId="ADAL" clId="{456A68E4-6549-4ADF-843E-FF24CA0A643D}" dt="2025-07-22T07:30:21.802" v="2826" actId="478"/>
          <ac:picMkLst>
            <pc:docMk/>
            <pc:sldMk cId="1137845124" sldId="272"/>
            <ac:picMk id="15" creationId="{4012F848-5838-387E-E6C3-1CEF0C0A5C2E}"/>
          </ac:picMkLst>
        </pc:picChg>
        <pc:picChg chg="del">
          <ac:chgData name="Deepika Vatsa" userId="f7100972-27fe-4ee6-8fb4-ec9b7931b409" providerId="ADAL" clId="{456A68E4-6549-4ADF-843E-FF24CA0A643D}" dt="2025-07-22T07:30:23.188" v="2827" actId="478"/>
          <ac:picMkLst>
            <pc:docMk/>
            <pc:sldMk cId="1137845124" sldId="272"/>
            <ac:picMk id="17" creationId="{A6F00E82-5EDB-95C6-5B98-6D1AEA5E6F0E}"/>
          </ac:picMkLst>
        </pc:picChg>
      </pc:sldChg>
      <pc:sldChg chg="addSp delSp modSp add mod">
        <pc:chgData name="Deepika Vatsa" userId="f7100972-27fe-4ee6-8fb4-ec9b7931b409" providerId="ADAL" clId="{456A68E4-6549-4ADF-843E-FF24CA0A643D}" dt="2025-07-22T07:57:54.141" v="3355" actId="12"/>
        <pc:sldMkLst>
          <pc:docMk/>
          <pc:sldMk cId="2349686973" sldId="273"/>
        </pc:sldMkLst>
        <pc:spChg chg="add mod">
          <ac:chgData name="Deepika Vatsa" userId="f7100972-27fe-4ee6-8fb4-ec9b7931b409" providerId="ADAL" clId="{456A68E4-6549-4ADF-843E-FF24CA0A643D}" dt="2025-07-22T07:57:54.141" v="3355" actId="12"/>
          <ac:spMkLst>
            <pc:docMk/>
            <pc:sldMk cId="2349686973" sldId="273"/>
            <ac:spMk id="3" creationId="{27CF7F47-5545-4A53-69C2-EF9708BE2091}"/>
          </ac:spMkLst>
        </pc:spChg>
        <pc:spChg chg="del">
          <ac:chgData name="Deepika Vatsa" userId="f7100972-27fe-4ee6-8fb4-ec9b7931b409" providerId="ADAL" clId="{456A68E4-6549-4ADF-843E-FF24CA0A643D}" dt="2025-07-22T07:57:21.387" v="3331" actId="478"/>
          <ac:spMkLst>
            <pc:docMk/>
            <pc:sldMk cId="2349686973" sldId="273"/>
            <ac:spMk id="11" creationId="{8991F048-371A-20ED-FED3-0EADAE1D61F6}"/>
          </ac:spMkLst>
        </pc:spChg>
        <pc:spChg chg="mod">
          <ac:chgData name="Deepika Vatsa" userId="f7100972-27fe-4ee6-8fb4-ec9b7931b409" providerId="ADAL" clId="{456A68E4-6549-4ADF-843E-FF24CA0A643D}" dt="2025-07-22T07:56:42.215" v="3326" actId="20577"/>
          <ac:spMkLst>
            <pc:docMk/>
            <pc:sldMk cId="2349686973" sldId="273"/>
            <ac:spMk id="20" creationId="{21D5E60F-140D-3ED1-0357-352DA305A7A5}"/>
          </ac:spMkLst>
        </pc:spChg>
        <pc:spChg chg="del">
          <ac:chgData name="Deepika Vatsa" userId="f7100972-27fe-4ee6-8fb4-ec9b7931b409" providerId="ADAL" clId="{456A68E4-6549-4ADF-843E-FF24CA0A643D}" dt="2025-07-22T07:57:18.849" v="3330" actId="478"/>
          <ac:spMkLst>
            <pc:docMk/>
            <pc:sldMk cId="2349686973" sldId="273"/>
            <ac:spMk id="28" creationId="{352A899F-8686-41C5-D463-60C5DD73E10F}"/>
          </ac:spMkLst>
        </pc:spChg>
        <pc:spChg chg="del">
          <ac:chgData name="Deepika Vatsa" userId="f7100972-27fe-4ee6-8fb4-ec9b7931b409" providerId="ADAL" clId="{456A68E4-6549-4ADF-843E-FF24CA0A643D}" dt="2025-07-22T07:57:00.676" v="3329" actId="478"/>
          <ac:spMkLst>
            <pc:docMk/>
            <pc:sldMk cId="2349686973" sldId="273"/>
            <ac:spMk id="29" creationId="{9E15F783-CCB4-FD63-34E2-7E2E1218366B}"/>
          </ac:spMkLst>
        </pc:spChg>
        <pc:picChg chg="del">
          <ac:chgData name="Deepika Vatsa" userId="f7100972-27fe-4ee6-8fb4-ec9b7931b409" providerId="ADAL" clId="{456A68E4-6549-4ADF-843E-FF24CA0A643D}" dt="2025-07-22T07:56:47.892" v="3327" actId="478"/>
          <ac:picMkLst>
            <pc:docMk/>
            <pc:sldMk cId="2349686973" sldId="273"/>
            <ac:picMk id="15" creationId="{4012F848-5838-387E-E6C3-1CEF0C0A5C2E}"/>
          </ac:picMkLst>
        </pc:picChg>
        <pc:picChg chg="del">
          <ac:chgData name="Deepika Vatsa" userId="f7100972-27fe-4ee6-8fb4-ec9b7931b409" providerId="ADAL" clId="{456A68E4-6549-4ADF-843E-FF24CA0A643D}" dt="2025-07-22T07:56:49.534" v="3328" actId="478"/>
          <ac:picMkLst>
            <pc:docMk/>
            <pc:sldMk cId="2349686973" sldId="273"/>
            <ac:picMk id="17" creationId="{A6F00E82-5EDB-95C6-5B98-6D1AEA5E6F0E}"/>
          </ac:picMkLst>
        </pc:picChg>
      </pc:sldChg>
      <pc:sldChg chg="addSp delSp modSp add mod">
        <pc:chgData name="Deepika Vatsa" userId="f7100972-27fe-4ee6-8fb4-ec9b7931b409" providerId="ADAL" clId="{456A68E4-6549-4ADF-843E-FF24CA0A643D}" dt="2025-07-22T07:59:27.095" v="3390" actId="20577"/>
        <pc:sldMkLst>
          <pc:docMk/>
          <pc:sldMk cId="3068273796" sldId="274"/>
        </pc:sldMkLst>
        <pc:spChg chg="mod">
          <ac:chgData name="Deepika Vatsa" userId="f7100972-27fe-4ee6-8fb4-ec9b7931b409" providerId="ADAL" clId="{456A68E4-6549-4ADF-843E-FF24CA0A643D}" dt="2025-07-22T07:59:27.095" v="3390" actId="20577"/>
          <ac:spMkLst>
            <pc:docMk/>
            <pc:sldMk cId="3068273796" sldId="274"/>
            <ac:spMk id="2" creationId="{9AD8538A-330E-EC0B-850F-F732D6B9F882}"/>
          </ac:spMkLst>
        </pc:spChg>
        <pc:spChg chg="del">
          <ac:chgData name="Deepika Vatsa" userId="f7100972-27fe-4ee6-8fb4-ec9b7931b409" providerId="ADAL" clId="{456A68E4-6549-4ADF-843E-FF24CA0A643D}" dt="2025-07-22T07:58:43.716" v="3357" actId="478"/>
          <ac:spMkLst>
            <pc:docMk/>
            <pc:sldMk cId="3068273796" sldId="274"/>
            <ac:spMk id="3" creationId="{1AD93526-3349-CF45-8823-28F43E531F2B}"/>
          </ac:spMkLst>
        </pc:spChg>
        <pc:spChg chg="add del mod">
          <ac:chgData name="Deepika Vatsa" userId="f7100972-27fe-4ee6-8fb4-ec9b7931b409" providerId="ADAL" clId="{456A68E4-6549-4ADF-843E-FF24CA0A643D}" dt="2025-07-22T07:58:47.057" v="3358" actId="478"/>
          <ac:spMkLst>
            <pc:docMk/>
            <pc:sldMk cId="3068273796" sldId="274"/>
            <ac:spMk id="5" creationId="{13FED1E1-AC11-44CC-B6B4-7D6FAE3B26C4}"/>
          </ac:spMkLst>
        </pc:spChg>
        <pc:spChg chg="add mod">
          <ac:chgData name="Deepika Vatsa" userId="f7100972-27fe-4ee6-8fb4-ec9b7931b409" providerId="ADAL" clId="{456A68E4-6549-4ADF-843E-FF24CA0A643D}" dt="2025-07-22T07:59:21.785" v="3383" actId="1035"/>
          <ac:spMkLst>
            <pc:docMk/>
            <pc:sldMk cId="3068273796" sldId="274"/>
            <ac:spMk id="6" creationId="{98148871-B8F8-B804-CB09-FE88CD3B4229}"/>
          </ac:spMkLst>
        </pc:spChg>
      </pc:sldChg>
      <pc:sldChg chg="addSp delSp modSp add mod">
        <pc:chgData name="Deepika Vatsa" userId="f7100972-27fe-4ee6-8fb4-ec9b7931b409" providerId="ADAL" clId="{456A68E4-6549-4ADF-843E-FF24CA0A643D}" dt="2025-07-22T08:28:42.116" v="3453" actId="1036"/>
        <pc:sldMkLst>
          <pc:docMk/>
          <pc:sldMk cId="1946257774" sldId="275"/>
        </pc:sldMkLst>
        <pc:spChg chg="mod">
          <ac:chgData name="Deepika Vatsa" userId="f7100972-27fe-4ee6-8fb4-ec9b7931b409" providerId="ADAL" clId="{456A68E4-6549-4ADF-843E-FF24CA0A643D}" dt="2025-07-22T08:28:14.665" v="3398"/>
          <ac:spMkLst>
            <pc:docMk/>
            <pc:sldMk cId="1946257774" sldId="275"/>
            <ac:spMk id="3" creationId="{27CF7F47-5545-4A53-69C2-EF9708BE2091}"/>
          </ac:spMkLst>
        </pc:spChg>
        <pc:spChg chg="add del mod">
          <ac:chgData name="Deepika Vatsa" userId="f7100972-27fe-4ee6-8fb4-ec9b7931b409" providerId="ADAL" clId="{456A68E4-6549-4ADF-843E-FF24CA0A643D}" dt="2025-07-22T08:28:42.116" v="3453" actId="1036"/>
          <ac:spMkLst>
            <pc:docMk/>
            <pc:sldMk cId="1946257774" sldId="275"/>
            <ac:spMk id="5" creationId="{A7B38BB2-F3D2-466C-A3C6-BA492F388420}"/>
          </ac:spMkLst>
        </pc:spChg>
        <pc:spChg chg="add del mod">
          <ac:chgData name="Deepika Vatsa" userId="f7100972-27fe-4ee6-8fb4-ec9b7931b409" providerId="ADAL" clId="{456A68E4-6549-4ADF-843E-FF24CA0A643D}" dt="2025-07-22T08:28:42.116" v="3453" actId="1036"/>
          <ac:spMkLst>
            <pc:docMk/>
            <pc:sldMk cId="1946257774" sldId="275"/>
            <ac:spMk id="6" creationId="{555A38F5-15A2-ECBA-DDBF-FC9C5A790ECC}"/>
          </ac:spMkLst>
        </pc:spChg>
        <pc:graphicFrameChg chg="add del mod">
          <ac:chgData name="Deepika Vatsa" userId="f7100972-27fe-4ee6-8fb4-ec9b7931b409" providerId="ADAL" clId="{456A68E4-6549-4ADF-843E-FF24CA0A643D}" dt="2025-07-22T08:28:42.116" v="3453" actId="1036"/>
          <ac:graphicFrameMkLst>
            <pc:docMk/>
            <pc:sldMk cId="1946257774" sldId="275"/>
            <ac:graphicFrameMk id="2" creationId="{E393E513-0C64-7AD4-2D0D-F04C9E46F3C5}"/>
          </ac:graphicFrameMkLst>
        </pc:graphicFrameChg>
        <pc:graphicFrameChg chg="add del mod">
          <ac:chgData name="Deepika Vatsa" userId="f7100972-27fe-4ee6-8fb4-ec9b7931b409" providerId="ADAL" clId="{456A68E4-6549-4ADF-843E-FF24CA0A643D}" dt="2025-07-22T08:28:42.116" v="3453" actId="1036"/>
          <ac:graphicFrameMkLst>
            <pc:docMk/>
            <pc:sldMk cId="1946257774" sldId="275"/>
            <ac:graphicFrameMk id="4" creationId="{1433F895-5E65-908C-6E7C-2CBC37E533EC}"/>
          </ac:graphicFrameMkLst>
        </pc:graphicFrameChg>
      </pc:sldChg>
      <pc:sldChg chg="delSp modSp add mod">
        <pc:chgData name="Deepika Vatsa" userId="f7100972-27fe-4ee6-8fb4-ec9b7931b409" providerId="ADAL" clId="{456A68E4-6549-4ADF-843E-FF24CA0A643D}" dt="2025-07-22T08:29:41.577" v="3515" actId="20577"/>
        <pc:sldMkLst>
          <pc:docMk/>
          <pc:sldMk cId="3708233878" sldId="276"/>
        </pc:sldMkLst>
        <pc:spChg chg="mod">
          <ac:chgData name="Deepika Vatsa" userId="f7100972-27fe-4ee6-8fb4-ec9b7931b409" providerId="ADAL" clId="{456A68E4-6549-4ADF-843E-FF24CA0A643D}" dt="2025-07-22T08:29:41.577" v="3515" actId="20577"/>
          <ac:spMkLst>
            <pc:docMk/>
            <pc:sldMk cId="3708233878" sldId="276"/>
            <ac:spMk id="3" creationId="{27CF7F47-5545-4A53-69C2-EF9708BE2091}"/>
          </ac:spMkLst>
        </pc:spChg>
        <pc:spChg chg="del">
          <ac:chgData name="Deepika Vatsa" userId="f7100972-27fe-4ee6-8fb4-ec9b7931b409" providerId="ADAL" clId="{456A68E4-6549-4ADF-843E-FF24CA0A643D}" dt="2025-07-22T08:29:26.838" v="3486" actId="478"/>
          <ac:spMkLst>
            <pc:docMk/>
            <pc:sldMk cId="3708233878" sldId="276"/>
            <ac:spMk id="5" creationId="{A7B38BB2-F3D2-466C-A3C6-BA492F388420}"/>
          </ac:spMkLst>
        </pc:spChg>
        <pc:spChg chg="del">
          <ac:chgData name="Deepika Vatsa" userId="f7100972-27fe-4ee6-8fb4-ec9b7931b409" providerId="ADAL" clId="{456A68E4-6549-4ADF-843E-FF24CA0A643D}" dt="2025-07-22T08:29:29.812" v="3487" actId="478"/>
          <ac:spMkLst>
            <pc:docMk/>
            <pc:sldMk cId="3708233878" sldId="276"/>
            <ac:spMk id="6" creationId="{555A38F5-15A2-ECBA-DDBF-FC9C5A790ECC}"/>
          </ac:spMkLst>
        </pc:spChg>
        <pc:spChg chg="mod">
          <ac:chgData name="Deepika Vatsa" userId="f7100972-27fe-4ee6-8fb4-ec9b7931b409" providerId="ADAL" clId="{456A68E4-6549-4ADF-843E-FF24CA0A643D}" dt="2025-07-22T08:29:16.337" v="3484" actId="20577"/>
          <ac:spMkLst>
            <pc:docMk/>
            <pc:sldMk cId="3708233878" sldId="276"/>
            <ac:spMk id="20" creationId="{21D5E60F-140D-3ED1-0357-352DA305A7A5}"/>
          </ac:spMkLst>
        </pc:spChg>
        <pc:graphicFrameChg chg="del">
          <ac:chgData name="Deepika Vatsa" userId="f7100972-27fe-4ee6-8fb4-ec9b7931b409" providerId="ADAL" clId="{456A68E4-6549-4ADF-843E-FF24CA0A643D}" dt="2025-07-22T08:29:23.279" v="3485" actId="478"/>
          <ac:graphicFrameMkLst>
            <pc:docMk/>
            <pc:sldMk cId="3708233878" sldId="276"/>
            <ac:graphicFrameMk id="2" creationId="{E393E513-0C64-7AD4-2D0D-F04C9E46F3C5}"/>
          </ac:graphicFrameMkLst>
        </pc:graphicFrameChg>
        <pc:graphicFrameChg chg="del">
          <ac:chgData name="Deepika Vatsa" userId="f7100972-27fe-4ee6-8fb4-ec9b7931b409" providerId="ADAL" clId="{456A68E4-6549-4ADF-843E-FF24CA0A643D}" dt="2025-07-22T08:29:31.170" v="3488" actId="478"/>
          <ac:graphicFrameMkLst>
            <pc:docMk/>
            <pc:sldMk cId="3708233878" sldId="276"/>
            <ac:graphicFrameMk id="4" creationId="{1433F895-5E65-908C-6E7C-2CBC37E533EC}"/>
          </ac:graphicFrameMkLst>
        </pc:graphicFrameChg>
      </pc:sldChg>
      <pc:sldChg chg="addSp delSp modSp add mod">
        <pc:chgData name="Deepika Vatsa" userId="f7100972-27fe-4ee6-8fb4-ec9b7931b409" providerId="ADAL" clId="{456A68E4-6549-4ADF-843E-FF24CA0A643D}" dt="2025-07-22T08:31:31.783" v="3597" actId="207"/>
        <pc:sldMkLst>
          <pc:docMk/>
          <pc:sldMk cId="3098819491" sldId="277"/>
        </pc:sldMkLst>
        <pc:spChg chg="add mod">
          <ac:chgData name="Deepika Vatsa" userId="f7100972-27fe-4ee6-8fb4-ec9b7931b409" providerId="ADAL" clId="{456A68E4-6549-4ADF-843E-FF24CA0A643D}" dt="2025-07-22T08:31:31.783" v="3597" actId="207"/>
          <ac:spMkLst>
            <pc:docMk/>
            <pc:sldMk cId="3098819491" sldId="277"/>
            <ac:spMk id="2" creationId="{01B3F462-86FA-BC78-9479-6674C2CDF9BF}"/>
          </ac:spMkLst>
        </pc:spChg>
        <pc:spChg chg="del">
          <ac:chgData name="Deepika Vatsa" userId="f7100972-27fe-4ee6-8fb4-ec9b7931b409" providerId="ADAL" clId="{456A68E4-6549-4ADF-843E-FF24CA0A643D}" dt="2025-07-22T08:31:07.290" v="3533" actId="478"/>
          <ac:spMkLst>
            <pc:docMk/>
            <pc:sldMk cId="3098819491" sldId="277"/>
            <ac:spMk id="3" creationId="{27CF7F47-5545-4A53-69C2-EF9708BE2091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9" creationId="{3F7C6059-8538-9443-DE59-D08369444581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11" creationId="{0C789355-6606-7B26-A921-F59A9E649305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12" creationId="{0DFC46C6-4556-3C21-7340-06CBF33804E8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13" creationId="{861BA59F-D511-42F0-121E-3EF4F346F023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14" creationId="{F1F5E0A9-3EF5-602A-1B1C-9E1357CD8075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15" creationId="{6ADF4C58-53F9-7FD4-D7D3-009066AC0B26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16" creationId="{ED197CC4-12F4-EACA-0F43-48C2C72A06B0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17" creationId="{1993F8E6-8892-6509-0D6F-14DEAB7274E8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18" creationId="{35F20ABA-ECCB-F2CE-5466-CA83D05E6380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19" creationId="{4ADA7B31-F37E-95DF-3426-914CC9AC7CAB}"/>
          </ac:spMkLst>
        </pc:spChg>
        <pc:spChg chg="mod">
          <ac:chgData name="Deepika Vatsa" userId="f7100972-27fe-4ee6-8fb4-ec9b7931b409" providerId="ADAL" clId="{456A68E4-6549-4ADF-843E-FF24CA0A643D}" dt="2025-07-22T08:30:46.836" v="3532" actId="20577"/>
          <ac:spMkLst>
            <pc:docMk/>
            <pc:sldMk cId="3098819491" sldId="277"/>
            <ac:spMk id="20" creationId="{21D5E60F-140D-3ED1-0357-352DA305A7A5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21" creationId="{23D6562B-DA73-161E-1454-41F3B7AEA9F3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22" creationId="{1ED86311-D1C5-440F-8666-773016529997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23" creationId="{2FD929E9-A77B-3F0D-8E1E-1D5EF2A8E10F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24" creationId="{CA354E4A-4696-EEAF-15A2-F374087D29BF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25" creationId="{332CD5B3-7502-04B6-2ADD-73A421FBC2F7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26" creationId="{F883A47D-3B64-19DF-69E4-B58338530402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27" creationId="{789C5740-7C32-D30E-17DB-A117B40E0BC1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28" creationId="{4C189E85-BB10-17E5-4424-E480A7208CF4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29" creationId="{7B977F37-BD0F-8F72-346E-5FAE7D14AE37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30" creationId="{C2A0FA17-35DE-6167-C363-03E8E8318821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31" creationId="{376239FD-CDE1-5F41-D81F-555C154A9186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32" creationId="{08ED9535-BA22-4BBD-D6FB-96DA2DB09501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33" creationId="{2FC1C203-B9AE-15E9-AC41-F3D472A1F26F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34" creationId="{D1132853-A907-463A-796F-B007CB7D79E3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35" creationId="{90B74E52-184A-2733-335C-7A7413A44761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36" creationId="{A9723E79-7F39-DDE8-200E-9FD337EEC3A6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37" creationId="{6987CAE3-4D54-21FD-E607-41C46CD4247B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38" creationId="{2B6D7425-8854-F03A-A05E-93AFC1636107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39" creationId="{3F4887F1-3E37-0854-6EDF-3A073B97EC7B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40" creationId="{C0CAEED1-53DE-6604-267A-781D66EFFB13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41" creationId="{19D11CB2-7EB9-30D3-A7AF-22C9487D999D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42" creationId="{9ED4FF88-A2F5-9DD0-F6BC-00CF5B3D1213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43" creationId="{3D52FFAD-D626-30F6-BAF6-01D9EDB21CDF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44" creationId="{6EC12965-80B4-1E82-0631-723339C07975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45" creationId="{9300D037-CF36-CA84-440F-13FFD1C558F4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46" creationId="{79810D1A-89EA-BF30-4519-63CA13D213C7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47" creationId="{F71CA718-3192-D13B-EBC8-D318CA62FDC9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48" creationId="{833B8172-D895-EFCF-35E5-48A37034FDD0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49" creationId="{B407DAD3-915F-37B4-4A4D-D8B062603FBA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50" creationId="{FEDD2972-6B24-11B0-9823-F7D27E97E6FC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51" creationId="{FB38733C-D55F-E557-3310-9534BFC4DB37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52" creationId="{450CAE24-97BE-C675-C779-2E59A5EA304A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53" creationId="{DB03EB09-8721-52C5-53EB-893418D6CE5B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54" creationId="{3F2BDC09-9290-0E04-8C19-5347F3340615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55" creationId="{EA824D26-3448-2567-417E-9A67CD634A05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56" creationId="{3B39B087-A56A-9490-2717-566573D87C76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57" creationId="{F4517F1A-FBEE-4E5C-810A-BB92360CC944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58" creationId="{EF5C69CF-4444-002D-2864-3C434EA2EFBC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59" creationId="{D33ABBE2-9829-BAFA-4F02-4257E62C8F40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60" creationId="{14AC8C26-7108-73C8-15E8-A0CF845A3D82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61" creationId="{71ED2009-6DA9-2BBC-E405-FFA04B8CC3BE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62" creationId="{EE0433D8-E4E2-577B-7DA2-8E9E17BEF3DF}"/>
          </ac:spMkLst>
        </pc:spChg>
        <pc:spChg chg="add mod">
          <ac:chgData name="Deepika Vatsa" userId="f7100972-27fe-4ee6-8fb4-ec9b7931b409" providerId="ADAL" clId="{456A68E4-6549-4ADF-843E-FF24CA0A643D}" dt="2025-07-22T08:31:13.723" v="3593" actId="1035"/>
          <ac:spMkLst>
            <pc:docMk/>
            <pc:sldMk cId="3098819491" sldId="277"/>
            <ac:spMk id="63" creationId="{66E62F88-189B-660F-67E8-4EE2D3B65C97}"/>
          </ac:spMkLst>
        </pc:spChg>
        <pc:cxnChg chg="add mod">
          <ac:chgData name="Deepika Vatsa" userId="f7100972-27fe-4ee6-8fb4-ec9b7931b409" providerId="ADAL" clId="{456A68E4-6549-4ADF-843E-FF24CA0A643D}" dt="2025-07-22T08:31:13.723" v="3593" actId="1035"/>
          <ac:cxnSpMkLst>
            <pc:docMk/>
            <pc:sldMk cId="3098819491" sldId="277"/>
            <ac:cxnSpMk id="4" creationId="{AE04BB38-A14E-93C8-1527-C54E09DE43C3}"/>
          </ac:cxnSpMkLst>
        </pc:cxnChg>
        <pc:cxnChg chg="add mod">
          <ac:chgData name="Deepika Vatsa" userId="f7100972-27fe-4ee6-8fb4-ec9b7931b409" providerId="ADAL" clId="{456A68E4-6549-4ADF-843E-FF24CA0A643D}" dt="2025-07-22T08:31:13.723" v="3593" actId="1035"/>
          <ac:cxnSpMkLst>
            <pc:docMk/>
            <pc:sldMk cId="3098819491" sldId="277"/>
            <ac:cxnSpMk id="5" creationId="{5BBB7FE2-3496-35B0-4D7D-EEF599A6581E}"/>
          </ac:cxnSpMkLst>
        </pc:cxnChg>
        <pc:cxnChg chg="add mod">
          <ac:chgData name="Deepika Vatsa" userId="f7100972-27fe-4ee6-8fb4-ec9b7931b409" providerId="ADAL" clId="{456A68E4-6549-4ADF-843E-FF24CA0A643D}" dt="2025-07-22T08:31:13.723" v="3593" actId="1035"/>
          <ac:cxnSpMkLst>
            <pc:docMk/>
            <pc:sldMk cId="3098819491" sldId="277"/>
            <ac:cxnSpMk id="6" creationId="{5CAEA562-893C-E440-FC36-4CB37661DC9A}"/>
          </ac:cxnSpMkLst>
        </pc:cxnChg>
        <pc:cxnChg chg="add mod">
          <ac:chgData name="Deepika Vatsa" userId="f7100972-27fe-4ee6-8fb4-ec9b7931b409" providerId="ADAL" clId="{456A68E4-6549-4ADF-843E-FF24CA0A643D}" dt="2025-07-22T08:31:13.723" v="3593" actId="1035"/>
          <ac:cxnSpMkLst>
            <pc:docMk/>
            <pc:sldMk cId="3098819491" sldId="277"/>
            <ac:cxnSpMk id="7" creationId="{CAF76B9E-D974-D95D-BE60-4A1BEF8A2701}"/>
          </ac:cxnSpMkLst>
        </pc:cxnChg>
      </pc:sldChg>
      <pc:sldChg chg="addSp delSp modSp add mod">
        <pc:chgData name="Deepika Vatsa" userId="f7100972-27fe-4ee6-8fb4-ec9b7931b409" providerId="ADAL" clId="{456A68E4-6549-4ADF-843E-FF24CA0A643D}" dt="2025-07-22T09:22:19.045" v="4067" actId="1036"/>
        <pc:sldMkLst>
          <pc:docMk/>
          <pc:sldMk cId="3963411255" sldId="278"/>
        </pc:sldMkLst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2" creationId="{01B3F462-86FA-BC78-9479-6674C2CDF9BF}"/>
          </ac:spMkLst>
        </pc:spChg>
        <pc:spChg chg="add mod">
          <ac:chgData name="Deepika Vatsa" userId="f7100972-27fe-4ee6-8fb4-ec9b7931b409" providerId="ADAL" clId="{456A68E4-6549-4ADF-843E-FF24CA0A643D}" dt="2025-07-22T09:22:12.535" v="4050" actId="20577"/>
          <ac:spMkLst>
            <pc:docMk/>
            <pc:sldMk cId="3963411255" sldId="278"/>
            <ac:spMk id="3" creationId="{5B781DFE-D108-F762-3BBA-8584EF92D657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9" creationId="{3F7C6059-8538-9443-DE59-D08369444581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11" creationId="{0C789355-6606-7B26-A921-F59A9E649305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12" creationId="{0DFC46C6-4556-3C21-7340-06CBF33804E8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13" creationId="{861BA59F-D511-42F0-121E-3EF4F346F023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14" creationId="{F1F5E0A9-3EF5-602A-1B1C-9E1357CD8075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15" creationId="{6ADF4C58-53F9-7FD4-D7D3-009066AC0B26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16" creationId="{ED197CC4-12F4-EACA-0F43-48C2C72A06B0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17" creationId="{1993F8E6-8892-6509-0D6F-14DEAB7274E8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18" creationId="{35F20ABA-ECCB-F2CE-5466-CA83D05E6380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19" creationId="{4ADA7B31-F37E-95DF-3426-914CC9AC7CAB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21" creationId="{23D6562B-DA73-161E-1454-41F3B7AEA9F3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22" creationId="{1ED86311-D1C5-440F-8666-773016529997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23" creationId="{2FD929E9-A77B-3F0D-8E1E-1D5EF2A8E10F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24" creationId="{CA354E4A-4696-EEAF-15A2-F374087D29BF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25" creationId="{332CD5B3-7502-04B6-2ADD-73A421FBC2F7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26" creationId="{F883A47D-3B64-19DF-69E4-B58338530402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27" creationId="{789C5740-7C32-D30E-17DB-A117B40E0BC1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28" creationId="{4C189E85-BB10-17E5-4424-E480A7208CF4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29" creationId="{7B977F37-BD0F-8F72-346E-5FAE7D14AE37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30" creationId="{C2A0FA17-35DE-6167-C363-03E8E8318821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31" creationId="{376239FD-CDE1-5F41-D81F-555C154A9186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32" creationId="{08ED9535-BA22-4BBD-D6FB-96DA2DB09501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33" creationId="{2FC1C203-B9AE-15E9-AC41-F3D472A1F26F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34" creationId="{D1132853-A907-463A-796F-B007CB7D79E3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35" creationId="{90B74E52-184A-2733-335C-7A7413A44761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36" creationId="{A9723E79-7F39-DDE8-200E-9FD337EEC3A6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37" creationId="{6987CAE3-4D54-21FD-E607-41C46CD4247B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38" creationId="{2B6D7425-8854-F03A-A05E-93AFC1636107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39" creationId="{3F4887F1-3E37-0854-6EDF-3A073B97EC7B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40" creationId="{C0CAEED1-53DE-6604-267A-781D66EFFB13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41" creationId="{19D11CB2-7EB9-30D3-A7AF-22C9487D999D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42" creationId="{9ED4FF88-A2F5-9DD0-F6BC-00CF5B3D1213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43" creationId="{3D52FFAD-D626-30F6-BAF6-01D9EDB21CDF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44" creationId="{6EC12965-80B4-1E82-0631-723339C07975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45" creationId="{9300D037-CF36-CA84-440F-13FFD1C558F4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46" creationId="{79810D1A-89EA-BF30-4519-63CA13D213C7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47" creationId="{F71CA718-3192-D13B-EBC8-D318CA62FDC9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48" creationId="{833B8172-D895-EFCF-35E5-48A37034FDD0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49" creationId="{B407DAD3-915F-37B4-4A4D-D8B062603FBA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50" creationId="{FEDD2972-6B24-11B0-9823-F7D27E97E6FC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51" creationId="{FB38733C-D55F-E557-3310-9534BFC4DB37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52" creationId="{450CAE24-97BE-C675-C779-2E59A5EA304A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53" creationId="{DB03EB09-8721-52C5-53EB-893418D6CE5B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54" creationId="{3F2BDC09-9290-0E04-8C19-5347F3340615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55" creationId="{EA824D26-3448-2567-417E-9A67CD634A05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56" creationId="{3B39B087-A56A-9490-2717-566573D87C76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57" creationId="{F4517F1A-FBEE-4E5C-810A-BB92360CC944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58" creationId="{EF5C69CF-4444-002D-2864-3C434EA2EFBC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59" creationId="{D33ABBE2-9829-BAFA-4F02-4257E62C8F40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60" creationId="{14AC8C26-7108-73C8-15E8-A0CF845A3D82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61" creationId="{71ED2009-6DA9-2BBC-E405-FFA04B8CC3BE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62" creationId="{EE0433D8-E4E2-577B-7DA2-8E9E17BEF3DF}"/>
          </ac:spMkLst>
        </pc:spChg>
        <pc:spChg chg="del">
          <ac:chgData name="Deepika Vatsa" userId="f7100972-27fe-4ee6-8fb4-ec9b7931b409" providerId="ADAL" clId="{456A68E4-6549-4ADF-843E-FF24CA0A643D}" dt="2025-07-22T08:31:55.223" v="3599" actId="478"/>
          <ac:spMkLst>
            <pc:docMk/>
            <pc:sldMk cId="3963411255" sldId="278"/>
            <ac:spMk id="63" creationId="{66E62F88-189B-660F-67E8-4EE2D3B65C97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65" creationId="{E743D904-2336-33E8-12B6-1B693A76C0E2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67" creationId="{9EEA213C-26C1-3BD8-2CAA-C57CBD28BCF5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68" creationId="{1126A26E-201E-1AA3-F925-FE104EDE8383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69" creationId="{1BF22DC9-FAFC-7D57-1FCF-B46E0D85DEEF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70" creationId="{3ED13405-264B-1611-55E5-BD1C4C84EF26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71" creationId="{413043A5-B574-E7AD-95FC-A9C2FF97B732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72" creationId="{22B6B6A4-F52B-BE77-D5F6-051FEBC06409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73" creationId="{3CB9BA03-0BA3-B390-8DB1-9C32472BA701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74" creationId="{ADA6FE6E-AF01-0729-40E6-533FA065D88A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75" creationId="{B80A4896-DEEB-D0A0-0AE8-70C546B36C3B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76" creationId="{95C43955-20F7-34E2-629B-513F0E80E7B5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77" creationId="{0C7A5016-A843-7EFC-FA89-CEB9B70E6503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78" creationId="{D21B091A-2C4E-514D-29AF-632532556748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79" creationId="{34AB0613-CBF7-61EB-9C7E-A9FB44FF597A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80" creationId="{482C5BE0-F5C7-8B6A-D4D5-B712EEEDB348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81" creationId="{F2185A7F-32A1-8209-B917-860F51D8197F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82" creationId="{A5B74A36-4EC6-4A47-39C4-7EBD07D3582B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83" creationId="{B539FBAB-2672-1896-027E-B0F0318E66C7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84" creationId="{72440A96-1E6C-0AB6-8675-CEFC40C2E7A3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85" creationId="{4BB1C757-089C-2D49-0E81-131EE3233E43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86" creationId="{33DD79BE-1223-65BD-F4BF-D6C4D635FC03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87" creationId="{4D0D2CF0-710E-CEA0-CCBE-4F9F97D4A877}"/>
          </ac:spMkLst>
        </pc:spChg>
        <pc:spChg chg="mod">
          <ac:chgData name="Deepika Vatsa" userId="f7100972-27fe-4ee6-8fb4-ec9b7931b409" providerId="ADAL" clId="{456A68E4-6549-4ADF-843E-FF24CA0A643D}" dt="2025-07-22T08:31:55.883" v="3600"/>
          <ac:spMkLst>
            <pc:docMk/>
            <pc:sldMk cId="3963411255" sldId="278"/>
            <ac:spMk id="88" creationId="{32877AB0-0F3A-0233-5C13-9474725C767E}"/>
          </ac:spMkLst>
        </pc:spChg>
        <pc:grpChg chg="add mod">
          <ac:chgData name="Deepika Vatsa" userId="f7100972-27fe-4ee6-8fb4-ec9b7931b409" providerId="ADAL" clId="{456A68E4-6549-4ADF-843E-FF24CA0A643D}" dt="2025-07-22T09:22:19.045" v="4067" actId="1036"/>
          <ac:grpSpMkLst>
            <pc:docMk/>
            <pc:sldMk cId="3963411255" sldId="278"/>
            <ac:grpSpMk id="64" creationId="{A15B00DD-C87A-002E-7A21-DDF941F8B734}"/>
          </ac:grpSpMkLst>
        </pc:grpChg>
        <pc:grpChg chg="mod">
          <ac:chgData name="Deepika Vatsa" userId="f7100972-27fe-4ee6-8fb4-ec9b7931b409" providerId="ADAL" clId="{456A68E4-6549-4ADF-843E-FF24CA0A643D}" dt="2025-07-22T08:31:55.883" v="3600"/>
          <ac:grpSpMkLst>
            <pc:docMk/>
            <pc:sldMk cId="3963411255" sldId="278"/>
            <ac:grpSpMk id="66" creationId="{6A51DD26-2A20-A0AF-9B35-7F89B46F0CF9}"/>
          </ac:grpSpMkLst>
        </pc:grpChg>
        <pc:cxnChg chg="del">
          <ac:chgData name="Deepika Vatsa" userId="f7100972-27fe-4ee6-8fb4-ec9b7931b409" providerId="ADAL" clId="{456A68E4-6549-4ADF-843E-FF24CA0A643D}" dt="2025-07-22T08:31:55.223" v="3599" actId="478"/>
          <ac:cxnSpMkLst>
            <pc:docMk/>
            <pc:sldMk cId="3963411255" sldId="278"/>
            <ac:cxnSpMk id="4" creationId="{AE04BB38-A14E-93C8-1527-C54E09DE43C3}"/>
          </ac:cxnSpMkLst>
        </pc:cxnChg>
        <pc:cxnChg chg="del">
          <ac:chgData name="Deepika Vatsa" userId="f7100972-27fe-4ee6-8fb4-ec9b7931b409" providerId="ADAL" clId="{456A68E4-6549-4ADF-843E-FF24CA0A643D}" dt="2025-07-22T08:31:55.223" v="3599" actId="478"/>
          <ac:cxnSpMkLst>
            <pc:docMk/>
            <pc:sldMk cId="3963411255" sldId="278"/>
            <ac:cxnSpMk id="5" creationId="{5BBB7FE2-3496-35B0-4D7D-EEF599A6581E}"/>
          </ac:cxnSpMkLst>
        </pc:cxnChg>
        <pc:cxnChg chg="del">
          <ac:chgData name="Deepika Vatsa" userId="f7100972-27fe-4ee6-8fb4-ec9b7931b409" providerId="ADAL" clId="{456A68E4-6549-4ADF-843E-FF24CA0A643D}" dt="2025-07-22T08:31:55.223" v="3599" actId="478"/>
          <ac:cxnSpMkLst>
            <pc:docMk/>
            <pc:sldMk cId="3963411255" sldId="278"/>
            <ac:cxnSpMk id="6" creationId="{5CAEA562-893C-E440-FC36-4CB37661DC9A}"/>
          </ac:cxnSpMkLst>
        </pc:cxnChg>
        <pc:cxnChg chg="del">
          <ac:chgData name="Deepika Vatsa" userId="f7100972-27fe-4ee6-8fb4-ec9b7931b409" providerId="ADAL" clId="{456A68E4-6549-4ADF-843E-FF24CA0A643D}" dt="2025-07-22T08:31:55.223" v="3599" actId="478"/>
          <ac:cxnSpMkLst>
            <pc:docMk/>
            <pc:sldMk cId="3963411255" sldId="278"/>
            <ac:cxnSpMk id="7" creationId="{CAF76B9E-D974-D95D-BE60-4A1BEF8A2701}"/>
          </ac:cxnSpMkLst>
        </pc:cxnChg>
      </pc:sldChg>
      <pc:sldChg chg="addSp delSp modSp add mod">
        <pc:chgData name="Deepika Vatsa" userId="f7100972-27fe-4ee6-8fb4-ec9b7931b409" providerId="ADAL" clId="{456A68E4-6549-4ADF-843E-FF24CA0A643D}" dt="2025-07-22T08:42:10.577" v="3834" actId="1076"/>
        <pc:sldMkLst>
          <pc:docMk/>
          <pc:sldMk cId="1835466055" sldId="279"/>
        </pc:sldMkLst>
        <pc:spChg chg="del mod">
          <ac:chgData name="Deepika Vatsa" userId="f7100972-27fe-4ee6-8fb4-ec9b7931b409" providerId="ADAL" clId="{456A68E4-6549-4ADF-843E-FF24CA0A643D}" dt="2025-07-22T08:41:40.933" v="3821" actId="478"/>
          <ac:spMkLst>
            <pc:docMk/>
            <pc:sldMk cId="1835466055" sldId="279"/>
            <ac:spMk id="3" creationId="{5B781DFE-D108-F762-3BBA-8584EF92D657}"/>
          </ac:spMkLst>
        </pc:spChg>
        <pc:spChg chg="add del mod">
          <ac:chgData name="Deepika Vatsa" userId="f7100972-27fe-4ee6-8fb4-ec9b7931b409" providerId="ADAL" clId="{456A68E4-6549-4ADF-843E-FF24CA0A643D}" dt="2025-07-22T08:42:03.152" v="3833" actId="20577"/>
          <ac:spMkLst>
            <pc:docMk/>
            <pc:sldMk cId="1835466055" sldId="279"/>
            <ac:spMk id="4" creationId="{62DB1F49-87D8-7549-2BE0-EB808C1043C0}"/>
          </ac:spMkLst>
        </pc:spChg>
        <pc:spChg chg="add del mod ord">
          <ac:chgData name="Deepika Vatsa" userId="f7100972-27fe-4ee6-8fb4-ec9b7931b409" providerId="ADAL" clId="{456A68E4-6549-4ADF-843E-FF24CA0A643D}" dt="2025-07-22T08:39:56.170" v="3791" actId="478"/>
          <ac:spMkLst>
            <pc:docMk/>
            <pc:sldMk cId="1835466055" sldId="279"/>
            <ac:spMk id="5" creationId="{0DA34FE0-50FD-2F17-E944-3E1741ADA9FC}"/>
          </ac:spMkLst>
        </pc:spChg>
        <pc:spChg chg="add del">
          <ac:chgData name="Deepika Vatsa" userId="f7100972-27fe-4ee6-8fb4-ec9b7931b409" providerId="ADAL" clId="{456A68E4-6549-4ADF-843E-FF24CA0A643D}" dt="2025-07-22T08:40:02.623" v="3795" actId="22"/>
          <ac:spMkLst>
            <pc:docMk/>
            <pc:sldMk cId="1835466055" sldId="279"/>
            <ac:spMk id="7" creationId="{3A884DE6-11FB-7F70-9657-E431613B476B}"/>
          </ac:spMkLst>
        </pc:spChg>
        <pc:spChg chg="add del">
          <ac:chgData name="Deepika Vatsa" userId="f7100972-27fe-4ee6-8fb4-ec9b7931b409" providerId="ADAL" clId="{456A68E4-6549-4ADF-843E-FF24CA0A643D}" dt="2025-07-22T08:40:06.907" v="3799" actId="22"/>
          <ac:spMkLst>
            <pc:docMk/>
            <pc:sldMk cId="1835466055" sldId="279"/>
            <ac:spMk id="11" creationId="{58DA64F0-66D4-53AA-B338-BAAC1CE3035F}"/>
          </ac:spMkLst>
        </pc:spChg>
        <pc:spChg chg="add del mod">
          <ac:chgData name="Deepika Vatsa" userId="f7100972-27fe-4ee6-8fb4-ec9b7931b409" providerId="ADAL" clId="{456A68E4-6549-4ADF-843E-FF24CA0A643D}" dt="2025-07-22T08:40:58.858" v="3812" actId="478"/>
          <ac:spMkLst>
            <pc:docMk/>
            <pc:sldMk cId="1835466055" sldId="279"/>
            <ac:spMk id="13" creationId="{462723CA-7208-66D4-817B-2D8800D7D44F}"/>
          </ac:spMkLst>
        </pc:spChg>
        <pc:spChg chg="add del mod ord">
          <ac:chgData name="Deepika Vatsa" userId="f7100972-27fe-4ee6-8fb4-ec9b7931b409" providerId="ADAL" clId="{456A68E4-6549-4ADF-843E-FF24CA0A643D}" dt="2025-07-22T08:40:30.480" v="3806" actId="478"/>
          <ac:spMkLst>
            <pc:docMk/>
            <pc:sldMk cId="1835466055" sldId="279"/>
            <ac:spMk id="14" creationId="{2816478F-B74D-1D9A-3FE1-0C3850DA9F0A}"/>
          </ac:spMkLst>
        </pc:spChg>
        <pc:spChg chg="add mod">
          <ac:chgData name="Deepika Vatsa" userId="f7100972-27fe-4ee6-8fb4-ec9b7931b409" providerId="ADAL" clId="{456A68E4-6549-4ADF-843E-FF24CA0A643D}" dt="2025-07-22T08:42:10.577" v="3834" actId="1076"/>
          <ac:spMkLst>
            <pc:docMk/>
            <pc:sldMk cId="1835466055" sldId="279"/>
            <ac:spMk id="15" creationId="{7BDD39FE-B4DD-33B8-DBBF-5C04713B6DC2}"/>
          </ac:spMkLst>
        </pc:spChg>
        <pc:grpChg chg="del">
          <ac:chgData name="Deepika Vatsa" userId="f7100972-27fe-4ee6-8fb4-ec9b7931b409" providerId="ADAL" clId="{456A68E4-6549-4ADF-843E-FF24CA0A643D}" dt="2025-07-22T08:36:15.978" v="3674" actId="478"/>
          <ac:grpSpMkLst>
            <pc:docMk/>
            <pc:sldMk cId="1835466055" sldId="279"/>
            <ac:grpSpMk id="64" creationId="{A15B00DD-C87A-002E-7A21-DDF941F8B734}"/>
          </ac:grpSpMkLst>
        </pc:grpChg>
      </pc:sldChg>
      <pc:sldChg chg="addSp delSp modSp add mod">
        <pc:chgData name="Deepika Vatsa" userId="f7100972-27fe-4ee6-8fb4-ec9b7931b409" providerId="ADAL" clId="{456A68E4-6549-4ADF-843E-FF24CA0A643D}" dt="2025-07-22T08:43:31.186" v="3843" actId="14100"/>
        <pc:sldMkLst>
          <pc:docMk/>
          <pc:sldMk cId="1924349928" sldId="280"/>
        </pc:sldMkLst>
        <pc:spChg chg="del">
          <ac:chgData name="Deepika Vatsa" userId="f7100972-27fe-4ee6-8fb4-ec9b7931b409" providerId="ADAL" clId="{456A68E4-6549-4ADF-843E-FF24CA0A643D}" dt="2025-07-22T08:43:18.187" v="3838" actId="478"/>
          <ac:spMkLst>
            <pc:docMk/>
            <pc:sldMk cId="1924349928" sldId="280"/>
            <ac:spMk id="4" creationId="{62DB1F49-87D8-7549-2BE0-EB808C1043C0}"/>
          </ac:spMkLst>
        </pc:spChg>
        <pc:spChg chg="del">
          <ac:chgData name="Deepika Vatsa" userId="f7100972-27fe-4ee6-8fb4-ec9b7931b409" providerId="ADAL" clId="{456A68E4-6549-4ADF-843E-FF24CA0A643D}" dt="2025-07-22T08:43:20.133" v="3839" actId="478"/>
          <ac:spMkLst>
            <pc:docMk/>
            <pc:sldMk cId="1924349928" sldId="280"/>
            <ac:spMk id="15" creationId="{7BDD39FE-B4DD-33B8-DBBF-5C04713B6DC2}"/>
          </ac:spMkLst>
        </pc:spChg>
        <pc:picChg chg="add mod">
          <ac:chgData name="Deepika Vatsa" userId="f7100972-27fe-4ee6-8fb4-ec9b7931b409" providerId="ADAL" clId="{456A68E4-6549-4ADF-843E-FF24CA0A643D}" dt="2025-07-22T08:43:31.186" v="3843" actId="14100"/>
          <ac:picMkLst>
            <pc:docMk/>
            <pc:sldMk cId="1924349928" sldId="280"/>
            <ac:picMk id="3" creationId="{DEFB7F06-B1E5-33C4-882A-578A7D49CFB1}"/>
          </ac:picMkLst>
        </pc:picChg>
      </pc:sldChg>
      <pc:sldChg chg="addSp delSp modSp add mod">
        <pc:chgData name="Deepika Vatsa" userId="f7100972-27fe-4ee6-8fb4-ec9b7931b409" providerId="ADAL" clId="{456A68E4-6549-4ADF-843E-FF24CA0A643D}" dt="2025-07-22T08:46:34.313" v="3994" actId="122"/>
        <pc:sldMkLst>
          <pc:docMk/>
          <pc:sldMk cId="265018311" sldId="281"/>
        </pc:sldMkLst>
        <pc:spChg chg="add del">
          <ac:chgData name="Deepika Vatsa" userId="f7100972-27fe-4ee6-8fb4-ec9b7931b409" providerId="ADAL" clId="{456A68E4-6549-4ADF-843E-FF24CA0A643D}" dt="2025-07-22T08:44:08.294" v="3847" actId="22"/>
          <ac:spMkLst>
            <pc:docMk/>
            <pc:sldMk cId="265018311" sldId="281"/>
            <ac:spMk id="3" creationId="{079FF362-1D58-2792-427F-D2BCA1A5F50F}"/>
          </ac:spMkLst>
        </pc:spChg>
        <pc:spChg chg="del">
          <ac:chgData name="Deepika Vatsa" userId="f7100972-27fe-4ee6-8fb4-ec9b7931b409" providerId="ADAL" clId="{456A68E4-6549-4ADF-843E-FF24CA0A643D}" dt="2025-07-22T08:44:04.372" v="3845" actId="478"/>
          <ac:spMkLst>
            <pc:docMk/>
            <pc:sldMk cId="265018311" sldId="281"/>
            <ac:spMk id="4" creationId="{62DB1F49-87D8-7549-2BE0-EB808C1043C0}"/>
          </ac:spMkLst>
        </pc:spChg>
        <pc:spChg chg="add mod">
          <ac:chgData name="Deepika Vatsa" userId="f7100972-27fe-4ee6-8fb4-ec9b7931b409" providerId="ADAL" clId="{456A68E4-6549-4ADF-843E-FF24CA0A643D}" dt="2025-07-22T08:46:34.313" v="3994" actId="122"/>
          <ac:spMkLst>
            <pc:docMk/>
            <pc:sldMk cId="265018311" sldId="281"/>
            <ac:spMk id="6" creationId="{0093995F-8373-177D-90B9-6570CC8EB85E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9" creationId="{52A0D438-2340-7D15-FD84-67AF69BC3F45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12" creationId="{6DBA8168-D472-BDC3-6846-9C9061093C98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13" creationId="{8E8B61CC-A777-75A0-B1F6-AC65015B1155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14" creationId="{33E1B726-B2C6-7A21-2841-24D1CA3761EC}"/>
          </ac:spMkLst>
        </pc:spChg>
        <pc:spChg chg="del">
          <ac:chgData name="Deepika Vatsa" userId="f7100972-27fe-4ee6-8fb4-ec9b7931b409" providerId="ADAL" clId="{456A68E4-6549-4ADF-843E-FF24CA0A643D}" dt="2025-07-22T08:44:13.454" v="3850" actId="478"/>
          <ac:spMkLst>
            <pc:docMk/>
            <pc:sldMk cId="265018311" sldId="281"/>
            <ac:spMk id="15" creationId="{7BDD39FE-B4DD-33B8-DBBF-5C04713B6DC2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16" creationId="{106FCA34-3349-618C-546A-7F9D330A8AB2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17" creationId="{A177F1D6-699B-3DA2-9E78-5E5506C963F8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18" creationId="{7D69A819-755A-9F69-5525-4FAF0CDC90C6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19" creationId="{3E4FE422-DCF9-A40A-24F8-55244BAB10B5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21" creationId="{81188085-80D0-951B-0D88-7C3482DA9B76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22" creationId="{08F27BAC-6D77-8C88-98F5-7AAC3867E1C9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23" creationId="{BBB71123-D810-72C7-A978-9E5AF4EFE465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24" creationId="{3BCAC968-09B9-2043-B629-838A45B68101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25" creationId="{6158C249-4302-C4C4-9235-E1E26F1CABDE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26" creationId="{9FA7C62F-0744-360F-F6E6-81B2CD757EEC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27" creationId="{3CDAC743-1DB0-2378-1536-79C22BDA794C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28" creationId="{E107A2FD-F393-A98A-3091-911495AA2B02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29" creationId="{B8B6733F-320E-3C48-2BE4-3BACAC234667}"/>
          </ac:spMkLst>
        </pc:spChg>
        <pc:spChg chg="mod">
          <ac:chgData name="Deepika Vatsa" userId="f7100972-27fe-4ee6-8fb4-ec9b7931b409" providerId="ADAL" clId="{456A68E4-6549-4ADF-843E-FF24CA0A643D}" dt="2025-07-22T08:44:26.676" v="3851"/>
          <ac:spMkLst>
            <pc:docMk/>
            <pc:sldMk cId="265018311" sldId="281"/>
            <ac:spMk id="30" creationId="{47435776-B759-CD34-7F8B-29F070B4F6D8}"/>
          </ac:spMkLst>
        </pc:spChg>
        <pc:spChg chg="add mod">
          <ac:chgData name="Deepika Vatsa" userId="f7100972-27fe-4ee6-8fb4-ec9b7931b409" providerId="ADAL" clId="{456A68E4-6549-4ADF-843E-FF24CA0A643D}" dt="2025-07-22T08:46:18.757" v="3985" actId="1038"/>
          <ac:spMkLst>
            <pc:docMk/>
            <pc:sldMk cId="265018311" sldId="281"/>
            <ac:spMk id="31" creationId="{0F84B591-F471-2691-79CE-EBFEF6386B52}"/>
          </ac:spMkLst>
        </pc:spChg>
        <pc:spChg chg="add mod">
          <ac:chgData name="Deepika Vatsa" userId="f7100972-27fe-4ee6-8fb4-ec9b7931b409" providerId="ADAL" clId="{456A68E4-6549-4ADF-843E-FF24CA0A643D}" dt="2025-07-22T08:46:18.757" v="3985" actId="1038"/>
          <ac:spMkLst>
            <pc:docMk/>
            <pc:sldMk cId="265018311" sldId="281"/>
            <ac:spMk id="32" creationId="{06456576-BD54-2578-4480-114B8CB447F5}"/>
          </ac:spMkLst>
        </pc:spChg>
        <pc:spChg chg="add mod">
          <ac:chgData name="Deepika Vatsa" userId="f7100972-27fe-4ee6-8fb4-ec9b7931b409" providerId="ADAL" clId="{456A68E4-6549-4ADF-843E-FF24CA0A643D}" dt="2025-07-22T08:46:18.757" v="3985" actId="1038"/>
          <ac:spMkLst>
            <pc:docMk/>
            <pc:sldMk cId="265018311" sldId="281"/>
            <ac:spMk id="33" creationId="{DEBEC5FE-CC35-0800-8057-FBA4CD535B7A}"/>
          </ac:spMkLst>
        </pc:spChg>
        <pc:grpChg chg="add mod">
          <ac:chgData name="Deepika Vatsa" userId="f7100972-27fe-4ee6-8fb4-ec9b7931b409" providerId="ADAL" clId="{456A68E4-6549-4ADF-843E-FF24CA0A643D}" dt="2025-07-22T08:46:18.757" v="3985" actId="1038"/>
          <ac:grpSpMkLst>
            <pc:docMk/>
            <pc:sldMk cId="265018311" sldId="281"/>
            <ac:grpSpMk id="7" creationId="{52FF8EA8-24D1-318A-C62E-3C823E2290F5}"/>
          </ac:grpSpMkLst>
        </pc:grpChg>
        <pc:grpChg chg="mod">
          <ac:chgData name="Deepika Vatsa" userId="f7100972-27fe-4ee6-8fb4-ec9b7931b409" providerId="ADAL" clId="{456A68E4-6549-4ADF-843E-FF24CA0A643D}" dt="2025-07-22T08:44:26.676" v="3851"/>
          <ac:grpSpMkLst>
            <pc:docMk/>
            <pc:sldMk cId="265018311" sldId="281"/>
            <ac:grpSpMk id="11" creationId="{628AD157-6E38-0BEF-6285-5C993C38B0A0}"/>
          </ac:grpSpMkLst>
        </pc:gr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1FE228-D9ED-4702-AAC0-BACBD156BBE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274B236C-A988-438B-BDDB-DB51564769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decision tree (DT) is a supervised learning algorithm used for both classification and regression tasks. </a:t>
          </a:r>
        </a:p>
      </dgm:t>
    </dgm:pt>
    <dgm:pt modelId="{DEB01F6D-9CC6-4D5E-A614-D74E921EC4AC}" type="parTrans" cxnId="{B90FABF0-5D46-4F86-96B0-CE8B0D47F531}">
      <dgm:prSet/>
      <dgm:spPr/>
      <dgm:t>
        <a:bodyPr/>
        <a:lstStyle/>
        <a:p>
          <a:endParaRPr lang="en-US"/>
        </a:p>
      </dgm:t>
    </dgm:pt>
    <dgm:pt modelId="{A32E13AB-CE06-4B9F-97A4-28D8BA3DEF4E}" type="sibTrans" cxnId="{B90FABF0-5D46-4F86-96B0-CE8B0D47F531}">
      <dgm:prSet/>
      <dgm:spPr/>
      <dgm:t>
        <a:bodyPr/>
        <a:lstStyle/>
        <a:p>
          <a:endParaRPr lang="en-US"/>
        </a:p>
      </dgm:t>
    </dgm:pt>
    <dgm:pt modelId="{17BF66F1-A87B-48C8-8318-790F2BBFFC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can be used to predict categorical outcomes (classification) or continuous values (regression). </a:t>
          </a:r>
        </a:p>
      </dgm:t>
    </dgm:pt>
    <dgm:pt modelId="{6CA66A5C-E63A-4ED4-B8BF-6B82555B2081}" type="parTrans" cxnId="{E2BCE36D-77BC-48D8-BC72-F0D7A9BC9F76}">
      <dgm:prSet/>
      <dgm:spPr/>
      <dgm:t>
        <a:bodyPr/>
        <a:lstStyle/>
        <a:p>
          <a:endParaRPr lang="en-US"/>
        </a:p>
      </dgm:t>
    </dgm:pt>
    <dgm:pt modelId="{5414E4DB-86D1-4B1B-ACE8-1CFAE156F922}" type="sibTrans" cxnId="{E2BCE36D-77BC-48D8-BC72-F0D7A9BC9F76}">
      <dgm:prSet/>
      <dgm:spPr/>
      <dgm:t>
        <a:bodyPr/>
        <a:lstStyle/>
        <a:p>
          <a:endParaRPr lang="en-US"/>
        </a:p>
      </dgm:t>
    </dgm:pt>
    <dgm:pt modelId="{BE42393E-7AE1-46D2-A832-87A9AC699D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Classification example</a:t>
          </a:r>
          <a:r>
            <a:rPr lang="en-US"/>
            <a:t>: Classify emails as spam or not spam, or to identify different types of flowers based on their characteristics. </a:t>
          </a:r>
        </a:p>
      </dgm:t>
    </dgm:pt>
    <dgm:pt modelId="{043EA526-C528-43FE-95D3-CD61239AF654}" type="parTrans" cxnId="{547095E7-FD8E-4A8D-A8BC-438B88169AA8}">
      <dgm:prSet/>
      <dgm:spPr/>
      <dgm:t>
        <a:bodyPr/>
        <a:lstStyle/>
        <a:p>
          <a:endParaRPr lang="en-US"/>
        </a:p>
      </dgm:t>
    </dgm:pt>
    <dgm:pt modelId="{89A54F90-5918-484D-84AE-0FF2DC305601}" type="sibTrans" cxnId="{547095E7-FD8E-4A8D-A8BC-438B88169AA8}">
      <dgm:prSet/>
      <dgm:spPr/>
      <dgm:t>
        <a:bodyPr/>
        <a:lstStyle/>
        <a:p>
          <a:endParaRPr lang="en-US"/>
        </a:p>
      </dgm:t>
    </dgm:pt>
    <dgm:pt modelId="{3442F5D0-2203-45F6-B28E-4C44B0359C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Regression example</a:t>
          </a:r>
          <a:r>
            <a:rPr lang="en-US"/>
            <a:t>: Predicting house prices or stock market trends.</a:t>
          </a:r>
        </a:p>
      </dgm:t>
    </dgm:pt>
    <dgm:pt modelId="{9DF1A250-1136-4AEA-A295-4411AFEE632B}" type="parTrans" cxnId="{6C919947-0950-4D5F-86F5-C70D74BDA051}">
      <dgm:prSet/>
      <dgm:spPr/>
      <dgm:t>
        <a:bodyPr/>
        <a:lstStyle/>
        <a:p>
          <a:endParaRPr lang="en-US"/>
        </a:p>
      </dgm:t>
    </dgm:pt>
    <dgm:pt modelId="{0474CA9D-5C08-43C9-8B32-680837705B86}" type="sibTrans" cxnId="{6C919947-0950-4D5F-86F5-C70D74BDA051}">
      <dgm:prSet/>
      <dgm:spPr/>
      <dgm:t>
        <a:bodyPr/>
        <a:lstStyle/>
        <a:p>
          <a:endParaRPr lang="en-US"/>
        </a:p>
      </dgm:t>
    </dgm:pt>
    <dgm:pt modelId="{24E71A31-9725-4019-B4E8-CB1A9A8CB402}" type="pres">
      <dgm:prSet presAssocID="{941FE228-D9ED-4702-AAC0-BACBD156BBE7}" presName="root" presStyleCnt="0">
        <dgm:presLayoutVars>
          <dgm:dir/>
          <dgm:resizeHandles val="exact"/>
        </dgm:presLayoutVars>
      </dgm:prSet>
      <dgm:spPr/>
    </dgm:pt>
    <dgm:pt modelId="{B1D67E58-FF66-4786-9516-CD556F8AED62}" type="pres">
      <dgm:prSet presAssocID="{274B236C-A988-438B-BDDB-DB5156476971}" presName="compNode" presStyleCnt="0"/>
      <dgm:spPr/>
    </dgm:pt>
    <dgm:pt modelId="{3E548A68-28F4-4EBD-A837-D8E0ACB398A0}" type="pres">
      <dgm:prSet presAssocID="{274B236C-A988-438B-BDDB-DB5156476971}" presName="bgRect" presStyleLbl="bgShp" presStyleIdx="0" presStyleCnt="4"/>
      <dgm:spPr/>
    </dgm:pt>
    <dgm:pt modelId="{793EB4DF-295B-4A9B-A1E5-1D41BE38FE6A}" type="pres">
      <dgm:prSet presAssocID="{274B236C-A988-438B-BDDB-DB515647697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045714E-CF4C-41FA-A52D-DB838A4CEDA7}" type="pres">
      <dgm:prSet presAssocID="{274B236C-A988-438B-BDDB-DB5156476971}" presName="spaceRect" presStyleCnt="0"/>
      <dgm:spPr/>
    </dgm:pt>
    <dgm:pt modelId="{36AB2FAB-5E40-4654-B294-28BC2428C6E0}" type="pres">
      <dgm:prSet presAssocID="{274B236C-A988-438B-BDDB-DB5156476971}" presName="parTx" presStyleLbl="revTx" presStyleIdx="0" presStyleCnt="4">
        <dgm:presLayoutVars>
          <dgm:chMax val="0"/>
          <dgm:chPref val="0"/>
        </dgm:presLayoutVars>
      </dgm:prSet>
      <dgm:spPr/>
    </dgm:pt>
    <dgm:pt modelId="{4C89159D-2722-4077-AFA7-555F6D763A09}" type="pres">
      <dgm:prSet presAssocID="{A32E13AB-CE06-4B9F-97A4-28D8BA3DEF4E}" presName="sibTrans" presStyleCnt="0"/>
      <dgm:spPr/>
    </dgm:pt>
    <dgm:pt modelId="{5997EF30-D69F-4CEB-8DB5-827189B6B8AE}" type="pres">
      <dgm:prSet presAssocID="{17BF66F1-A87B-48C8-8318-790F2BBFFCDF}" presName="compNode" presStyleCnt="0"/>
      <dgm:spPr/>
    </dgm:pt>
    <dgm:pt modelId="{0B914A4F-8491-46C3-B8B0-0D04401385AC}" type="pres">
      <dgm:prSet presAssocID="{17BF66F1-A87B-48C8-8318-790F2BBFFCDF}" presName="bgRect" presStyleLbl="bgShp" presStyleIdx="1" presStyleCnt="4"/>
      <dgm:spPr/>
    </dgm:pt>
    <dgm:pt modelId="{131F12DF-2595-4FCD-81F2-1FA83731A184}" type="pres">
      <dgm:prSet presAssocID="{17BF66F1-A87B-48C8-8318-790F2BBFFCD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1B6B151-9275-4483-AB33-D37E802DFFA8}" type="pres">
      <dgm:prSet presAssocID="{17BF66F1-A87B-48C8-8318-790F2BBFFCDF}" presName="spaceRect" presStyleCnt="0"/>
      <dgm:spPr/>
    </dgm:pt>
    <dgm:pt modelId="{B3DD11CB-660D-4073-BF1D-8B741C42397F}" type="pres">
      <dgm:prSet presAssocID="{17BF66F1-A87B-48C8-8318-790F2BBFFCDF}" presName="parTx" presStyleLbl="revTx" presStyleIdx="1" presStyleCnt="4">
        <dgm:presLayoutVars>
          <dgm:chMax val="0"/>
          <dgm:chPref val="0"/>
        </dgm:presLayoutVars>
      </dgm:prSet>
      <dgm:spPr/>
    </dgm:pt>
    <dgm:pt modelId="{2FB09E2C-B6A9-4205-ADA0-98B4CA865EA4}" type="pres">
      <dgm:prSet presAssocID="{5414E4DB-86D1-4B1B-ACE8-1CFAE156F922}" presName="sibTrans" presStyleCnt="0"/>
      <dgm:spPr/>
    </dgm:pt>
    <dgm:pt modelId="{4FBA16FF-EAB6-423C-8916-A19CB866DCDF}" type="pres">
      <dgm:prSet presAssocID="{BE42393E-7AE1-46D2-A832-87A9AC699D62}" presName="compNode" presStyleCnt="0"/>
      <dgm:spPr/>
    </dgm:pt>
    <dgm:pt modelId="{21DD706F-1050-4571-98CF-C027E2E9913F}" type="pres">
      <dgm:prSet presAssocID="{BE42393E-7AE1-46D2-A832-87A9AC699D62}" presName="bgRect" presStyleLbl="bgShp" presStyleIdx="2" presStyleCnt="4"/>
      <dgm:spPr/>
    </dgm:pt>
    <dgm:pt modelId="{6DC59179-C7B3-457B-A2E8-209A84F6C943}" type="pres">
      <dgm:prSet presAssocID="{BE42393E-7AE1-46D2-A832-87A9AC699D6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4D03F132-4944-4C74-AD9B-E3C3B3F9404C}" type="pres">
      <dgm:prSet presAssocID="{BE42393E-7AE1-46D2-A832-87A9AC699D62}" presName="spaceRect" presStyleCnt="0"/>
      <dgm:spPr/>
    </dgm:pt>
    <dgm:pt modelId="{69046FD0-FAA4-42FB-A3E1-D434456DA5E9}" type="pres">
      <dgm:prSet presAssocID="{BE42393E-7AE1-46D2-A832-87A9AC699D62}" presName="parTx" presStyleLbl="revTx" presStyleIdx="2" presStyleCnt="4">
        <dgm:presLayoutVars>
          <dgm:chMax val="0"/>
          <dgm:chPref val="0"/>
        </dgm:presLayoutVars>
      </dgm:prSet>
      <dgm:spPr/>
    </dgm:pt>
    <dgm:pt modelId="{80CA34F5-3EF0-4FDE-9E4E-A201F736978A}" type="pres">
      <dgm:prSet presAssocID="{89A54F90-5918-484D-84AE-0FF2DC305601}" presName="sibTrans" presStyleCnt="0"/>
      <dgm:spPr/>
    </dgm:pt>
    <dgm:pt modelId="{999BAB0C-91C3-4289-89C6-5D88D62F5B0F}" type="pres">
      <dgm:prSet presAssocID="{3442F5D0-2203-45F6-B28E-4C44B0359C03}" presName="compNode" presStyleCnt="0"/>
      <dgm:spPr/>
    </dgm:pt>
    <dgm:pt modelId="{A79F7B73-799A-4ECC-9970-57B0AFCCDCE8}" type="pres">
      <dgm:prSet presAssocID="{3442F5D0-2203-45F6-B28E-4C44B0359C03}" presName="bgRect" presStyleLbl="bgShp" presStyleIdx="3" presStyleCnt="4"/>
      <dgm:spPr/>
    </dgm:pt>
    <dgm:pt modelId="{0950AECB-F83B-4437-B602-E77ABAE30EAA}" type="pres">
      <dgm:prSet presAssocID="{3442F5D0-2203-45F6-B28E-4C44B0359C0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D91FD68-884D-41C5-9750-5B1717453603}" type="pres">
      <dgm:prSet presAssocID="{3442F5D0-2203-45F6-B28E-4C44B0359C03}" presName="spaceRect" presStyleCnt="0"/>
      <dgm:spPr/>
    </dgm:pt>
    <dgm:pt modelId="{F9057E2E-1189-4FE3-9108-7162A32B3B24}" type="pres">
      <dgm:prSet presAssocID="{3442F5D0-2203-45F6-B28E-4C44B0359C0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C53162E-151C-4ABF-9CEC-8639E29A523D}" type="presOf" srcId="{3442F5D0-2203-45F6-B28E-4C44B0359C03}" destId="{F9057E2E-1189-4FE3-9108-7162A32B3B24}" srcOrd="0" destOrd="0" presId="urn:microsoft.com/office/officeart/2018/2/layout/IconVerticalSolidList"/>
    <dgm:cxn modelId="{01273734-95DE-44F9-B9DF-4AE35DDF80E8}" type="presOf" srcId="{BE42393E-7AE1-46D2-A832-87A9AC699D62}" destId="{69046FD0-FAA4-42FB-A3E1-D434456DA5E9}" srcOrd="0" destOrd="0" presId="urn:microsoft.com/office/officeart/2018/2/layout/IconVerticalSolidList"/>
    <dgm:cxn modelId="{6C919947-0950-4D5F-86F5-C70D74BDA051}" srcId="{941FE228-D9ED-4702-AAC0-BACBD156BBE7}" destId="{3442F5D0-2203-45F6-B28E-4C44B0359C03}" srcOrd="3" destOrd="0" parTransId="{9DF1A250-1136-4AEA-A295-4411AFEE632B}" sibTransId="{0474CA9D-5C08-43C9-8B32-680837705B86}"/>
    <dgm:cxn modelId="{E2BCE36D-77BC-48D8-BC72-F0D7A9BC9F76}" srcId="{941FE228-D9ED-4702-AAC0-BACBD156BBE7}" destId="{17BF66F1-A87B-48C8-8318-790F2BBFFCDF}" srcOrd="1" destOrd="0" parTransId="{6CA66A5C-E63A-4ED4-B8BF-6B82555B2081}" sibTransId="{5414E4DB-86D1-4B1B-ACE8-1CFAE156F922}"/>
    <dgm:cxn modelId="{01E1898D-7F78-4222-9CA4-10B8E49A55B6}" type="presOf" srcId="{17BF66F1-A87B-48C8-8318-790F2BBFFCDF}" destId="{B3DD11CB-660D-4073-BF1D-8B741C42397F}" srcOrd="0" destOrd="0" presId="urn:microsoft.com/office/officeart/2018/2/layout/IconVerticalSolidList"/>
    <dgm:cxn modelId="{8F6523BB-5490-459F-B05B-57C86C8B9006}" type="presOf" srcId="{274B236C-A988-438B-BDDB-DB5156476971}" destId="{36AB2FAB-5E40-4654-B294-28BC2428C6E0}" srcOrd="0" destOrd="0" presId="urn:microsoft.com/office/officeart/2018/2/layout/IconVerticalSolidList"/>
    <dgm:cxn modelId="{23084AD4-4BE1-49F1-9017-AA482AC30974}" type="presOf" srcId="{941FE228-D9ED-4702-AAC0-BACBD156BBE7}" destId="{24E71A31-9725-4019-B4E8-CB1A9A8CB402}" srcOrd="0" destOrd="0" presId="urn:microsoft.com/office/officeart/2018/2/layout/IconVerticalSolidList"/>
    <dgm:cxn modelId="{547095E7-FD8E-4A8D-A8BC-438B88169AA8}" srcId="{941FE228-D9ED-4702-AAC0-BACBD156BBE7}" destId="{BE42393E-7AE1-46D2-A832-87A9AC699D62}" srcOrd="2" destOrd="0" parTransId="{043EA526-C528-43FE-95D3-CD61239AF654}" sibTransId="{89A54F90-5918-484D-84AE-0FF2DC305601}"/>
    <dgm:cxn modelId="{B90FABF0-5D46-4F86-96B0-CE8B0D47F531}" srcId="{941FE228-D9ED-4702-AAC0-BACBD156BBE7}" destId="{274B236C-A988-438B-BDDB-DB5156476971}" srcOrd="0" destOrd="0" parTransId="{DEB01F6D-9CC6-4D5E-A614-D74E921EC4AC}" sibTransId="{A32E13AB-CE06-4B9F-97A4-28D8BA3DEF4E}"/>
    <dgm:cxn modelId="{638116BD-1252-4AD7-A4B6-94E869EAA3BE}" type="presParOf" srcId="{24E71A31-9725-4019-B4E8-CB1A9A8CB402}" destId="{B1D67E58-FF66-4786-9516-CD556F8AED62}" srcOrd="0" destOrd="0" presId="urn:microsoft.com/office/officeart/2018/2/layout/IconVerticalSolidList"/>
    <dgm:cxn modelId="{023CD861-CC93-4510-A796-F920D6CC3FD4}" type="presParOf" srcId="{B1D67E58-FF66-4786-9516-CD556F8AED62}" destId="{3E548A68-28F4-4EBD-A837-D8E0ACB398A0}" srcOrd="0" destOrd="0" presId="urn:microsoft.com/office/officeart/2018/2/layout/IconVerticalSolidList"/>
    <dgm:cxn modelId="{5A813290-40C7-433E-A60D-84D7CFD7EA41}" type="presParOf" srcId="{B1D67E58-FF66-4786-9516-CD556F8AED62}" destId="{793EB4DF-295B-4A9B-A1E5-1D41BE38FE6A}" srcOrd="1" destOrd="0" presId="urn:microsoft.com/office/officeart/2018/2/layout/IconVerticalSolidList"/>
    <dgm:cxn modelId="{D2EB4FA9-8F9E-4CF3-8E09-AA8083315BFF}" type="presParOf" srcId="{B1D67E58-FF66-4786-9516-CD556F8AED62}" destId="{D045714E-CF4C-41FA-A52D-DB838A4CEDA7}" srcOrd="2" destOrd="0" presId="urn:microsoft.com/office/officeart/2018/2/layout/IconVerticalSolidList"/>
    <dgm:cxn modelId="{85A4CB37-B75D-4752-9608-06151BAAF5B8}" type="presParOf" srcId="{B1D67E58-FF66-4786-9516-CD556F8AED62}" destId="{36AB2FAB-5E40-4654-B294-28BC2428C6E0}" srcOrd="3" destOrd="0" presId="urn:microsoft.com/office/officeart/2018/2/layout/IconVerticalSolidList"/>
    <dgm:cxn modelId="{603956DA-24A8-47FF-B6B7-CCABCDD304B3}" type="presParOf" srcId="{24E71A31-9725-4019-B4E8-CB1A9A8CB402}" destId="{4C89159D-2722-4077-AFA7-555F6D763A09}" srcOrd="1" destOrd="0" presId="urn:microsoft.com/office/officeart/2018/2/layout/IconVerticalSolidList"/>
    <dgm:cxn modelId="{84E0E76D-B875-4C3A-BC4C-60576126D6D2}" type="presParOf" srcId="{24E71A31-9725-4019-B4E8-CB1A9A8CB402}" destId="{5997EF30-D69F-4CEB-8DB5-827189B6B8AE}" srcOrd="2" destOrd="0" presId="urn:microsoft.com/office/officeart/2018/2/layout/IconVerticalSolidList"/>
    <dgm:cxn modelId="{E1769087-40C4-4ADE-949B-84626DE60F43}" type="presParOf" srcId="{5997EF30-D69F-4CEB-8DB5-827189B6B8AE}" destId="{0B914A4F-8491-46C3-B8B0-0D04401385AC}" srcOrd="0" destOrd="0" presId="urn:microsoft.com/office/officeart/2018/2/layout/IconVerticalSolidList"/>
    <dgm:cxn modelId="{627E7AF0-DA36-499A-8960-600B2B4B25B4}" type="presParOf" srcId="{5997EF30-D69F-4CEB-8DB5-827189B6B8AE}" destId="{131F12DF-2595-4FCD-81F2-1FA83731A184}" srcOrd="1" destOrd="0" presId="urn:microsoft.com/office/officeart/2018/2/layout/IconVerticalSolidList"/>
    <dgm:cxn modelId="{24FFC2DD-F67D-4FAF-B8F1-5973CC4A6ECD}" type="presParOf" srcId="{5997EF30-D69F-4CEB-8DB5-827189B6B8AE}" destId="{31B6B151-9275-4483-AB33-D37E802DFFA8}" srcOrd="2" destOrd="0" presId="urn:microsoft.com/office/officeart/2018/2/layout/IconVerticalSolidList"/>
    <dgm:cxn modelId="{76A54AA4-9621-4C5A-AE2C-10D19F1D9644}" type="presParOf" srcId="{5997EF30-D69F-4CEB-8DB5-827189B6B8AE}" destId="{B3DD11CB-660D-4073-BF1D-8B741C42397F}" srcOrd="3" destOrd="0" presId="urn:microsoft.com/office/officeart/2018/2/layout/IconVerticalSolidList"/>
    <dgm:cxn modelId="{20715027-FDA4-466A-B525-D2F3D7C73F5F}" type="presParOf" srcId="{24E71A31-9725-4019-B4E8-CB1A9A8CB402}" destId="{2FB09E2C-B6A9-4205-ADA0-98B4CA865EA4}" srcOrd="3" destOrd="0" presId="urn:microsoft.com/office/officeart/2018/2/layout/IconVerticalSolidList"/>
    <dgm:cxn modelId="{E440B138-BA4F-48D0-A1AC-E77EAA5DCF13}" type="presParOf" srcId="{24E71A31-9725-4019-B4E8-CB1A9A8CB402}" destId="{4FBA16FF-EAB6-423C-8916-A19CB866DCDF}" srcOrd="4" destOrd="0" presId="urn:microsoft.com/office/officeart/2018/2/layout/IconVerticalSolidList"/>
    <dgm:cxn modelId="{DEEFA0A6-F913-46E9-B773-54B8A56C9FFA}" type="presParOf" srcId="{4FBA16FF-EAB6-423C-8916-A19CB866DCDF}" destId="{21DD706F-1050-4571-98CF-C027E2E9913F}" srcOrd="0" destOrd="0" presId="urn:microsoft.com/office/officeart/2018/2/layout/IconVerticalSolidList"/>
    <dgm:cxn modelId="{48313710-DE1D-40DB-8202-9EBA8AC4E081}" type="presParOf" srcId="{4FBA16FF-EAB6-423C-8916-A19CB866DCDF}" destId="{6DC59179-C7B3-457B-A2E8-209A84F6C943}" srcOrd="1" destOrd="0" presId="urn:microsoft.com/office/officeart/2018/2/layout/IconVerticalSolidList"/>
    <dgm:cxn modelId="{EC8C8BD2-A25A-4274-8A8C-A4DA18E32320}" type="presParOf" srcId="{4FBA16FF-EAB6-423C-8916-A19CB866DCDF}" destId="{4D03F132-4944-4C74-AD9B-E3C3B3F9404C}" srcOrd="2" destOrd="0" presId="urn:microsoft.com/office/officeart/2018/2/layout/IconVerticalSolidList"/>
    <dgm:cxn modelId="{DFDEB6EA-CDE4-4890-8522-35E03F3B9364}" type="presParOf" srcId="{4FBA16FF-EAB6-423C-8916-A19CB866DCDF}" destId="{69046FD0-FAA4-42FB-A3E1-D434456DA5E9}" srcOrd="3" destOrd="0" presId="urn:microsoft.com/office/officeart/2018/2/layout/IconVerticalSolidList"/>
    <dgm:cxn modelId="{32EF0073-0114-42C9-B083-25B15C5CBC74}" type="presParOf" srcId="{24E71A31-9725-4019-B4E8-CB1A9A8CB402}" destId="{80CA34F5-3EF0-4FDE-9E4E-A201F736978A}" srcOrd="5" destOrd="0" presId="urn:microsoft.com/office/officeart/2018/2/layout/IconVerticalSolidList"/>
    <dgm:cxn modelId="{09D513D1-B007-4E9E-9353-2FBBF08B2FFF}" type="presParOf" srcId="{24E71A31-9725-4019-B4E8-CB1A9A8CB402}" destId="{999BAB0C-91C3-4289-89C6-5D88D62F5B0F}" srcOrd="6" destOrd="0" presId="urn:microsoft.com/office/officeart/2018/2/layout/IconVerticalSolidList"/>
    <dgm:cxn modelId="{D64E0134-C16C-4114-9C22-DDB5A0109589}" type="presParOf" srcId="{999BAB0C-91C3-4289-89C6-5D88D62F5B0F}" destId="{A79F7B73-799A-4ECC-9970-57B0AFCCDCE8}" srcOrd="0" destOrd="0" presId="urn:microsoft.com/office/officeart/2018/2/layout/IconVerticalSolidList"/>
    <dgm:cxn modelId="{F025FB8F-89B9-4564-BE2C-D67302A6F008}" type="presParOf" srcId="{999BAB0C-91C3-4289-89C6-5D88D62F5B0F}" destId="{0950AECB-F83B-4437-B602-E77ABAE30EAA}" srcOrd="1" destOrd="0" presId="urn:microsoft.com/office/officeart/2018/2/layout/IconVerticalSolidList"/>
    <dgm:cxn modelId="{8A97ECE0-63E9-4D20-9CB8-6F18B18FCF95}" type="presParOf" srcId="{999BAB0C-91C3-4289-89C6-5D88D62F5B0F}" destId="{8D91FD68-884D-41C5-9750-5B1717453603}" srcOrd="2" destOrd="0" presId="urn:microsoft.com/office/officeart/2018/2/layout/IconVerticalSolidList"/>
    <dgm:cxn modelId="{B745CF7C-F797-4C90-9CA4-02AB18402CDB}" type="presParOf" srcId="{999BAB0C-91C3-4289-89C6-5D88D62F5B0F}" destId="{F9057E2E-1189-4FE3-9108-7162A32B3B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48A68-28F4-4EBD-A837-D8E0ACB398A0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3EB4DF-295B-4A9B-A1E5-1D41BE38FE6A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B2FAB-5E40-4654-B294-28BC2428C6E0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 decision tree (DT) is a supervised learning algorithm used for both classification and regression tasks. </a:t>
          </a:r>
        </a:p>
      </dsp:txBody>
      <dsp:txXfrm>
        <a:off x="1057183" y="1805"/>
        <a:ext cx="9458416" cy="915310"/>
      </dsp:txXfrm>
    </dsp:sp>
    <dsp:sp modelId="{0B914A4F-8491-46C3-B8B0-0D04401385AC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1F12DF-2595-4FCD-81F2-1FA83731A184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D11CB-660D-4073-BF1D-8B741C42397F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can be used to predict categorical outcomes (classification) or continuous values (regression). </a:t>
          </a:r>
        </a:p>
      </dsp:txBody>
      <dsp:txXfrm>
        <a:off x="1057183" y="1145944"/>
        <a:ext cx="9458416" cy="915310"/>
      </dsp:txXfrm>
    </dsp:sp>
    <dsp:sp modelId="{21DD706F-1050-4571-98CF-C027E2E9913F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C59179-C7B3-457B-A2E8-209A84F6C943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46FD0-FAA4-42FB-A3E1-D434456DA5E9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Classification example</a:t>
          </a:r>
          <a:r>
            <a:rPr lang="en-US" sz="2200" kern="1200"/>
            <a:t>: Classify emails as spam or not spam, or to identify different types of flowers based on their characteristics. </a:t>
          </a:r>
        </a:p>
      </dsp:txBody>
      <dsp:txXfrm>
        <a:off x="1057183" y="2290082"/>
        <a:ext cx="9458416" cy="915310"/>
      </dsp:txXfrm>
    </dsp:sp>
    <dsp:sp modelId="{A79F7B73-799A-4ECC-9970-57B0AFCCDCE8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50AECB-F83B-4437-B602-E77ABAE30EAA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57E2E-1189-4FE3-9108-7162A32B3B24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Regression example</a:t>
          </a:r>
          <a:r>
            <a:rPr lang="en-US" sz="2200" kern="1200"/>
            <a:t>: Predicting house prices or stock market trends.</a:t>
          </a:r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175A0-AE81-44B3-BDBE-BDAFC2A3822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E2D29-67A2-4F87-8F64-C7FFD2B26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89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FC606-CA79-E5D0-0705-47BE411F8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11C5F3-6CBC-F67C-26CD-AB42D6157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CFC1E-AB62-5BC7-CBF4-DC90217D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34E8-6D03-476D-872E-9CAB1B70556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E34E3-9B47-08C6-B839-9AAE6D46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06965-7810-DCC5-83A2-91884901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96F9-AE93-44A4-B80A-61D2EB553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06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C8547-8E66-0A43-8166-1E39E00F4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21A49-E64A-D1A9-5DCA-57B8004F3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EBBF6-AA75-6428-86C6-D322E8DAC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34E8-6D03-476D-872E-9CAB1B70556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D1A36-844F-3C48-5BEA-4269332DD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63950-D214-87A4-A5CF-908AE90C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96F9-AE93-44A4-B80A-61D2EB553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0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859E-5CAB-25CC-F22C-023355BC3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93DE1-A141-5D1C-8205-CB2E8DA79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97EE0-EE91-ABF9-D258-7BAD2197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34E8-6D03-476D-872E-9CAB1B70556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38EAF-BC92-7BC7-6DCA-0945D27CC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342A3-DDAF-7A47-19F8-B039780A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96F9-AE93-44A4-B80A-61D2EB553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72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EE46-5C8F-35EA-F123-67146B16A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B0E4D-7256-218B-63B4-0432A17F0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B0554-6660-F6E3-94A8-66A7B4335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95394-188E-A98A-C077-C4C420A32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34E8-6D03-476D-872E-9CAB1B70556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8785C-8923-BAD4-3CA8-7CC21860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A5391-61EF-5B4D-7662-255CAF2A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96F9-AE93-44A4-B80A-61D2EB553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78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F5200-9525-6960-E8E2-3AB9959C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B8E19-09F3-2812-1679-5E8E3466F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6E5B1-6FC8-7BC1-9072-241C76733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2D498C-CA58-F682-725D-B7C0974B1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1F58E-ABB4-A4AA-F1D1-457DF1894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19F7B-72B5-71E3-03A8-A4C18085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34E8-6D03-476D-872E-9CAB1B70556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5C4E36-836B-83F5-6664-48B7CB985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F710F-7621-83AC-19B1-9C117E2B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96F9-AE93-44A4-B80A-61D2EB553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5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9D4C-4F83-2487-9C0E-75D48CA29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704DFC-9DBE-8D97-B5C9-0FD4BD69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34E8-6D03-476D-872E-9CAB1B70556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B0E7FC-A802-C784-613B-36077B1A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6433B-21B3-538A-267B-B92DDA3B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96F9-AE93-44A4-B80A-61D2EB553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3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E43C7-7C9B-B567-38A2-58077688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34E8-6D03-476D-872E-9CAB1B70556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0B363-2A45-D6FB-9AF1-C9FFF1C66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34135-5A4F-73A8-8543-47B155426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96F9-AE93-44A4-B80A-61D2EB553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8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44FD-DB86-5F19-1085-6A1D659FD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ADE03-800F-9C64-6847-4871BCE52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5E1EA-8420-0A06-5945-225126BFB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9BC78-D003-6876-EAA2-D8CCF164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34E8-6D03-476D-872E-9CAB1B70556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09A55-27D1-54B2-478E-466C54A3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C4474-C1BC-51C7-A0D4-1B2C11758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96F9-AE93-44A4-B80A-61D2EB553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9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4CE4-0E4F-128A-5BA4-ECA9230DF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5C57D-F460-24F8-54DE-06D2D31BA3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D428B-AC11-5F33-F9D7-533030C4D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E6096-EC4A-E029-E3C3-652981BE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34E8-6D03-476D-872E-9CAB1B70556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DFDFC-9516-C9CA-CC1A-52D31275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84510-32F4-82D5-EA30-1E735EDF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96F9-AE93-44A4-B80A-61D2EB553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37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0CC0-64E7-7EEE-880C-40DED78F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E1E1C-2EDB-3927-631F-89CA3E055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A45C3-3AC8-BE81-E370-FD9D91EA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34E8-6D03-476D-872E-9CAB1B70556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BADCC-6642-B663-826D-C05916362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2B72E-0369-2A76-CE53-9FFD61B90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96F9-AE93-44A4-B80A-61D2EB553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6BC4F-D364-C8FF-6419-6E6FBC684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8FBEA-362E-0CE2-06D9-D3BB76F9C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585F2-E96E-BFB0-B124-5D66650F0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B34E8-6D03-476D-872E-9CAB1B70556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F1658-1BBF-7345-CC34-2E226DFB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93DB4-8CD2-F8E0-55AD-BC6120D0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96F9-AE93-44A4-B80A-61D2EB553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04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19FF76-6766-019C-434E-BBBD94208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8F820-EA6F-C148-F310-8BF848291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FB872-DF6E-8170-80A0-85E9B2D4E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B34E8-6D03-476D-872E-9CAB1B705563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5CCF4-AD57-2EB0-9156-0009CB527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12997-9D2B-DCCF-9911-F0DAEFDDD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F796F9-AE93-44A4-B80A-61D2EB553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6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DB364-19A5-9595-813A-FD250ACC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dirty="0"/>
              <a:t>Decision Tree (DT)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C73A0C-5F67-2B1F-1440-AA50C33C07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6953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0495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538A-330E-EC0B-850F-F732D6B9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Decision Tree Classifier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3526-3349-CF45-8823-28F43E531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classifier is a hierarchical tree structure that is used to classify classes based on a series of questions (or rules) about the attributes of the class.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can be of any type: </a:t>
            </a: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Binary (0 or 1)</a:t>
            </a: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Nominal (Hair color: Black, Brown, Red)</a:t>
            </a: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Ordinal (Rank: 1, 2, 3)</a:t>
            </a: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values (Salary: 5K, 10K, 21K)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Classes must be qualitative type (binary or categorical)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So, given a data of attributes along with its classes, a decision tree produces a sequence of rules that can be used to identify the class.</a:t>
            </a:r>
          </a:p>
        </p:txBody>
      </p:sp>
    </p:spTree>
    <p:extLst>
      <p:ext uri="{BB962C8B-B14F-4D97-AF65-F5344CB8AC3E}">
        <p14:creationId xmlns:p14="http://schemas.microsoft.com/office/powerpoint/2010/main" val="2443812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538A-330E-EC0B-850F-F732D6B9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Decision Tree Classifier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3526-3349-CF45-8823-28F43E531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27" y="1901249"/>
            <a:ext cx="4324643" cy="425196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decision tree classifier is to build a model using the training data to classify examples in one of the multi–class target.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algorithm constructs a tree consisting of two types of nodes: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internal nodes and leaf nodes.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and internal nodes of DT represent attributes/features of data, while leaf nodes represent the class label.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BF000F2-7805-9176-178E-1D1844CC56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773879"/>
              </p:ext>
            </p:extLst>
          </p:nvPr>
        </p:nvGraphicFramePr>
        <p:xfrm>
          <a:off x="4759470" y="2126927"/>
          <a:ext cx="7280129" cy="3577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424875" imgH="6279741" progId="">
                  <p:embed/>
                </p:oleObj>
              </mc:Choice>
              <mc:Fallback>
                <p:oleObj name="Visio" r:id="rId2" imgW="8424875" imgH="6279741" progId="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BF000F2-7805-9176-178E-1D1844CC564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470" y="2126927"/>
                        <a:ext cx="7280129" cy="35775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4014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538A-330E-EC0B-850F-F732D6B9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Decision Tree Example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B0F7A6-C5D0-BEA3-5D98-37B8102A9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25" y="1901840"/>
            <a:ext cx="7214616" cy="44369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B20177-59FE-03F2-248A-5D6D1307BDAF}"/>
              </a:ext>
            </a:extLst>
          </p:cNvPr>
          <p:cNvSpPr txBox="1"/>
          <p:nvPr/>
        </p:nvSpPr>
        <p:spPr>
          <a:xfrm>
            <a:off x="669036" y="2412174"/>
            <a:ext cx="33602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say you are given a data with attributes Gender, Car ownership, travel cost, and income level, and you want to decide based on these attributes which transportation mode to use: Bus, Train or Car</a:t>
            </a:r>
          </a:p>
        </p:txBody>
      </p:sp>
    </p:spTree>
    <p:extLst>
      <p:ext uri="{BB962C8B-B14F-4D97-AF65-F5344CB8AC3E}">
        <p14:creationId xmlns:p14="http://schemas.microsoft.com/office/powerpoint/2010/main" val="1104336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538A-330E-EC0B-850F-F732D6B9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Decision Tree Example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B20177-59FE-03F2-248A-5D6D1307BDAF}"/>
              </a:ext>
            </a:extLst>
          </p:cNvPr>
          <p:cNvSpPr txBox="1"/>
          <p:nvPr/>
        </p:nvSpPr>
        <p:spPr>
          <a:xfrm>
            <a:off x="622885" y="3002936"/>
            <a:ext cx="33602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say DT algo build this tree.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using this tree, we can apply on test data and answer some questions.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FE8E76-2485-8EA6-81C8-D57A275AC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114" y="2055813"/>
            <a:ext cx="7600498" cy="386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5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538A-330E-EC0B-850F-F732D6B9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Decision Tree Example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5E3E5-D4D6-05A7-6115-E33F4C6E1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503" y="1764804"/>
            <a:ext cx="9094565" cy="1872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717143-E2B7-ACAA-6603-624ED9D760EB}"/>
              </a:ext>
            </a:extLst>
          </p:cNvPr>
          <p:cNvSpPr txBox="1"/>
          <p:nvPr/>
        </p:nvSpPr>
        <p:spPr>
          <a:xfrm>
            <a:off x="838200" y="1873770"/>
            <a:ext cx="2444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B5831-EC2E-27A5-8B10-A05C13C5DCCD}"/>
              </a:ext>
            </a:extLst>
          </p:cNvPr>
          <p:cNvSpPr txBox="1"/>
          <p:nvPr/>
        </p:nvSpPr>
        <p:spPr>
          <a:xfrm>
            <a:off x="728997" y="4522566"/>
            <a:ext cx="3284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transportation mode would Alex, Buddy and Cherry use?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06E53D-FA50-BE89-3CCF-E49EB2EC0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271" y="4017196"/>
            <a:ext cx="6004813" cy="284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81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538A-330E-EC0B-850F-F732D6B9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Decision Tree Algorithms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3526-3349-CF45-8823-28F43E531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learn the representation (tree), we need an algorithm.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Algorithms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ID3 (1986 ; Ross Quinlan)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C4.5 (1993; Ross Quinlan)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CART (1984;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Breimanetal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81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538A-330E-EC0B-850F-F732D6B9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Basic Decision Tree Algorithm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8148871-B8F8-B804-CB09-FE88CD3B4229}"/>
              </a:ext>
            </a:extLst>
          </p:cNvPr>
          <p:cNvSpPr>
            <a:spLocks noGrp="1"/>
          </p:cNvSpPr>
          <p:nvPr/>
        </p:nvSpPr>
        <p:spPr>
          <a:xfrm>
            <a:off x="1036819" y="1830963"/>
            <a:ext cx="9456295" cy="36907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4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20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6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16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the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of Examples</a:t>
            </a:r>
          </a:p>
          <a:p>
            <a:pPr lvl="1">
              <a:buSzTx/>
            </a:pP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  </a:t>
            </a: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target attribute (the prediction) </a:t>
            </a:r>
          </a:p>
          <a:p>
            <a:pPr lvl="1">
              <a:buSzTx/>
            </a:pP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</a:t>
            </a: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set of measured attributes</a:t>
            </a:r>
          </a:p>
          <a:p>
            <a:pPr>
              <a:buSzTx/>
            </a:pP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ID3(</a:t>
            </a:r>
            <a:r>
              <a:rPr 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Attributes, Label)</a:t>
            </a:r>
          </a:p>
          <a:p>
            <a:pPr marL="0" indent="0">
              <a:buSzTx/>
              <a:buNone/>
            </a:pPr>
            <a:r>
              <a:rPr lang="en-US" sz="180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examples are labeled the same return a single node tree with Label</a:t>
            </a:r>
          </a:p>
          <a:p>
            <a:pPr marL="0" indent="0">
              <a:buSzTx/>
              <a:buNone/>
            </a:pPr>
            <a:r>
              <a:rPr lang="en-US" sz="180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Otherwise</a:t>
            </a: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Begin </a:t>
            </a:r>
          </a:p>
          <a:p>
            <a:pPr marL="0" indent="0">
              <a:buSzTx/>
              <a:buNone/>
            </a:pP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 attribute in 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sz="1800" i="1" u="sng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</a:t>
            </a: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classifies 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(Create a Root node for tree)</a:t>
            </a:r>
            <a:endParaRPr 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Tx/>
              <a:buNone/>
            </a:pP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for each possible value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Tx/>
              <a:buNone/>
            </a:pP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Add a new tree branch corresponding to 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A=v</a:t>
            </a:r>
            <a:endParaRPr 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Tx/>
              <a:buNone/>
            </a:pP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Let </a:t>
            </a:r>
            <a:r>
              <a:rPr lang="en-US" sz="1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</a:t>
            </a:r>
            <a:r>
              <a:rPr 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the subset of examples in 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A=v</a:t>
            </a:r>
            <a:endParaRPr 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Tx/>
              <a:buNone/>
            </a:pP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if </a:t>
            </a:r>
            <a:r>
              <a:rPr lang="en-US" sz="1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</a:t>
            </a: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is empty:  add leaf node with the common value of 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Tx/>
              <a:buNone/>
            </a:pP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Else:  below this branch add the </a:t>
            </a:r>
            <a:r>
              <a:rPr lang="en-US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subtree</a:t>
            </a:r>
            <a:endParaRPr lang="en-US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Tx/>
              <a:buNone/>
            </a:pP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ID3(</a:t>
            </a:r>
            <a:r>
              <a:rPr lang="en-US" sz="1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</a:t>
            </a:r>
            <a:r>
              <a:rPr 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Attributes - {a}, Label)</a:t>
            </a:r>
          </a:p>
          <a:p>
            <a:pPr marL="0" indent="0">
              <a:buSzTx/>
              <a:buNone/>
            </a:pP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End</a:t>
            </a:r>
          </a:p>
          <a:p>
            <a:pPr marL="0" indent="0">
              <a:buSzTx/>
              <a:buNone/>
            </a:pPr>
            <a:r>
              <a:rPr 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Root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solidFill>
                <a:srgbClr val="99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8273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538A-330E-EC0B-850F-F732D6B9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Decision Tree Induction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3526-3349-CF45-8823-28F43E531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contains internal nodes and leaf nodes.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nodes have one of the attributes and Leaf nodes have label/target values.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strategy: Split the records based on an attribute test that optimizes certain criterion.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 DT induction: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node attribute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 the attribute test condition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best attribute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Criteria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362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538A-330E-EC0B-850F-F732D6B9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Attribute Test Conditions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91F048-371A-20ED-FED3-0EADAE1D61F6}"/>
              </a:ext>
            </a:extLst>
          </p:cNvPr>
          <p:cNvSpPr txBox="1"/>
          <p:nvPr/>
        </p:nvSpPr>
        <p:spPr>
          <a:xfrm>
            <a:off x="669036" y="2879604"/>
            <a:ext cx="2729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Nominal attributes</a:t>
            </a: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1F665F67-42F3-DAEB-72AC-F2827E7597E5}"/>
              </a:ext>
            </a:extLst>
          </p:cNvPr>
          <p:cNvGrpSpPr>
            <a:grpSpLocks/>
          </p:cNvGrpSpPr>
          <p:nvPr/>
        </p:nvGrpSpPr>
        <p:grpSpPr bwMode="auto">
          <a:xfrm>
            <a:off x="5261896" y="4037448"/>
            <a:ext cx="2707570" cy="1135938"/>
            <a:chOff x="1802" y="1680"/>
            <a:chExt cx="1647" cy="607"/>
          </a:xfrm>
        </p:grpSpPr>
        <p:sp>
          <p:nvSpPr>
            <p:cNvPr id="15" name="Oval 5">
              <a:extLst>
                <a:ext uri="{FF2B5EF4-FFF2-40B4-BE49-F238E27FC236}">
                  <a16:creationId xmlns:a16="http://schemas.microsoft.com/office/drawing/2014/main" id="{EF4FAA71-1476-5D83-9A3A-CD0A05016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680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50" dirty="0" err="1">
                  <a:latin typeface="Times New Roman" panose="02020603050405020304" pitchFamily="18" charset="0"/>
                </a:rPr>
                <a:t>CarType</a:t>
              </a:r>
              <a:endParaRPr lang="en-US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2741CB6B-0F96-E8CB-2C19-5A74237BB8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968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E7740099-52C2-90D9-C251-0408FB63C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9EF0399B-D6BA-D277-9779-48266B4EDC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968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9" name="Text Box 9">
              <a:extLst>
                <a:ext uri="{FF2B5EF4-FFF2-40B4-BE49-F238E27FC236}">
                  <a16:creationId xmlns:a16="http://schemas.microsoft.com/office/drawing/2014/main" id="{F5FF5E1B-36DE-2EC6-4040-04703CF9E7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1862"/>
              <a:ext cx="53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Family</a:t>
              </a:r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09DD36BC-3391-5A1F-FCDC-0443E752E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7" y="2054"/>
              <a:ext cx="5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Sports</a:t>
              </a:r>
            </a:p>
          </p:txBody>
        </p: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D82B35DB-A206-11CB-3624-22B1AC4F18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7" y="1862"/>
              <a:ext cx="54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Luxury</a:t>
              </a:r>
            </a:p>
          </p:txBody>
        </p:sp>
      </p:grpSp>
      <p:grpSp>
        <p:nvGrpSpPr>
          <p:cNvPr id="22" name="Group 18">
            <a:extLst>
              <a:ext uri="{FF2B5EF4-FFF2-40B4-BE49-F238E27FC236}">
                <a16:creationId xmlns:a16="http://schemas.microsoft.com/office/drawing/2014/main" id="{36A2C16F-AF41-0985-1508-193E9BA72445}"/>
              </a:ext>
            </a:extLst>
          </p:cNvPr>
          <p:cNvGrpSpPr>
            <a:grpSpLocks/>
          </p:cNvGrpSpPr>
          <p:nvPr/>
        </p:nvGrpSpPr>
        <p:grpSpPr bwMode="auto">
          <a:xfrm>
            <a:off x="3412855" y="6000948"/>
            <a:ext cx="2275285" cy="685800"/>
            <a:chOff x="709" y="3216"/>
            <a:chExt cx="1911" cy="576"/>
          </a:xfrm>
        </p:grpSpPr>
        <p:sp>
          <p:nvSpPr>
            <p:cNvPr id="23" name="Oval 19">
              <a:extLst>
                <a:ext uri="{FF2B5EF4-FFF2-40B4-BE49-F238E27FC236}">
                  <a16:creationId xmlns:a16="http://schemas.microsoft.com/office/drawing/2014/main" id="{9D5F9C47-C4B5-D07E-70AA-920893B4C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50" dirty="0" err="1">
                  <a:latin typeface="Times New Roman" panose="02020603050405020304" pitchFamily="18" charset="0"/>
                </a:rPr>
                <a:t>CarType</a:t>
              </a:r>
              <a:endParaRPr lang="en-US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4" name="Line 20">
              <a:extLst>
                <a:ext uri="{FF2B5EF4-FFF2-40B4-BE49-F238E27FC236}">
                  <a16:creationId xmlns:a16="http://schemas.microsoft.com/office/drawing/2014/main" id="{37EA0538-4455-A8A1-1D7D-7396F9E3C4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4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2C32817A-B440-04BA-95B5-47B0CE09AB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2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26" name="Text Box 22">
              <a:extLst>
                <a:ext uri="{FF2B5EF4-FFF2-40B4-BE49-F238E27FC236}">
                  <a16:creationId xmlns:a16="http://schemas.microsoft.com/office/drawing/2014/main" id="{57C9E3AC-720A-0F86-E3AF-A8B400856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" y="3350"/>
              <a:ext cx="65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dirty="0">
                  <a:latin typeface="Arial" panose="020B0604020202020204" pitchFamily="34" charset="0"/>
                </a:rPr>
                <a:t>{Sports, Luxury}</a:t>
              </a:r>
            </a:p>
          </p:txBody>
        </p:sp>
        <p:sp>
          <p:nvSpPr>
            <p:cNvPr id="27" name="Text Box 23">
              <a:extLst>
                <a:ext uri="{FF2B5EF4-FFF2-40B4-BE49-F238E27FC236}">
                  <a16:creationId xmlns:a16="http://schemas.microsoft.com/office/drawing/2014/main" id="{7AEF2A83-430D-F2F0-61BC-5DC9E8B55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9" y="3446"/>
              <a:ext cx="62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{Family}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52A899F-8686-41C5-D463-60C5DD73E10F}"/>
              </a:ext>
            </a:extLst>
          </p:cNvPr>
          <p:cNvSpPr txBox="1"/>
          <p:nvPr/>
        </p:nvSpPr>
        <p:spPr>
          <a:xfrm>
            <a:off x="1707270" y="3458526"/>
            <a:ext cx="8717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Multi-way split: Use as many partitions as distinct values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15F783-CCB4-FD63-34E2-7E2E1218366B}"/>
              </a:ext>
            </a:extLst>
          </p:cNvPr>
          <p:cNvSpPr txBox="1"/>
          <p:nvPr/>
        </p:nvSpPr>
        <p:spPr>
          <a:xfrm>
            <a:off x="1707270" y="5261225"/>
            <a:ext cx="7881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split: Divides values into two subsets</a:t>
            </a: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DE869D80-B6FE-3A3B-BBD1-5AFE075ED7A7}"/>
              </a:ext>
            </a:extLst>
          </p:cNvPr>
          <p:cNvGrpSpPr>
            <a:grpSpLocks/>
          </p:cNvGrpSpPr>
          <p:nvPr/>
        </p:nvGrpSpPr>
        <p:grpSpPr bwMode="auto">
          <a:xfrm>
            <a:off x="7660235" y="6069028"/>
            <a:ext cx="2109788" cy="685800"/>
            <a:chOff x="3535" y="3216"/>
            <a:chExt cx="1772" cy="576"/>
          </a:xfrm>
        </p:grpSpPr>
        <p:sp>
          <p:nvSpPr>
            <p:cNvPr id="31" name="Oval 13">
              <a:extLst>
                <a:ext uri="{FF2B5EF4-FFF2-40B4-BE49-F238E27FC236}">
                  <a16:creationId xmlns:a16="http://schemas.microsoft.com/office/drawing/2014/main" id="{92E6D187-10BC-B492-B2E6-EC15A5E1A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50" dirty="0" err="1">
                  <a:latin typeface="Times New Roman" panose="02020603050405020304" pitchFamily="18" charset="0"/>
                </a:rPr>
                <a:t>CarType</a:t>
              </a:r>
              <a:endParaRPr lang="en-US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32" name="Line 14">
              <a:extLst>
                <a:ext uri="{FF2B5EF4-FFF2-40B4-BE49-F238E27FC236}">
                  <a16:creationId xmlns:a16="http://schemas.microsoft.com/office/drawing/2014/main" id="{0086C444-A141-9741-B7B7-F27DAE4D48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6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3" name="Line 15">
              <a:extLst>
                <a:ext uri="{FF2B5EF4-FFF2-40B4-BE49-F238E27FC236}">
                  <a16:creationId xmlns:a16="http://schemas.microsoft.com/office/drawing/2014/main" id="{5EFEA488-9D65-5EC2-9A6A-24E99FE48F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4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34" name="Text Box 16">
              <a:extLst>
                <a:ext uri="{FF2B5EF4-FFF2-40B4-BE49-F238E27FC236}">
                  <a16:creationId xmlns:a16="http://schemas.microsoft.com/office/drawing/2014/main" id="{F5D65336-E716-3742-5828-4CBEE5801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5" y="3350"/>
              <a:ext cx="641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dirty="0">
                  <a:latin typeface="Arial" panose="020B0604020202020204" pitchFamily="34" charset="0"/>
                </a:rPr>
                <a:t>{Family, </a:t>
              </a:r>
              <a:br>
                <a:rPr lang="en-US" altLang="en-US" sz="1200" dirty="0">
                  <a:latin typeface="Arial" panose="020B0604020202020204" pitchFamily="34" charset="0"/>
                </a:rPr>
              </a:br>
              <a:r>
                <a:rPr lang="en-US" altLang="en-US" sz="1200" dirty="0">
                  <a:latin typeface="Arial" panose="020B0604020202020204" pitchFamily="34" charset="0"/>
                </a:rPr>
                <a:t>Luxury}</a:t>
              </a:r>
            </a:p>
          </p:txBody>
        </p:sp>
        <p:sp>
          <p:nvSpPr>
            <p:cNvPr id="35" name="Text Box 17">
              <a:extLst>
                <a:ext uri="{FF2B5EF4-FFF2-40B4-BE49-F238E27FC236}">
                  <a16:creationId xmlns:a16="http://schemas.microsoft.com/office/drawing/2014/main" id="{FE17D462-7F52-3336-F2AB-4BBDA29A0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3" y="3446"/>
              <a:ext cx="6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</a:rPr>
                <a:t>{Sports}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6A14F4B-C771-D260-AB89-27746B755B07}"/>
              </a:ext>
            </a:extLst>
          </p:cNvPr>
          <p:cNvSpPr txBox="1"/>
          <p:nvPr/>
        </p:nvSpPr>
        <p:spPr>
          <a:xfrm>
            <a:off x="669036" y="1932794"/>
            <a:ext cx="106847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upon attribute type and number of ways to split, we can have variety of test conditions at each internal node.</a:t>
            </a:r>
          </a:p>
        </p:txBody>
      </p:sp>
    </p:spTree>
    <p:extLst>
      <p:ext uri="{BB962C8B-B14F-4D97-AF65-F5344CB8AC3E}">
        <p14:creationId xmlns:p14="http://schemas.microsoft.com/office/powerpoint/2010/main" val="3688232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91F048-371A-20ED-FED3-0EADAE1D61F6}"/>
              </a:ext>
            </a:extLst>
          </p:cNvPr>
          <p:cNvSpPr txBox="1"/>
          <p:nvPr/>
        </p:nvSpPr>
        <p:spPr>
          <a:xfrm>
            <a:off x="543201" y="2053485"/>
            <a:ext cx="2729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Ordinal attributes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2A899F-8686-41C5-D463-60C5DD73E10F}"/>
              </a:ext>
            </a:extLst>
          </p:cNvPr>
          <p:cNvSpPr txBox="1"/>
          <p:nvPr/>
        </p:nvSpPr>
        <p:spPr>
          <a:xfrm>
            <a:off x="1707270" y="2590275"/>
            <a:ext cx="8717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Multi-way split: Use as many partitions as distinct values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15F783-CCB4-FD63-34E2-7E2E1218366B}"/>
              </a:ext>
            </a:extLst>
          </p:cNvPr>
          <p:cNvSpPr txBox="1"/>
          <p:nvPr/>
        </p:nvSpPr>
        <p:spPr>
          <a:xfrm>
            <a:off x="1707270" y="4887759"/>
            <a:ext cx="7881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split: Divides values into two subsets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8C162043-0D58-7854-6AD8-9D676BDCC6AA}"/>
              </a:ext>
            </a:extLst>
          </p:cNvPr>
          <p:cNvGrpSpPr>
            <a:grpSpLocks/>
          </p:cNvGrpSpPr>
          <p:nvPr/>
        </p:nvGrpSpPr>
        <p:grpSpPr bwMode="auto">
          <a:xfrm>
            <a:off x="4971678" y="3292943"/>
            <a:ext cx="2311796" cy="1008797"/>
            <a:chOff x="1791" y="1248"/>
            <a:chExt cx="1696" cy="680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83D94789-7406-FCD8-59A0-B9197A781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48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imes New Roman" panose="02020603050405020304" pitchFamily="18" charset="0"/>
                </a:rPr>
                <a:t>Size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BDFF55B4-2CA4-D2FD-0792-1921AA68FB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536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F6A2A38D-F77C-AA77-8F19-58D09F861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5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7BECFAE2-777C-CC2F-271F-4639D4F51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536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347FDE34-D8B3-16F8-3827-D0DF64C2C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1504"/>
              <a:ext cx="465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Arial" panose="020B0604020202020204" pitchFamily="34" charset="0"/>
                </a:rPr>
                <a:t>Small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D904CFAE-C12B-8904-EAC3-6F0820ED43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721"/>
              <a:ext cx="602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Arial" panose="020B0604020202020204" pitchFamily="34" charset="0"/>
                </a:rPr>
                <a:t>Medium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E7248788-F514-1E10-22C4-9B49EB9D21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1472"/>
              <a:ext cx="471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Arial" panose="020B0604020202020204" pitchFamily="34" charset="0"/>
                </a:rPr>
                <a:t>Large</a:t>
              </a:r>
            </a:p>
          </p:txBody>
        </p:sp>
      </p:grpSp>
      <p:grpSp>
        <p:nvGrpSpPr>
          <p:cNvPr id="36" name="Group 18">
            <a:extLst>
              <a:ext uri="{FF2B5EF4-FFF2-40B4-BE49-F238E27FC236}">
                <a16:creationId xmlns:a16="http://schemas.microsoft.com/office/drawing/2014/main" id="{FAEE2BE8-FF99-370C-B635-3F7837B83223}"/>
              </a:ext>
            </a:extLst>
          </p:cNvPr>
          <p:cNvGrpSpPr>
            <a:grpSpLocks/>
          </p:cNvGrpSpPr>
          <p:nvPr/>
        </p:nvGrpSpPr>
        <p:grpSpPr bwMode="auto">
          <a:xfrm>
            <a:off x="3402320" y="5748781"/>
            <a:ext cx="2490552" cy="709862"/>
            <a:chOff x="768" y="3216"/>
            <a:chExt cx="1821" cy="576"/>
          </a:xfrm>
        </p:grpSpPr>
        <p:sp>
          <p:nvSpPr>
            <p:cNvPr id="37" name="Oval 19">
              <a:extLst>
                <a:ext uri="{FF2B5EF4-FFF2-40B4-BE49-F238E27FC236}">
                  <a16:creationId xmlns:a16="http://schemas.microsoft.com/office/drawing/2014/main" id="{09A5A1AA-A02B-BA43-D37A-4E3D496D2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imes New Roman" panose="02020603050405020304" pitchFamily="18" charset="0"/>
                </a:rPr>
                <a:t>Size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" name="Line 20">
              <a:extLst>
                <a:ext uri="{FF2B5EF4-FFF2-40B4-BE49-F238E27FC236}">
                  <a16:creationId xmlns:a16="http://schemas.microsoft.com/office/drawing/2014/main" id="{0012F0D2-93EF-E3E2-1818-6F99B3DBFC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4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21">
              <a:extLst>
                <a:ext uri="{FF2B5EF4-FFF2-40B4-BE49-F238E27FC236}">
                  <a16:creationId xmlns:a16="http://schemas.microsoft.com/office/drawing/2014/main" id="{0B2B093B-3819-D931-65E7-27F35647E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2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Text Box 22">
              <a:extLst>
                <a:ext uri="{FF2B5EF4-FFF2-40B4-BE49-F238E27FC236}">
                  <a16:creationId xmlns:a16="http://schemas.microsoft.com/office/drawing/2014/main" id="{82823D81-17B4-06A3-44BE-5A33F7D2B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331"/>
              <a:ext cx="712" cy="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Arial" panose="020B0604020202020204" pitchFamily="34" charset="0"/>
                </a:rPr>
                <a:t> {Small, Medium}</a:t>
              </a:r>
            </a:p>
          </p:txBody>
        </p:sp>
        <p:sp>
          <p:nvSpPr>
            <p:cNvPr id="41" name="Text Box 23">
              <a:extLst>
                <a:ext uri="{FF2B5EF4-FFF2-40B4-BE49-F238E27FC236}">
                  <a16:creationId xmlns:a16="http://schemas.microsoft.com/office/drawing/2014/main" id="{0D354A91-2622-EAC8-9F0A-86F6B5B9E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3" y="3437"/>
              <a:ext cx="5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Arial" panose="020B0604020202020204" pitchFamily="34" charset="0"/>
                </a:rPr>
                <a:t>{Large}</a:t>
              </a:r>
            </a:p>
          </p:txBody>
        </p:sp>
      </p:grpSp>
      <p:grpSp>
        <p:nvGrpSpPr>
          <p:cNvPr id="42" name="Group 12">
            <a:extLst>
              <a:ext uri="{FF2B5EF4-FFF2-40B4-BE49-F238E27FC236}">
                <a16:creationId xmlns:a16="http://schemas.microsoft.com/office/drawing/2014/main" id="{DD57A598-2BCF-02EC-5537-B70A7CE43998}"/>
              </a:ext>
            </a:extLst>
          </p:cNvPr>
          <p:cNvGrpSpPr>
            <a:grpSpLocks/>
          </p:cNvGrpSpPr>
          <p:nvPr/>
        </p:nvGrpSpPr>
        <p:grpSpPr bwMode="auto">
          <a:xfrm>
            <a:off x="7468322" y="5569583"/>
            <a:ext cx="2606094" cy="713326"/>
            <a:chOff x="3526" y="3216"/>
            <a:chExt cx="1723" cy="576"/>
          </a:xfrm>
        </p:grpSpPr>
        <p:sp>
          <p:nvSpPr>
            <p:cNvPr id="43" name="Oval 13">
              <a:extLst>
                <a:ext uri="{FF2B5EF4-FFF2-40B4-BE49-F238E27FC236}">
                  <a16:creationId xmlns:a16="http://schemas.microsoft.com/office/drawing/2014/main" id="{3142328E-76EF-AFBA-BF64-B83B3E12C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Size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4" name="Line 14">
              <a:extLst>
                <a:ext uri="{FF2B5EF4-FFF2-40B4-BE49-F238E27FC236}">
                  <a16:creationId xmlns:a16="http://schemas.microsoft.com/office/drawing/2014/main" id="{186BCB4D-D607-F84E-C84A-7F14F1D6BF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6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15">
              <a:extLst>
                <a:ext uri="{FF2B5EF4-FFF2-40B4-BE49-F238E27FC236}">
                  <a16:creationId xmlns:a16="http://schemas.microsoft.com/office/drawing/2014/main" id="{0974EA53-C468-7469-B095-66BF9F8D77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4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Text Box 16">
              <a:extLst>
                <a:ext uri="{FF2B5EF4-FFF2-40B4-BE49-F238E27FC236}">
                  <a16:creationId xmlns:a16="http://schemas.microsoft.com/office/drawing/2014/main" id="{B0A65704-F193-5E33-7E8C-554864B76A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6" y="3303"/>
              <a:ext cx="648" cy="4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Arial" panose="020B0604020202020204" pitchFamily="34" charset="0"/>
                </a:rPr>
                <a:t>{Medium, </a:t>
              </a:r>
              <a:br>
                <a:rPr lang="en-US" altLang="en-US" sz="1400" dirty="0">
                  <a:latin typeface="Arial" panose="020B0604020202020204" pitchFamily="34" charset="0"/>
                </a:rPr>
              </a:br>
              <a:r>
                <a:rPr lang="en-US" altLang="en-US" sz="1400" dirty="0">
                  <a:latin typeface="Arial" panose="020B0604020202020204" pitchFamily="34" charset="0"/>
                </a:rPr>
                <a:t>Large}</a:t>
              </a:r>
            </a:p>
          </p:txBody>
        </p:sp>
        <p:sp>
          <p:nvSpPr>
            <p:cNvPr id="47" name="Text Box 17">
              <a:extLst>
                <a:ext uri="{FF2B5EF4-FFF2-40B4-BE49-F238E27FC236}">
                  <a16:creationId xmlns:a16="http://schemas.microsoft.com/office/drawing/2014/main" id="{BA01C76C-0434-E35F-C25A-8252AEB3D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3438"/>
              <a:ext cx="49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Arial" panose="020B0604020202020204" pitchFamily="34" charset="0"/>
                </a:rPr>
                <a:t>{Small}</a:t>
              </a:r>
            </a:p>
          </p:txBody>
        </p: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AA0842D6-53D1-B2FF-AD2B-E01AC7DEB0F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/>
              <a:t>Attribute Test Conditions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901686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91F048-371A-20ED-FED3-0EADAE1D61F6}"/>
              </a:ext>
            </a:extLst>
          </p:cNvPr>
          <p:cNvSpPr txBox="1"/>
          <p:nvPr/>
        </p:nvSpPr>
        <p:spPr>
          <a:xfrm>
            <a:off x="543201" y="2053485"/>
            <a:ext cx="3204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attributes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2A899F-8686-41C5-D463-60C5DD73E10F}"/>
              </a:ext>
            </a:extLst>
          </p:cNvPr>
          <p:cNvSpPr txBox="1"/>
          <p:nvPr/>
        </p:nvSpPr>
        <p:spPr>
          <a:xfrm>
            <a:off x="1707270" y="2590275"/>
            <a:ext cx="3344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Multi-way split: Ranges are divided into equal interval buckets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15F783-CCB4-FD63-34E2-7E2E1218366B}"/>
              </a:ext>
            </a:extLst>
          </p:cNvPr>
          <p:cNvSpPr txBox="1"/>
          <p:nvPr/>
        </p:nvSpPr>
        <p:spPr>
          <a:xfrm>
            <a:off x="1707270" y="4887759"/>
            <a:ext cx="4273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split: Find the best cut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&lt; v) or (A &gt; v)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12F848-5838-387E-E6C3-1CEF0C0A5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955" y="2590275"/>
            <a:ext cx="3852806" cy="18717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F00E82-5EDB-95C6-5B98-6D1AEA5E6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020" y="4927637"/>
            <a:ext cx="1642696" cy="1642696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81AC9516-3DFB-8BA0-EC7E-9ED37F9D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Attribute Test Conditions</a:t>
            </a:r>
          </a:p>
        </p:txBody>
      </p:sp>
    </p:spTree>
    <p:extLst>
      <p:ext uri="{BB962C8B-B14F-4D97-AF65-F5344CB8AC3E}">
        <p14:creationId xmlns:p14="http://schemas.microsoft.com/office/powerpoint/2010/main" val="2919132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1D5E60F-140D-3ED1-0357-352DA305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Picking the Root attribute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F7F47-5545-4A53-69C2-EF9708BE2091}"/>
              </a:ext>
            </a:extLst>
          </p:cNvPr>
          <p:cNvSpPr txBox="1"/>
          <p:nvPr/>
        </p:nvSpPr>
        <p:spPr>
          <a:xfrm>
            <a:off x="838200" y="2213899"/>
            <a:ext cx="1068476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have the resulting decision tree as small as possible (Occam’s Razor)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 finding the minimal decision tree consistent with the data is NP-hard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recursive algorithm is a greedy heuristic search for a simple tree, but cannot guarantee optimality.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decision in the algorithm is the selection of the next attribute to condition 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686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1D5E60F-140D-3ED1-0357-352DA305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Picking the Root attribute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F7F47-5545-4A53-69C2-EF9708BE2091}"/>
              </a:ext>
            </a:extLst>
          </p:cNvPr>
          <p:cNvSpPr txBox="1"/>
          <p:nvPr/>
        </p:nvSpPr>
        <p:spPr>
          <a:xfrm>
            <a:off x="838200" y="2213899"/>
            <a:ext cx="10684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with homogeneous class distribution are preferred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measure of node impurity: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E393E513-0C64-7AD4-2D0D-F04C9E46F3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8934128"/>
              </p:ext>
            </p:extLst>
          </p:nvPr>
        </p:nvGraphicFramePr>
        <p:xfrm>
          <a:off x="4018366" y="3415970"/>
          <a:ext cx="761894" cy="592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55371" imgH="585812" progId="">
                  <p:embed/>
                </p:oleObj>
              </mc:Choice>
              <mc:Fallback>
                <p:oleObj name="Visio" r:id="rId2" imgW="655371" imgH="585812" progId="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E393E513-0C64-7AD4-2D0D-F04C9E46F3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8366" y="3415970"/>
                        <a:ext cx="761894" cy="5925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1433F895-5E65-908C-6E7C-2CBC37E533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68939"/>
              </p:ext>
            </p:extLst>
          </p:nvPr>
        </p:nvGraphicFramePr>
        <p:xfrm>
          <a:off x="7776693" y="3415970"/>
          <a:ext cx="761894" cy="592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55371" imgH="585812" progId="">
                  <p:embed/>
                </p:oleObj>
              </mc:Choice>
              <mc:Fallback>
                <p:oleObj name="Visio" r:id="rId4" imgW="655371" imgH="585812" progId="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1433F895-5E65-908C-6E7C-2CBC37E533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6693" y="3415970"/>
                        <a:ext cx="761894" cy="5925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A7B38BB2-F3D2-466C-A3C6-BA492F388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227" y="3996664"/>
            <a:ext cx="30701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2060"/>
                </a:solidFill>
                <a:latin typeface="Cambria" pitchFamily="18" charset="0"/>
                <a:ea typeface="+mj-ea"/>
                <a:cs typeface="Times New Roman" pitchFamily="18" charset="0"/>
              </a:rPr>
              <a:t>Non-homogeneous,</a:t>
            </a:r>
          </a:p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2060"/>
                </a:solidFill>
                <a:latin typeface="Cambria" pitchFamily="18" charset="0"/>
                <a:ea typeface="+mj-ea"/>
                <a:cs typeface="Times New Roman" pitchFamily="18" charset="0"/>
              </a:rPr>
              <a:t>High degree of impurity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555A38F5-15A2-ECBA-DDBF-FC9C5A790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7547" y="3996664"/>
            <a:ext cx="31020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ts val="0"/>
              </a:spcBef>
              <a:buClrTx/>
              <a:buSzTx/>
              <a:buNone/>
            </a:pPr>
            <a:r>
              <a:rPr lang="en-US" altLang="en-US" sz="1800" dirty="0">
                <a:solidFill>
                  <a:srgbClr val="002060"/>
                </a:solidFill>
                <a:latin typeface="Cambria" pitchFamily="18" charset="0"/>
                <a:ea typeface="+mj-ea"/>
                <a:cs typeface="Times New Roman" pitchFamily="18" charset="0"/>
              </a:rPr>
              <a:t>Homogeneous,</a:t>
            </a:r>
          </a:p>
          <a:p>
            <a:pPr>
              <a:spcBef>
                <a:spcPts val="0"/>
              </a:spcBef>
              <a:buClrTx/>
              <a:buSzTx/>
              <a:buNone/>
            </a:pPr>
            <a:r>
              <a:rPr lang="en-US" altLang="en-US" sz="1800" dirty="0">
                <a:solidFill>
                  <a:srgbClr val="002060"/>
                </a:solidFill>
                <a:latin typeface="Cambria" pitchFamily="18" charset="0"/>
                <a:ea typeface="+mj-ea"/>
                <a:cs typeface="Times New Roman" pitchFamily="18" charset="0"/>
              </a:rPr>
              <a:t>Low degree of impurity</a:t>
            </a:r>
          </a:p>
        </p:txBody>
      </p:sp>
    </p:spTree>
    <p:extLst>
      <p:ext uri="{BB962C8B-B14F-4D97-AF65-F5344CB8AC3E}">
        <p14:creationId xmlns:p14="http://schemas.microsoft.com/office/powerpoint/2010/main" val="1946257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1D5E60F-140D-3ED1-0357-352DA305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Measures for Node impurity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F7F47-5545-4A53-69C2-EF9708BE2091}"/>
              </a:ext>
            </a:extLst>
          </p:cNvPr>
          <p:cNvSpPr txBox="1"/>
          <p:nvPr/>
        </p:nvSpPr>
        <p:spPr>
          <a:xfrm>
            <a:off x="838200" y="2213899"/>
            <a:ext cx="106847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Gini Index</a:t>
            </a:r>
          </a:p>
        </p:txBody>
      </p:sp>
    </p:spTree>
    <p:extLst>
      <p:ext uri="{BB962C8B-B14F-4D97-AF65-F5344CB8AC3E}">
        <p14:creationId xmlns:p14="http://schemas.microsoft.com/office/powerpoint/2010/main" val="3708233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1D5E60F-140D-3ED1-0357-352DA305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Information Gain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3F462-86FA-BC78-9479-6674C2CDF9BF}"/>
              </a:ext>
            </a:extLst>
          </p:cNvPr>
          <p:cNvSpPr/>
          <p:nvPr/>
        </p:nvSpPr>
        <p:spPr>
          <a:xfrm>
            <a:off x="693589" y="2043873"/>
            <a:ext cx="9115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Which split is more informative?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04BB38-A14E-93C8-1527-C54E09DE43C3}"/>
              </a:ext>
            </a:extLst>
          </p:cNvPr>
          <p:cNvCxnSpPr/>
          <p:nvPr/>
        </p:nvCxnSpPr>
        <p:spPr>
          <a:xfrm>
            <a:off x="1593952" y="4980171"/>
            <a:ext cx="36576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BB7FE2-3496-35B0-4D7D-EEF599A6581E}"/>
              </a:ext>
            </a:extLst>
          </p:cNvPr>
          <p:cNvCxnSpPr/>
          <p:nvPr/>
        </p:nvCxnSpPr>
        <p:spPr>
          <a:xfrm>
            <a:off x="6394552" y="4980171"/>
            <a:ext cx="35814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AEA562-893C-E440-FC36-4CB37661DC9A}"/>
              </a:ext>
            </a:extLst>
          </p:cNvPr>
          <p:cNvCxnSpPr/>
          <p:nvPr/>
        </p:nvCxnSpPr>
        <p:spPr>
          <a:xfrm>
            <a:off x="3270352" y="2922771"/>
            <a:ext cx="0" cy="2057400"/>
          </a:xfrm>
          <a:prstGeom prst="line">
            <a:avLst/>
          </a:prstGeom>
          <a:ln w="349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F76B9E-D974-D95D-BE60-4A1BEF8A2701}"/>
              </a:ext>
            </a:extLst>
          </p:cNvPr>
          <p:cNvCxnSpPr/>
          <p:nvPr/>
        </p:nvCxnSpPr>
        <p:spPr>
          <a:xfrm>
            <a:off x="8223352" y="2922771"/>
            <a:ext cx="0" cy="2057400"/>
          </a:xfrm>
          <a:prstGeom prst="line">
            <a:avLst/>
          </a:prstGeom>
          <a:ln w="349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F7C6059-8538-9443-DE59-D08369444581}"/>
              </a:ext>
            </a:extLst>
          </p:cNvPr>
          <p:cNvSpPr/>
          <p:nvPr/>
        </p:nvSpPr>
        <p:spPr>
          <a:xfrm>
            <a:off x="2239748" y="4294370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789355-6606-7B26-A921-F59A9E649305}"/>
              </a:ext>
            </a:extLst>
          </p:cNvPr>
          <p:cNvSpPr/>
          <p:nvPr/>
        </p:nvSpPr>
        <p:spPr>
          <a:xfrm>
            <a:off x="3577329" y="4129617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FC46C6-4556-3C21-7340-06CBF33804E8}"/>
              </a:ext>
            </a:extLst>
          </p:cNvPr>
          <p:cNvSpPr/>
          <p:nvPr/>
        </p:nvSpPr>
        <p:spPr>
          <a:xfrm>
            <a:off x="2203552" y="3534603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1BA59F-D511-42F0-121E-3EF4F346F023}"/>
              </a:ext>
            </a:extLst>
          </p:cNvPr>
          <p:cNvSpPr/>
          <p:nvPr/>
        </p:nvSpPr>
        <p:spPr>
          <a:xfrm>
            <a:off x="2939835" y="4205817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1F5E0A9-3EF5-602A-1B1C-9E1357CD8075}"/>
              </a:ext>
            </a:extLst>
          </p:cNvPr>
          <p:cNvSpPr/>
          <p:nvPr/>
        </p:nvSpPr>
        <p:spPr>
          <a:xfrm>
            <a:off x="2717359" y="3408974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DF4C58-53F9-7FD4-D7D3-009066AC0B26}"/>
              </a:ext>
            </a:extLst>
          </p:cNvPr>
          <p:cNvSpPr/>
          <p:nvPr/>
        </p:nvSpPr>
        <p:spPr>
          <a:xfrm>
            <a:off x="2022578" y="4606247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197CC4-12F4-EACA-0F43-48C2C72A06B0}"/>
              </a:ext>
            </a:extLst>
          </p:cNvPr>
          <p:cNvSpPr/>
          <p:nvPr/>
        </p:nvSpPr>
        <p:spPr>
          <a:xfrm>
            <a:off x="2939835" y="3154161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93F8E6-8892-6509-0D6F-14DEAB7274E8}"/>
              </a:ext>
            </a:extLst>
          </p:cNvPr>
          <p:cNvSpPr/>
          <p:nvPr/>
        </p:nvSpPr>
        <p:spPr>
          <a:xfrm>
            <a:off x="2756004" y="4554513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5F20ABA-ECCB-F2CE-5466-CA83D05E6380}"/>
              </a:ext>
            </a:extLst>
          </p:cNvPr>
          <p:cNvSpPr/>
          <p:nvPr/>
        </p:nvSpPr>
        <p:spPr>
          <a:xfrm>
            <a:off x="2516243" y="4030147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ADA7B31-F37E-95DF-3426-914CC9AC7CAB}"/>
              </a:ext>
            </a:extLst>
          </p:cNvPr>
          <p:cNvSpPr/>
          <p:nvPr/>
        </p:nvSpPr>
        <p:spPr>
          <a:xfrm>
            <a:off x="2660752" y="3569766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3D6562B-DA73-161E-1454-41F3B7AEA9F3}"/>
              </a:ext>
            </a:extLst>
          </p:cNvPr>
          <p:cNvSpPr/>
          <p:nvPr/>
        </p:nvSpPr>
        <p:spPr>
          <a:xfrm>
            <a:off x="2279752" y="4751571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ED86311-D1C5-440F-8666-773016529997}"/>
              </a:ext>
            </a:extLst>
          </p:cNvPr>
          <p:cNvSpPr/>
          <p:nvPr/>
        </p:nvSpPr>
        <p:spPr>
          <a:xfrm>
            <a:off x="3956152" y="4453847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D929E9-A77B-3F0D-8E1E-1D5EF2A8E10F}"/>
              </a:ext>
            </a:extLst>
          </p:cNvPr>
          <p:cNvSpPr/>
          <p:nvPr/>
        </p:nvSpPr>
        <p:spPr>
          <a:xfrm>
            <a:off x="3456089" y="4500907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lus 29">
            <a:extLst>
              <a:ext uri="{FF2B5EF4-FFF2-40B4-BE49-F238E27FC236}">
                <a16:creationId xmlns:a16="http://schemas.microsoft.com/office/drawing/2014/main" id="{CA354E4A-4696-EEAF-15A2-F374087D29BF}"/>
              </a:ext>
            </a:extLst>
          </p:cNvPr>
          <p:cNvSpPr/>
          <p:nvPr/>
        </p:nvSpPr>
        <p:spPr>
          <a:xfrm>
            <a:off x="3445066" y="2906749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lus 30">
            <a:extLst>
              <a:ext uri="{FF2B5EF4-FFF2-40B4-BE49-F238E27FC236}">
                <a16:creationId xmlns:a16="http://schemas.microsoft.com/office/drawing/2014/main" id="{332CD5B3-7502-04B6-2ADD-73A421FBC2F7}"/>
              </a:ext>
            </a:extLst>
          </p:cNvPr>
          <p:cNvSpPr/>
          <p:nvPr/>
        </p:nvSpPr>
        <p:spPr>
          <a:xfrm>
            <a:off x="3844029" y="3788396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lus 31">
            <a:extLst>
              <a:ext uri="{FF2B5EF4-FFF2-40B4-BE49-F238E27FC236}">
                <a16:creationId xmlns:a16="http://schemas.microsoft.com/office/drawing/2014/main" id="{F883A47D-3B64-19DF-69E4-B58338530402}"/>
              </a:ext>
            </a:extLst>
          </p:cNvPr>
          <p:cNvSpPr/>
          <p:nvPr/>
        </p:nvSpPr>
        <p:spPr>
          <a:xfrm>
            <a:off x="3559638" y="3458961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lus 32">
            <a:extLst>
              <a:ext uri="{FF2B5EF4-FFF2-40B4-BE49-F238E27FC236}">
                <a16:creationId xmlns:a16="http://schemas.microsoft.com/office/drawing/2014/main" id="{789C5740-7C32-D30E-17DB-A117B40E0BC1}"/>
              </a:ext>
            </a:extLst>
          </p:cNvPr>
          <p:cNvSpPr/>
          <p:nvPr/>
        </p:nvSpPr>
        <p:spPr>
          <a:xfrm>
            <a:off x="4149100" y="2871705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lus 33">
            <a:extLst>
              <a:ext uri="{FF2B5EF4-FFF2-40B4-BE49-F238E27FC236}">
                <a16:creationId xmlns:a16="http://schemas.microsoft.com/office/drawing/2014/main" id="{4C189E85-BB10-17E5-4424-E480A7208CF4}"/>
              </a:ext>
            </a:extLst>
          </p:cNvPr>
          <p:cNvSpPr/>
          <p:nvPr/>
        </p:nvSpPr>
        <p:spPr>
          <a:xfrm>
            <a:off x="4496082" y="3476227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lus 34">
            <a:extLst>
              <a:ext uri="{FF2B5EF4-FFF2-40B4-BE49-F238E27FC236}">
                <a16:creationId xmlns:a16="http://schemas.microsoft.com/office/drawing/2014/main" id="{7B977F37-BD0F-8F72-346E-5FAE7D14AE37}"/>
              </a:ext>
            </a:extLst>
          </p:cNvPr>
          <p:cNvSpPr/>
          <p:nvPr/>
        </p:nvSpPr>
        <p:spPr>
          <a:xfrm>
            <a:off x="4251426" y="3198080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lus 35">
            <a:extLst>
              <a:ext uri="{FF2B5EF4-FFF2-40B4-BE49-F238E27FC236}">
                <a16:creationId xmlns:a16="http://schemas.microsoft.com/office/drawing/2014/main" id="{C2A0FA17-35DE-6167-C363-03E8E8318821}"/>
              </a:ext>
            </a:extLst>
          </p:cNvPr>
          <p:cNvSpPr/>
          <p:nvPr/>
        </p:nvSpPr>
        <p:spPr>
          <a:xfrm>
            <a:off x="3884306" y="3227571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lus 36">
            <a:extLst>
              <a:ext uri="{FF2B5EF4-FFF2-40B4-BE49-F238E27FC236}">
                <a16:creationId xmlns:a16="http://schemas.microsoft.com/office/drawing/2014/main" id="{376239FD-CDE1-5F41-D81F-555C154A9186}"/>
              </a:ext>
            </a:extLst>
          </p:cNvPr>
          <p:cNvSpPr/>
          <p:nvPr/>
        </p:nvSpPr>
        <p:spPr>
          <a:xfrm>
            <a:off x="4496082" y="3969935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lus 37">
            <a:extLst>
              <a:ext uri="{FF2B5EF4-FFF2-40B4-BE49-F238E27FC236}">
                <a16:creationId xmlns:a16="http://schemas.microsoft.com/office/drawing/2014/main" id="{08ED9535-BA22-4BBD-D6FB-96DA2DB09501}"/>
              </a:ext>
            </a:extLst>
          </p:cNvPr>
          <p:cNvSpPr/>
          <p:nvPr/>
        </p:nvSpPr>
        <p:spPr>
          <a:xfrm>
            <a:off x="4189106" y="3532371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lus 38">
            <a:extLst>
              <a:ext uri="{FF2B5EF4-FFF2-40B4-BE49-F238E27FC236}">
                <a16:creationId xmlns:a16="http://schemas.microsoft.com/office/drawing/2014/main" id="{2FC1C203-B9AE-15E9-AC41-F3D472A1F26F}"/>
              </a:ext>
            </a:extLst>
          </p:cNvPr>
          <p:cNvSpPr/>
          <p:nvPr/>
        </p:nvSpPr>
        <p:spPr>
          <a:xfrm>
            <a:off x="3026512" y="3536181"/>
            <a:ext cx="204654" cy="22758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lus 39">
            <a:extLst>
              <a:ext uri="{FF2B5EF4-FFF2-40B4-BE49-F238E27FC236}">
                <a16:creationId xmlns:a16="http://schemas.microsoft.com/office/drawing/2014/main" id="{D1132853-A907-463A-796F-B007CB7D79E3}"/>
              </a:ext>
            </a:extLst>
          </p:cNvPr>
          <p:cNvSpPr/>
          <p:nvPr/>
        </p:nvSpPr>
        <p:spPr>
          <a:xfrm>
            <a:off x="2851931" y="3793139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0B74E52-184A-2733-335C-7A7413A44761}"/>
              </a:ext>
            </a:extLst>
          </p:cNvPr>
          <p:cNvSpPr/>
          <p:nvPr/>
        </p:nvSpPr>
        <p:spPr>
          <a:xfrm>
            <a:off x="7247312" y="4311380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9723E79-7F39-DDE8-200E-9FD337EEC3A6}"/>
              </a:ext>
            </a:extLst>
          </p:cNvPr>
          <p:cNvSpPr/>
          <p:nvPr/>
        </p:nvSpPr>
        <p:spPr>
          <a:xfrm>
            <a:off x="7367056" y="4592994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987CAE3-4D54-21FD-E607-41C46CD4247B}"/>
              </a:ext>
            </a:extLst>
          </p:cNvPr>
          <p:cNvSpPr/>
          <p:nvPr/>
        </p:nvSpPr>
        <p:spPr>
          <a:xfrm>
            <a:off x="7780032" y="4601132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B6D7425-8854-F03A-A05E-93AFC1636107}"/>
              </a:ext>
            </a:extLst>
          </p:cNvPr>
          <p:cNvSpPr/>
          <p:nvPr/>
        </p:nvSpPr>
        <p:spPr>
          <a:xfrm>
            <a:off x="7824393" y="4205817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F4887F1-3E37-0854-6EDF-3A073B97EC7B}"/>
              </a:ext>
            </a:extLst>
          </p:cNvPr>
          <p:cNvSpPr/>
          <p:nvPr/>
        </p:nvSpPr>
        <p:spPr>
          <a:xfrm>
            <a:off x="7582932" y="4019786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0CAEED1-53DE-6604-267A-781D66EFFB13}"/>
              </a:ext>
            </a:extLst>
          </p:cNvPr>
          <p:cNvSpPr/>
          <p:nvPr/>
        </p:nvSpPr>
        <p:spPr>
          <a:xfrm>
            <a:off x="7534695" y="4450853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9D11CB2-7EB9-30D3-A7AF-22C9487D999D}"/>
              </a:ext>
            </a:extLst>
          </p:cNvPr>
          <p:cNvSpPr/>
          <p:nvPr/>
        </p:nvSpPr>
        <p:spPr>
          <a:xfrm>
            <a:off x="7776766" y="3466541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D4FF88-A2F5-9DD0-F6BC-00CF5B3D1213}"/>
              </a:ext>
            </a:extLst>
          </p:cNvPr>
          <p:cNvSpPr/>
          <p:nvPr/>
        </p:nvSpPr>
        <p:spPr>
          <a:xfrm>
            <a:off x="6941833" y="4553942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D52FFAD-D626-30F6-BAF6-01D9EDB21CDF}"/>
              </a:ext>
            </a:extLst>
          </p:cNvPr>
          <p:cNvSpPr/>
          <p:nvPr/>
        </p:nvSpPr>
        <p:spPr>
          <a:xfrm>
            <a:off x="7367056" y="3056313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EC12965-80B4-1E82-0631-723339C07975}"/>
              </a:ext>
            </a:extLst>
          </p:cNvPr>
          <p:cNvSpPr/>
          <p:nvPr/>
        </p:nvSpPr>
        <p:spPr>
          <a:xfrm>
            <a:off x="7784181" y="3113531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300D037-CF36-CA84-440F-13FFD1C558F4}"/>
              </a:ext>
            </a:extLst>
          </p:cNvPr>
          <p:cNvSpPr/>
          <p:nvPr/>
        </p:nvSpPr>
        <p:spPr>
          <a:xfrm>
            <a:off x="7120359" y="3620792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9810D1A-89EA-BF30-4519-63CA13D213C7}"/>
              </a:ext>
            </a:extLst>
          </p:cNvPr>
          <p:cNvSpPr/>
          <p:nvPr/>
        </p:nvSpPr>
        <p:spPr>
          <a:xfrm>
            <a:off x="7435705" y="3635996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71CA718-3192-D13B-EBC8-D318CA62FDC9}"/>
              </a:ext>
            </a:extLst>
          </p:cNvPr>
          <p:cNvSpPr/>
          <p:nvPr/>
        </p:nvSpPr>
        <p:spPr>
          <a:xfrm>
            <a:off x="7004085" y="3127004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lus 83">
            <a:extLst>
              <a:ext uri="{FF2B5EF4-FFF2-40B4-BE49-F238E27FC236}">
                <a16:creationId xmlns:a16="http://schemas.microsoft.com/office/drawing/2014/main" id="{833B8172-D895-EFCF-35E5-48A37034FDD0}"/>
              </a:ext>
            </a:extLst>
          </p:cNvPr>
          <p:cNvSpPr/>
          <p:nvPr/>
        </p:nvSpPr>
        <p:spPr>
          <a:xfrm>
            <a:off x="8736883" y="3561374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lus 84">
            <a:extLst>
              <a:ext uri="{FF2B5EF4-FFF2-40B4-BE49-F238E27FC236}">
                <a16:creationId xmlns:a16="http://schemas.microsoft.com/office/drawing/2014/main" id="{B407DAD3-915F-37B4-4A4D-D8B062603FBA}"/>
              </a:ext>
            </a:extLst>
          </p:cNvPr>
          <p:cNvSpPr/>
          <p:nvPr/>
        </p:nvSpPr>
        <p:spPr>
          <a:xfrm>
            <a:off x="8736883" y="4053987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Plus 85">
            <a:extLst>
              <a:ext uri="{FF2B5EF4-FFF2-40B4-BE49-F238E27FC236}">
                <a16:creationId xmlns:a16="http://schemas.microsoft.com/office/drawing/2014/main" id="{FEDD2972-6B24-11B0-9823-F7D27E97E6FC}"/>
              </a:ext>
            </a:extLst>
          </p:cNvPr>
          <p:cNvSpPr/>
          <p:nvPr/>
        </p:nvSpPr>
        <p:spPr>
          <a:xfrm>
            <a:off x="8535364" y="3820904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lus 86">
            <a:extLst>
              <a:ext uri="{FF2B5EF4-FFF2-40B4-BE49-F238E27FC236}">
                <a16:creationId xmlns:a16="http://schemas.microsoft.com/office/drawing/2014/main" id="{FB38733C-D55F-E557-3310-9534BFC4DB37}"/>
              </a:ext>
            </a:extLst>
          </p:cNvPr>
          <p:cNvSpPr/>
          <p:nvPr/>
        </p:nvSpPr>
        <p:spPr>
          <a:xfrm>
            <a:off x="8771583" y="2982587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Plus 87">
            <a:extLst>
              <a:ext uri="{FF2B5EF4-FFF2-40B4-BE49-F238E27FC236}">
                <a16:creationId xmlns:a16="http://schemas.microsoft.com/office/drawing/2014/main" id="{450CAE24-97BE-C675-C779-2E59A5EA304A}"/>
              </a:ext>
            </a:extLst>
          </p:cNvPr>
          <p:cNvSpPr/>
          <p:nvPr/>
        </p:nvSpPr>
        <p:spPr>
          <a:xfrm>
            <a:off x="9101828" y="3284136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lus 88">
            <a:extLst>
              <a:ext uri="{FF2B5EF4-FFF2-40B4-BE49-F238E27FC236}">
                <a16:creationId xmlns:a16="http://schemas.microsoft.com/office/drawing/2014/main" id="{DB03EB09-8721-52C5-53EB-893418D6CE5B}"/>
              </a:ext>
            </a:extLst>
          </p:cNvPr>
          <p:cNvSpPr/>
          <p:nvPr/>
        </p:nvSpPr>
        <p:spPr>
          <a:xfrm>
            <a:off x="9218305" y="3541802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Plus 89">
            <a:extLst>
              <a:ext uri="{FF2B5EF4-FFF2-40B4-BE49-F238E27FC236}">
                <a16:creationId xmlns:a16="http://schemas.microsoft.com/office/drawing/2014/main" id="{3F2BDC09-9290-0E04-8C19-5347F3340615}"/>
              </a:ext>
            </a:extLst>
          </p:cNvPr>
          <p:cNvSpPr/>
          <p:nvPr/>
        </p:nvSpPr>
        <p:spPr>
          <a:xfrm>
            <a:off x="8794852" y="3293279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Plus 90">
            <a:extLst>
              <a:ext uri="{FF2B5EF4-FFF2-40B4-BE49-F238E27FC236}">
                <a16:creationId xmlns:a16="http://schemas.microsoft.com/office/drawing/2014/main" id="{EA824D26-3448-2567-417E-9A67CD634A05}"/>
              </a:ext>
            </a:extLst>
          </p:cNvPr>
          <p:cNvSpPr/>
          <p:nvPr/>
        </p:nvSpPr>
        <p:spPr>
          <a:xfrm>
            <a:off x="9376420" y="3126308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Plus 91">
            <a:extLst>
              <a:ext uri="{FF2B5EF4-FFF2-40B4-BE49-F238E27FC236}">
                <a16:creationId xmlns:a16="http://schemas.microsoft.com/office/drawing/2014/main" id="{3B39B087-A56A-9490-2717-566573D87C76}"/>
              </a:ext>
            </a:extLst>
          </p:cNvPr>
          <p:cNvSpPr/>
          <p:nvPr/>
        </p:nvSpPr>
        <p:spPr>
          <a:xfrm>
            <a:off x="9116389" y="4343057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lus 92">
            <a:extLst>
              <a:ext uri="{FF2B5EF4-FFF2-40B4-BE49-F238E27FC236}">
                <a16:creationId xmlns:a16="http://schemas.microsoft.com/office/drawing/2014/main" id="{F4517F1A-FBEE-4E5C-810A-BB92360CC944}"/>
              </a:ext>
            </a:extLst>
          </p:cNvPr>
          <p:cNvSpPr/>
          <p:nvPr/>
        </p:nvSpPr>
        <p:spPr>
          <a:xfrm>
            <a:off x="9450033" y="4343057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lus 93">
            <a:extLst>
              <a:ext uri="{FF2B5EF4-FFF2-40B4-BE49-F238E27FC236}">
                <a16:creationId xmlns:a16="http://schemas.microsoft.com/office/drawing/2014/main" id="{EF5C69CF-4444-002D-2864-3C434EA2EFBC}"/>
              </a:ext>
            </a:extLst>
          </p:cNvPr>
          <p:cNvSpPr/>
          <p:nvPr/>
        </p:nvSpPr>
        <p:spPr>
          <a:xfrm>
            <a:off x="8537201" y="4485054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us 94">
            <a:extLst>
              <a:ext uri="{FF2B5EF4-FFF2-40B4-BE49-F238E27FC236}">
                <a16:creationId xmlns:a16="http://schemas.microsoft.com/office/drawing/2014/main" id="{D33ABBE2-9829-BAFA-4F02-4257E62C8F40}"/>
              </a:ext>
            </a:extLst>
          </p:cNvPr>
          <p:cNvSpPr/>
          <p:nvPr/>
        </p:nvSpPr>
        <p:spPr>
          <a:xfrm>
            <a:off x="8445625" y="3009080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Plus 95">
            <a:extLst>
              <a:ext uri="{FF2B5EF4-FFF2-40B4-BE49-F238E27FC236}">
                <a16:creationId xmlns:a16="http://schemas.microsoft.com/office/drawing/2014/main" id="{14AC8C26-7108-73C8-15E8-A0CF845A3D82}"/>
              </a:ext>
            </a:extLst>
          </p:cNvPr>
          <p:cNvSpPr/>
          <p:nvPr/>
        </p:nvSpPr>
        <p:spPr>
          <a:xfrm>
            <a:off x="8889283" y="3713774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ED2009-6DA9-2BBC-E405-FFA04B8CC3BE}"/>
              </a:ext>
            </a:extLst>
          </p:cNvPr>
          <p:cNvSpPr txBox="1"/>
          <p:nvPr/>
        </p:nvSpPr>
        <p:spPr>
          <a:xfrm>
            <a:off x="1702149" y="4934855"/>
            <a:ext cx="3934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Less than 50k       Equal to or over 50k</a:t>
            </a:r>
          </a:p>
        </p:txBody>
      </p:sp>
      <p:sp>
        <p:nvSpPr>
          <p:cNvPr id="62" name="Plus 97">
            <a:extLst>
              <a:ext uri="{FF2B5EF4-FFF2-40B4-BE49-F238E27FC236}">
                <a16:creationId xmlns:a16="http://schemas.microsoft.com/office/drawing/2014/main" id="{EE0433D8-E4E2-577B-7DA2-8E9E17BEF3DF}"/>
              </a:ext>
            </a:extLst>
          </p:cNvPr>
          <p:cNvSpPr/>
          <p:nvPr/>
        </p:nvSpPr>
        <p:spPr>
          <a:xfrm>
            <a:off x="9041683" y="3866174"/>
            <a:ext cx="224246" cy="231390"/>
          </a:xfrm>
          <a:prstGeom prst="mathPlus">
            <a:avLst/>
          </a:prstGeom>
          <a:solidFill>
            <a:srgbClr val="92D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E62F88-189B-660F-67E8-4EE2D3B65C97}"/>
              </a:ext>
            </a:extLst>
          </p:cNvPr>
          <p:cNvSpPr txBox="1"/>
          <p:nvPr/>
        </p:nvSpPr>
        <p:spPr>
          <a:xfrm>
            <a:off x="6590585" y="4943676"/>
            <a:ext cx="3934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Employed               Unemployed</a:t>
            </a:r>
          </a:p>
        </p:txBody>
      </p:sp>
    </p:spTree>
    <p:extLst>
      <p:ext uri="{BB962C8B-B14F-4D97-AF65-F5344CB8AC3E}">
        <p14:creationId xmlns:p14="http://schemas.microsoft.com/office/powerpoint/2010/main" val="3098819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1D5E60F-140D-3ED1-0357-352DA305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Information Gain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781DFE-D108-F762-3BBA-8584EF92D657}"/>
              </a:ext>
            </a:extLst>
          </p:cNvPr>
          <p:cNvSpPr/>
          <p:nvPr/>
        </p:nvSpPr>
        <p:spPr>
          <a:xfrm>
            <a:off x="838200" y="2055813"/>
            <a:ext cx="102994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Gain is calculated using entropy.</a:t>
            </a:r>
          </a:p>
          <a:p>
            <a:pPr>
              <a:defRPr/>
            </a:pPr>
            <a:endParaRPr lang="en-US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Entropy: </a:t>
            </a:r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measures the level of</a:t>
            </a:r>
            <a:r>
              <a:rPr lang="en-US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impurity/disorder/</a:t>
            </a:r>
            <a:r>
              <a:rPr lang="en-US" alt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uncertainity</a:t>
            </a:r>
            <a:r>
              <a:rPr lang="en-US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in a group.</a:t>
            </a:r>
            <a:r>
              <a:rPr lang="en-US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15B00DD-C87A-002E-7A21-DDF941F8B734}"/>
              </a:ext>
            </a:extLst>
          </p:cNvPr>
          <p:cNvGrpSpPr/>
          <p:nvPr/>
        </p:nvGrpSpPr>
        <p:grpSpPr>
          <a:xfrm>
            <a:off x="2845362" y="3766859"/>
            <a:ext cx="5640976" cy="1969360"/>
            <a:chOff x="1750423" y="2130234"/>
            <a:chExt cx="5640976" cy="196936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743D904-2336-33E8-12B6-1B693A76C0E2}"/>
                </a:ext>
              </a:extLst>
            </p:cNvPr>
            <p:cNvSpPr/>
            <p:nvPr/>
          </p:nvSpPr>
          <p:spPr>
            <a:xfrm>
              <a:off x="5264330" y="2130234"/>
              <a:ext cx="2127069" cy="191574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A51DD26-2A20-A0AF-9B35-7F89B46F0CF9}"/>
                </a:ext>
              </a:extLst>
            </p:cNvPr>
            <p:cNvGrpSpPr/>
            <p:nvPr/>
          </p:nvGrpSpPr>
          <p:grpSpPr>
            <a:xfrm>
              <a:off x="1750423" y="2130234"/>
              <a:ext cx="2057400" cy="1969360"/>
              <a:chOff x="1750423" y="2130234"/>
              <a:chExt cx="2057400" cy="1969360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95C43955-20F7-34E2-629B-513F0E80E7B5}"/>
                  </a:ext>
                </a:extLst>
              </p:cNvPr>
              <p:cNvSpPr/>
              <p:nvPr/>
            </p:nvSpPr>
            <p:spPr>
              <a:xfrm>
                <a:off x="1750423" y="2130234"/>
                <a:ext cx="2057400" cy="19693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0C7A5016-A843-7EFC-FA89-CEB9B70E6503}"/>
                  </a:ext>
                </a:extLst>
              </p:cNvPr>
              <p:cNvSpPr/>
              <p:nvPr/>
            </p:nvSpPr>
            <p:spPr>
              <a:xfrm>
                <a:off x="2286000" y="2647950"/>
                <a:ext cx="152400" cy="152400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Plus 8">
                <a:extLst>
                  <a:ext uri="{FF2B5EF4-FFF2-40B4-BE49-F238E27FC236}">
                    <a16:creationId xmlns:a16="http://schemas.microsoft.com/office/drawing/2014/main" id="{D21B091A-2C4E-514D-29AF-632532556748}"/>
                  </a:ext>
                </a:extLst>
              </p:cNvPr>
              <p:cNvSpPr/>
              <p:nvPr/>
            </p:nvSpPr>
            <p:spPr>
              <a:xfrm>
                <a:off x="2554877" y="2164667"/>
                <a:ext cx="224246" cy="231390"/>
              </a:xfrm>
              <a:prstGeom prst="mathPlus">
                <a:avLst/>
              </a:prstGeom>
              <a:solidFill>
                <a:srgbClr val="92D050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34AB0613-CBF7-61EB-9C7E-A9FB44FF597A}"/>
                  </a:ext>
                </a:extLst>
              </p:cNvPr>
              <p:cNvSpPr/>
              <p:nvPr/>
            </p:nvSpPr>
            <p:spPr>
              <a:xfrm>
                <a:off x="2057400" y="3176439"/>
                <a:ext cx="152400" cy="152400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482C5BE0-F5C7-8B6A-D4D5-B712EEEDB348}"/>
                  </a:ext>
                </a:extLst>
              </p:cNvPr>
              <p:cNvSpPr/>
              <p:nvPr/>
            </p:nvSpPr>
            <p:spPr>
              <a:xfrm>
                <a:off x="2286000" y="3329996"/>
                <a:ext cx="152400" cy="152400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F2185A7F-32A1-8209-B917-860F51D8197F}"/>
                  </a:ext>
                </a:extLst>
              </p:cNvPr>
              <p:cNvSpPr/>
              <p:nvPr/>
            </p:nvSpPr>
            <p:spPr>
              <a:xfrm>
                <a:off x="2554877" y="3068445"/>
                <a:ext cx="152400" cy="152400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Plus 12">
                <a:extLst>
                  <a:ext uri="{FF2B5EF4-FFF2-40B4-BE49-F238E27FC236}">
                    <a16:creationId xmlns:a16="http://schemas.microsoft.com/office/drawing/2014/main" id="{A5B74A36-4EC6-4A47-39C4-7EBD07D3582B}"/>
                  </a:ext>
                </a:extLst>
              </p:cNvPr>
              <p:cNvSpPr/>
              <p:nvPr/>
            </p:nvSpPr>
            <p:spPr>
              <a:xfrm>
                <a:off x="3206931" y="2343150"/>
                <a:ext cx="224246" cy="231390"/>
              </a:xfrm>
              <a:prstGeom prst="mathPlus">
                <a:avLst/>
              </a:prstGeom>
              <a:solidFill>
                <a:srgbClr val="92D050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Plus 13">
                <a:extLst>
                  <a:ext uri="{FF2B5EF4-FFF2-40B4-BE49-F238E27FC236}">
                    <a16:creationId xmlns:a16="http://schemas.microsoft.com/office/drawing/2014/main" id="{B539FBAB-2672-1896-027E-B0F0318E66C7}"/>
                  </a:ext>
                </a:extLst>
              </p:cNvPr>
              <p:cNvSpPr/>
              <p:nvPr/>
            </p:nvSpPr>
            <p:spPr>
              <a:xfrm>
                <a:off x="2729592" y="2845465"/>
                <a:ext cx="224246" cy="231390"/>
              </a:xfrm>
              <a:prstGeom prst="mathPlus">
                <a:avLst/>
              </a:prstGeom>
              <a:solidFill>
                <a:srgbClr val="92D050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Plus 14">
                <a:extLst>
                  <a:ext uri="{FF2B5EF4-FFF2-40B4-BE49-F238E27FC236}">
                    <a16:creationId xmlns:a16="http://schemas.microsoft.com/office/drawing/2014/main" id="{72440A96-1E6C-0AB6-8675-CEFC40C2E7A3}"/>
                  </a:ext>
                </a:extLst>
              </p:cNvPr>
              <p:cNvSpPr/>
              <p:nvPr/>
            </p:nvSpPr>
            <p:spPr>
              <a:xfrm>
                <a:off x="2649038" y="3299419"/>
                <a:ext cx="224246" cy="231390"/>
              </a:xfrm>
              <a:prstGeom prst="mathPlus">
                <a:avLst/>
              </a:prstGeom>
              <a:solidFill>
                <a:srgbClr val="92D050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Plus 15">
                <a:extLst>
                  <a:ext uri="{FF2B5EF4-FFF2-40B4-BE49-F238E27FC236}">
                    <a16:creationId xmlns:a16="http://schemas.microsoft.com/office/drawing/2014/main" id="{4BB1C757-089C-2D49-0E81-131EE3233E43}"/>
                  </a:ext>
                </a:extLst>
              </p:cNvPr>
              <p:cNvSpPr/>
              <p:nvPr/>
            </p:nvSpPr>
            <p:spPr>
              <a:xfrm>
                <a:off x="3052354" y="2800350"/>
                <a:ext cx="224246" cy="231390"/>
              </a:xfrm>
              <a:prstGeom prst="mathPlus">
                <a:avLst/>
              </a:prstGeom>
              <a:solidFill>
                <a:srgbClr val="92D050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3DD79BE-1223-65BD-F4BF-D6C4D635FC03}"/>
                  </a:ext>
                </a:extLst>
              </p:cNvPr>
              <p:cNvSpPr/>
              <p:nvPr/>
            </p:nvSpPr>
            <p:spPr>
              <a:xfrm>
                <a:off x="2736123" y="2577743"/>
                <a:ext cx="152400" cy="152400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Plus 17">
                <a:extLst>
                  <a:ext uri="{FF2B5EF4-FFF2-40B4-BE49-F238E27FC236}">
                    <a16:creationId xmlns:a16="http://schemas.microsoft.com/office/drawing/2014/main" id="{4D0D2CF0-710E-CEA0-CCBE-4F9F97D4A877}"/>
                  </a:ext>
                </a:extLst>
              </p:cNvPr>
              <p:cNvSpPr/>
              <p:nvPr/>
            </p:nvSpPr>
            <p:spPr>
              <a:xfrm>
                <a:off x="3128554" y="3351126"/>
                <a:ext cx="224246" cy="231390"/>
              </a:xfrm>
              <a:prstGeom prst="mathPlus">
                <a:avLst/>
              </a:prstGeom>
              <a:solidFill>
                <a:srgbClr val="92D050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Plus 18">
                <a:extLst>
                  <a:ext uri="{FF2B5EF4-FFF2-40B4-BE49-F238E27FC236}">
                    <a16:creationId xmlns:a16="http://schemas.microsoft.com/office/drawing/2014/main" id="{32877AB0-0F3A-0233-5C13-9474725C767E}"/>
                  </a:ext>
                </a:extLst>
              </p:cNvPr>
              <p:cNvSpPr/>
              <p:nvPr/>
            </p:nvSpPr>
            <p:spPr>
              <a:xfrm>
                <a:off x="3383824" y="2952750"/>
                <a:ext cx="224246" cy="231390"/>
              </a:xfrm>
              <a:prstGeom prst="mathPlus">
                <a:avLst/>
              </a:prstGeom>
              <a:solidFill>
                <a:srgbClr val="92D050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9EEA213C-26C1-3BD8-2CAA-C57CBD28BCF5}"/>
                </a:ext>
              </a:extLst>
            </p:cNvPr>
            <p:cNvSpPr/>
            <p:nvPr/>
          </p:nvSpPr>
          <p:spPr>
            <a:xfrm>
              <a:off x="5715000" y="2924455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126A26E-201E-1AA3-F925-FE104EDE8383}"/>
                </a:ext>
              </a:extLst>
            </p:cNvPr>
            <p:cNvSpPr/>
            <p:nvPr/>
          </p:nvSpPr>
          <p:spPr>
            <a:xfrm>
              <a:off x="5715000" y="3299419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BF22DC9-FAFC-7D57-1FCF-B46E0D85DEEF}"/>
                </a:ext>
              </a:extLst>
            </p:cNvPr>
            <p:cNvSpPr/>
            <p:nvPr/>
          </p:nvSpPr>
          <p:spPr>
            <a:xfrm>
              <a:off x="6269083" y="2793534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3ED13405-264B-1611-55E5-BD1C4C84EF26}"/>
                </a:ext>
              </a:extLst>
            </p:cNvPr>
            <p:cNvSpPr/>
            <p:nvPr/>
          </p:nvSpPr>
          <p:spPr>
            <a:xfrm>
              <a:off x="6172200" y="3381655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413043A5-B574-E7AD-95FC-A9C2FF97B732}"/>
                </a:ext>
              </a:extLst>
            </p:cNvPr>
            <p:cNvSpPr/>
            <p:nvPr/>
          </p:nvSpPr>
          <p:spPr>
            <a:xfrm>
              <a:off x="6781800" y="3466821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2B6B6A4-F52B-BE77-D5F6-051FEBC06409}"/>
                </a:ext>
              </a:extLst>
            </p:cNvPr>
            <p:cNvSpPr/>
            <p:nvPr/>
          </p:nvSpPr>
          <p:spPr>
            <a:xfrm>
              <a:off x="6705600" y="2916045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3CB9BA03-0BA3-B390-8DB1-9C32472BA701}"/>
                </a:ext>
              </a:extLst>
            </p:cNvPr>
            <p:cNvSpPr/>
            <p:nvPr/>
          </p:nvSpPr>
          <p:spPr>
            <a:xfrm>
              <a:off x="5943600" y="2606885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DA6FE6E-AF01-0729-40E6-533FA065D88A}"/>
                </a:ext>
              </a:extLst>
            </p:cNvPr>
            <p:cNvSpPr/>
            <p:nvPr/>
          </p:nvSpPr>
          <p:spPr>
            <a:xfrm>
              <a:off x="6192883" y="3114914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80A4896-DEEB-D0A0-0AE8-70C546B36C3B}"/>
                </a:ext>
              </a:extLst>
            </p:cNvPr>
            <p:cNvSpPr/>
            <p:nvPr/>
          </p:nvSpPr>
          <p:spPr>
            <a:xfrm>
              <a:off x="5976257" y="3253796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3411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1D5E60F-140D-3ED1-0357-352DA305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Information Gain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B1F49-87D8-7549-2BE0-EB808C1043C0}"/>
              </a:ext>
            </a:extLst>
          </p:cNvPr>
          <p:cNvSpPr txBox="1"/>
          <p:nvPr/>
        </p:nvSpPr>
        <p:spPr>
          <a:xfrm>
            <a:off x="669036" y="2055813"/>
            <a:ext cx="108539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sample of training examples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p+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is the proportion of positive examples in 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is the proportion of negative examples in S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of 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average optimal number of bits to encode information of certainty/uncertainty about 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BDD39FE-B4DD-33B8-DBBF-5C04713B6DC2}"/>
              </a:ext>
            </a:extLst>
          </p:cNvPr>
          <p:cNvSpPr/>
          <p:nvPr/>
        </p:nvSpPr>
        <p:spPr>
          <a:xfrm>
            <a:off x="3102962" y="5055515"/>
            <a:ext cx="5666283" cy="77825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Entropy(S) = p+ (-log2 p+ ) + p-(-log2 p-)</a:t>
            </a:r>
          </a:p>
        </p:txBody>
      </p:sp>
    </p:spTree>
    <p:extLst>
      <p:ext uri="{BB962C8B-B14F-4D97-AF65-F5344CB8AC3E}">
        <p14:creationId xmlns:p14="http://schemas.microsoft.com/office/powerpoint/2010/main" val="1835466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1D5E60F-140D-3ED1-0357-352DA305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Information Gain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3995F-8373-177D-90B9-6570CC8EB85E}"/>
              </a:ext>
            </a:extLst>
          </p:cNvPr>
          <p:cNvSpPr txBox="1"/>
          <p:nvPr/>
        </p:nvSpPr>
        <p:spPr>
          <a:xfrm>
            <a:off x="669036" y="2724383"/>
            <a:ext cx="88731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of a group in which all examples belong to the same class?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= - 1 log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= 0     </a:t>
            </a:r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impurity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of a group with 50% in either class?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= -0.5 log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(0.5) – 0.5 log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(0.5) =1  </a:t>
            </a:r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impurity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FF8EA8-24D1-318A-C62E-3C823E2290F5}"/>
              </a:ext>
            </a:extLst>
          </p:cNvPr>
          <p:cNvGrpSpPr/>
          <p:nvPr/>
        </p:nvGrpSpPr>
        <p:grpSpPr>
          <a:xfrm>
            <a:off x="9865500" y="2571781"/>
            <a:ext cx="1498418" cy="3164503"/>
            <a:chOff x="6794862" y="1446346"/>
            <a:chExt cx="1498418" cy="316450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2A0D438-2340-7D15-FD84-67AF69BC3F45}"/>
                </a:ext>
              </a:extLst>
            </p:cNvPr>
            <p:cNvSpPr/>
            <p:nvPr/>
          </p:nvSpPr>
          <p:spPr>
            <a:xfrm>
              <a:off x="6794863" y="3135761"/>
              <a:ext cx="1498417" cy="14750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28AD157-6E38-0BEF-6285-5C993C38B0A0}"/>
                </a:ext>
              </a:extLst>
            </p:cNvPr>
            <p:cNvGrpSpPr/>
            <p:nvPr/>
          </p:nvGrpSpPr>
          <p:grpSpPr>
            <a:xfrm>
              <a:off x="6794862" y="1446346"/>
              <a:ext cx="1498417" cy="3028372"/>
              <a:chOff x="6794862" y="1446346"/>
              <a:chExt cx="1498417" cy="302837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4FE422-DCF9-A40A-24F8-55244BAB10B5}"/>
                  </a:ext>
                </a:extLst>
              </p:cNvPr>
              <p:cNvSpPr/>
              <p:nvPr/>
            </p:nvSpPr>
            <p:spPr>
              <a:xfrm>
                <a:off x="6794862" y="1446346"/>
                <a:ext cx="1498417" cy="145768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1188085-80D0-951B-0D88-7C3482DA9B76}"/>
                  </a:ext>
                </a:extLst>
              </p:cNvPr>
              <p:cNvSpPr/>
              <p:nvPr/>
            </p:nvSpPr>
            <p:spPr>
              <a:xfrm>
                <a:off x="7195456" y="1624875"/>
                <a:ext cx="152400" cy="152400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8F27BAC-6D77-8C88-98F5-7AAC3867E1C9}"/>
                  </a:ext>
                </a:extLst>
              </p:cNvPr>
              <p:cNvSpPr/>
              <p:nvPr/>
            </p:nvSpPr>
            <p:spPr>
              <a:xfrm>
                <a:off x="6966856" y="2153364"/>
                <a:ext cx="152400" cy="152400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BB71123-D810-72C7-A978-9E5AF4EFE465}"/>
                  </a:ext>
                </a:extLst>
              </p:cNvPr>
              <p:cNvSpPr/>
              <p:nvPr/>
            </p:nvSpPr>
            <p:spPr>
              <a:xfrm>
                <a:off x="7195456" y="2306921"/>
                <a:ext cx="152400" cy="152400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BCAC968-09B9-2043-B629-838A45B68101}"/>
                  </a:ext>
                </a:extLst>
              </p:cNvPr>
              <p:cNvSpPr/>
              <p:nvPr/>
            </p:nvSpPr>
            <p:spPr>
              <a:xfrm>
                <a:off x="7464333" y="2045370"/>
                <a:ext cx="152400" cy="152400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Plus 25">
                <a:extLst>
                  <a:ext uri="{FF2B5EF4-FFF2-40B4-BE49-F238E27FC236}">
                    <a16:creationId xmlns:a16="http://schemas.microsoft.com/office/drawing/2014/main" id="{6158C249-4302-C4C4-9235-E1E26F1CABDE}"/>
                  </a:ext>
                </a:extLst>
              </p:cNvPr>
              <p:cNvSpPr/>
              <p:nvPr/>
            </p:nvSpPr>
            <p:spPr>
              <a:xfrm>
                <a:off x="7989028" y="3804905"/>
                <a:ext cx="224246" cy="231390"/>
              </a:xfrm>
              <a:prstGeom prst="mathPlus">
                <a:avLst/>
              </a:prstGeom>
              <a:solidFill>
                <a:srgbClr val="92D050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Plus 26">
                <a:extLst>
                  <a:ext uri="{FF2B5EF4-FFF2-40B4-BE49-F238E27FC236}">
                    <a16:creationId xmlns:a16="http://schemas.microsoft.com/office/drawing/2014/main" id="{9FA7C62F-0744-360F-F6E6-81B2CD757EEC}"/>
                  </a:ext>
                </a:extLst>
              </p:cNvPr>
              <p:cNvSpPr/>
              <p:nvPr/>
            </p:nvSpPr>
            <p:spPr>
              <a:xfrm>
                <a:off x="7716884" y="3780208"/>
                <a:ext cx="224246" cy="231390"/>
              </a:xfrm>
              <a:prstGeom prst="mathPlus">
                <a:avLst/>
              </a:prstGeom>
              <a:solidFill>
                <a:srgbClr val="92D050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Plus 27">
                <a:extLst>
                  <a:ext uri="{FF2B5EF4-FFF2-40B4-BE49-F238E27FC236}">
                    <a16:creationId xmlns:a16="http://schemas.microsoft.com/office/drawing/2014/main" id="{3CDAC743-1DB0-2378-1536-79C22BDA794C}"/>
                  </a:ext>
                </a:extLst>
              </p:cNvPr>
              <p:cNvSpPr/>
              <p:nvPr/>
            </p:nvSpPr>
            <p:spPr>
              <a:xfrm>
                <a:off x="7716884" y="4243328"/>
                <a:ext cx="224246" cy="231390"/>
              </a:xfrm>
              <a:prstGeom prst="mathPlus">
                <a:avLst/>
              </a:prstGeom>
              <a:solidFill>
                <a:srgbClr val="92D050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107A2FD-F393-A98A-3091-911495AA2B02}"/>
                  </a:ext>
                </a:extLst>
              </p:cNvPr>
              <p:cNvSpPr/>
              <p:nvPr/>
            </p:nvSpPr>
            <p:spPr>
              <a:xfrm>
                <a:off x="7645579" y="1554668"/>
                <a:ext cx="152400" cy="152400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Plus 29">
                <a:extLst>
                  <a:ext uri="{FF2B5EF4-FFF2-40B4-BE49-F238E27FC236}">
                    <a16:creationId xmlns:a16="http://schemas.microsoft.com/office/drawing/2014/main" id="{B8B6733F-320E-3C48-2BE4-3BACAC234667}"/>
                  </a:ext>
                </a:extLst>
              </p:cNvPr>
              <p:cNvSpPr/>
              <p:nvPr/>
            </p:nvSpPr>
            <p:spPr>
              <a:xfrm>
                <a:off x="7840980" y="3412571"/>
                <a:ext cx="224246" cy="231390"/>
              </a:xfrm>
              <a:prstGeom prst="mathPlus">
                <a:avLst/>
              </a:prstGeom>
              <a:solidFill>
                <a:srgbClr val="92D050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Plus 30">
                <a:extLst>
                  <a:ext uri="{FF2B5EF4-FFF2-40B4-BE49-F238E27FC236}">
                    <a16:creationId xmlns:a16="http://schemas.microsoft.com/office/drawing/2014/main" id="{47435776-B759-CD34-7F8B-29F070B4F6D8}"/>
                  </a:ext>
                </a:extLst>
              </p:cNvPr>
              <p:cNvSpPr/>
              <p:nvPr/>
            </p:nvSpPr>
            <p:spPr>
              <a:xfrm>
                <a:off x="7515496" y="3373076"/>
                <a:ext cx="224246" cy="231390"/>
              </a:xfrm>
              <a:prstGeom prst="mathPlus">
                <a:avLst/>
              </a:prstGeom>
              <a:solidFill>
                <a:srgbClr val="92D050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DBA8168-D472-BDC3-6846-9C9061093C98}"/>
                </a:ext>
              </a:extLst>
            </p:cNvPr>
            <p:cNvSpPr/>
            <p:nvPr/>
          </p:nvSpPr>
          <p:spPr>
            <a:xfrm>
              <a:off x="7038703" y="3730141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E8B61CC-A777-75A0-B1F6-AC65015B1155}"/>
                </a:ext>
              </a:extLst>
            </p:cNvPr>
            <p:cNvSpPr/>
            <p:nvPr/>
          </p:nvSpPr>
          <p:spPr>
            <a:xfrm>
              <a:off x="7038703" y="4105105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3E1B726-B2C6-7A21-2841-24D1CA3761EC}"/>
                </a:ext>
              </a:extLst>
            </p:cNvPr>
            <p:cNvSpPr/>
            <p:nvPr/>
          </p:nvSpPr>
          <p:spPr>
            <a:xfrm>
              <a:off x="7495903" y="4187341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06FCA34-3349-618C-546A-7F9D330A8AB2}"/>
                </a:ext>
              </a:extLst>
            </p:cNvPr>
            <p:cNvSpPr/>
            <p:nvPr/>
          </p:nvSpPr>
          <p:spPr>
            <a:xfrm>
              <a:off x="7267303" y="3412571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177F1D6-699B-3DA2-9E78-5E5506C963F8}"/>
                </a:ext>
              </a:extLst>
            </p:cNvPr>
            <p:cNvSpPr/>
            <p:nvPr/>
          </p:nvSpPr>
          <p:spPr>
            <a:xfrm>
              <a:off x="7516586" y="3920600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D69A819-755A-9F69-5525-4FAF0CDC90C6}"/>
                </a:ext>
              </a:extLst>
            </p:cNvPr>
            <p:cNvSpPr/>
            <p:nvPr/>
          </p:nvSpPr>
          <p:spPr>
            <a:xfrm>
              <a:off x="7299960" y="4059482"/>
              <a:ext cx="152400" cy="15240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F84B591-F471-2691-79CE-EBFEF6386B52}"/>
              </a:ext>
            </a:extLst>
          </p:cNvPr>
          <p:cNvSpPr/>
          <p:nvPr/>
        </p:nvSpPr>
        <p:spPr>
          <a:xfrm>
            <a:off x="11033129" y="3202599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6456576-BD54-2578-4480-114B8CB447F5}"/>
              </a:ext>
            </a:extLst>
          </p:cNvPr>
          <p:cNvSpPr/>
          <p:nvPr/>
        </p:nvSpPr>
        <p:spPr>
          <a:xfrm>
            <a:off x="10868617" y="3509429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EBEC5FE-CC35-0800-8057-FBA4CD535B7A}"/>
              </a:ext>
            </a:extLst>
          </p:cNvPr>
          <p:cNvSpPr/>
          <p:nvPr/>
        </p:nvSpPr>
        <p:spPr>
          <a:xfrm>
            <a:off x="11059666" y="2912929"/>
            <a:ext cx="152400" cy="152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8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1D5E60F-140D-3ED1-0357-352DA305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Information Gain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FB7F06-B1E5-33C4-882A-578A7D49C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6390"/>
            <a:ext cx="10684764" cy="321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49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1D5E60F-140D-3ED1-0357-352DA305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Decision Tree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64EC67-D401-A93A-10CA-F4FBEF0E5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283" y="1812108"/>
            <a:ext cx="8984231" cy="507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845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0E93-3803-49AA-B068-A34231BF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50CA5-E395-9448-3C99-E43C88723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4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1621</TotalTime>
  <Words>1037</Words>
  <Application>Microsoft Office PowerPoint</Application>
  <PresentationFormat>Widescreen</PresentationFormat>
  <Paragraphs>145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Cambria</vt:lpstr>
      <vt:lpstr>Times New Roman</vt:lpstr>
      <vt:lpstr>Wingdings</vt:lpstr>
      <vt:lpstr>Office Theme</vt:lpstr>
      <vt:lpstr>Visio</vt:lpstr>
      <vt:lpstr>Decision Tree (DT)</vt:lpstr>
      <vt:lpstr>Decision Tree Classifier</vt:lpstr>
      <vt:lpstr>Decision Tree Classifier</vt:lpstr>
      <vt:lpstr>Decision Tree Example</vt:lpstr>
      <vt:lpstr>Decision Tree Example</vt:lpstr>
      <vt:lpstr>Decision Tree Example</vt:lpstr>
      <vt:lpstr>Decision Tree Algorithms</vt:lpstr>
      <vt:lpstr>Basic Decision Tree Algorithm</vt:lpstr>
      <vt:lpstr>Decision Tree Induction </vt:lpstr>
      <vt:lpstr>Attribute Test Conditions</vt:lpstr>
      <vt:lpstr>PowerPoint Presentation</vt:lpstr>
      <vt:lpstr>Attribute Test Conditions</vt:lpstr>
      <vt:lpstr>Picking the Root attribute</vt:lpstr>
      <vt:lpstr>Picking the Root attribute</vt:lpstr>
      <vt:lpstr>Measures for Node impurity</vt:lpstr>
      <vt:lpstr>Information Gain</vt:lpstr>
      <vt:lpstr>Information Gain</vt:lpstr>
      <vt:lpstr>Information Gain</vt:lpstr>
      <vt:lpstr>Information Gain</vt:lpstr>
      <vt:lpstr>Information Gain</vt:lpstr>
      <vt:lpstr>Decision Tree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Deepika Vatsa</dc:creator>
  <cp:lastModifiedBy>Deepika Vatsa</cp:lastModifiedBy>
  <cp:revision>1</cp:revision>
  <dcterms:created xsi:type="dcterms:W3CDTF">2025-07-21T06:25:16Z</dcterms:created>
  <dcterms:modified xsi:type="dcterms:W3CDTF">2025-10-03T17:34:21Z</dcterms:modified>
</cp:coreProperties>
</file>