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71" r:id="rId4"/>
    <p:sldId id="272" r:id="rId5"/>
    <p:sldId id="273" r:id="rId6"/>
    <p:sldId id="274" r:id="rId7"/>
    <p:sldId id="276" r:id="rId8"/>
    <p:sldId id="277" r:id="rId9"/>
    <p:sldId id="278" r:id="rId10"/>
    <p:sldId id="281" r:id="rId11"/>
    <p:sldId id="282" r:id="rId12"/>
    <p:sldId id="283" r:id="rId13"/>
    <p:sldId id="284"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8D9DE6-E202-4BEA-8437-6AB5D51B1E54}" v="7" dt="2025-08-11T09:38:34.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mesh Gupta" userId="35470c46-d51d-41c5-aa07-3535d40f1513" providerId="ADAL" clId="{109D4FBC-79F2-4BE9-A2B7-BCCF3566EC3F}"/>
    <pc:docChg chg="undo custSel addSld delSld modSld">
      <pc:chgData name="Umesh Gupta" userId="35470c46-d51d-41c5-aa07-3535d40f1513" providerId="ADAL" clId="{109D4FBC-79F2-4BE9-A2B7-BCCF3566EC3F}" dt="2021-11-26T05:39:03.784" v="656" actId="20577"/>
      <pc:docMkLst>
        <pc:docMk/>
      </pc:docMkLst>
      <pc:sldChg chg="addSp delSp modSp mod">
        <pc:chgData name="Umesh Gupta" userId="35470c46-d51d-41c5-aa07-3535d40f1513" providerId="ADAL" clId="{109D4FBC-79F2-4BE9-A2B7-BCCF3566EC3F}" dt="2021-11-26T04:48:41.032" v="418" actId="20577"/>
        <pc:sldMkLst>
          <pc:docMk/>
          <pc:sldMk cId="636869269" sldId="256"/>
        </pc:sldMkLst>
        <pc:spChg chg="mod">
          <ac:chgData name="Umesh Gupta" userId="35470c46-d51d-41c5-aa07-3535d40f1513" providerId="ADAL" clId="{109D4FBC-79F2-4BE9-A2B7-BCCF3566EC3F}" dt="2021-11-26T04:48:41.032" v="418" actId="20577"/>
          <ac:spMkLst>
            <pc:docMk/>
            <pc:sldMk cId="636869269" sldId="256"/>
            <ac:spMk id="2" creationId="{5A37A88A-CF21-4331-BFA7-13AD603DA985}"/>
          </ac:spMkLst>
        </pc:spChg>
        <pc:spChg chg="mod">
          <ac:chgData name="Umesh Gupta" userId="35470c46-d51d-41c5-aa07-3535d40f1513" providerId="ADAL" clId="{109D4FBC-79F2-4BE9-A2B7-BCCF3566EC3F}" dt="2021-11-25T15:41:41.251" v="33" actId="26606"/>
          <ac:spMkLst>
            <pc:docMk/>
            <pc:sldMk cId="636869269" sldId="256"/>
            <ac:spMk id="3" creationId="{F44C9FDA-6958-4038-BEE5-46CB0F9C8ECA}"/>
          </ac:spMkLst>
        </pc:spChg>
        <pc:spChg chg="del">
          <ac:chgData name="Umesh Gupta" userId="35470c46-d51d-41c5-aa07-3535d40f1513" providerId="ADAL" clId="{109D4FBC-79F2-4BE9-A2B7-BCCF3566EC3F}" dt="2021-11-25T15:41:41.251" v="33" actId="26606"/>
          <ac:spMkLst>
            <pc:docMk/>
            <pc:sldMk cId="636869269" sldId="256"/>
            <ac:spMk id="10" creationId="{7905BA41-EE6E-4F80-8636-447F22DD729A}"/>
          </ac:spMkLst>
        </pc:spChg>
        <pc:spChg chg="del">
          <ac:chgData name="Umesh Gupta" userId="35470c46-d51d-41c5-aa07-3535d40f1513" providerId="ADAL" clId="{109D4FBC-79F2-4BE9-A2B7-BCCF3566EC3F}" dt="2021-11-25T15:41:41.251" v="33" actId="26606"/>
          <ac:spMkLst>
            <pc:docMk/>
            <pc:sldMk cId="636869269" sldId="256"/>
            <ac:spMk id="12" creationId="{CD7549B2-EE05-4558-8C64-AC46755F2B25}"/>
          </ac:spMkLst>
        </pc:spChg>
        <pc:spChg chg="add">
          <ac:chgData name="Umesh Gupta" userId="35470c46-d51d-41c5-aa07-3535d40f1513" providerId="ADAL" clId="{109D4FBC-79F2-4BE9-A2B7-BCCF3566EC3F}" dt="2021-11-25T15:41:41.251" v="33" actId="26606"/>
          <ac:spMkLst>
            <pc:docMk/>
            <pc:sldMk cId="636869269" sldId="256"/>
            <ac:spMk id="17" creationId="{8538EBC2-0B11-4732-8715-799409C4A914}"/>
          </ac:spMkLst>
        </pc:spChg>
        <pc:spChg chg="add">
          <ac:chgData name="Umesh Gupta" userId="35470c46-d51d-41c5-aa07-3535d40f1513" providerId="ADAL" clId="{109D4FBC-79F2-4BE9-A2B7-BCCF3566EC3F}" dt="2021-11-25T15:41:41.251" v="33" actId="26606"/>
          <ac:spMkLst>
            <pc:docMk/>
            <pc:sldMk cId="636869269" sldId="256"/>
            <ac:spMk id="19" creationId="{CE3C5560-7A9C-489F-9148-18C5E1D0F0B2}"/>
          </ac:spMkLst>
        </pc:spChg>
        <pc:spChg chg="add">
          <ac:chgData name="Umesh Gupta" userId="35470c46-d51d-41c5-aa07-3535d40f1513" providerId="ADAL" clId="{109D4FBC-79F2-4BE9-A2B7-BCCF3566EC3F}" dt="2021-11-25T15:41:41.251" v="33" actId="26606"/>
          <ac:spMkLst>
            <pc:docMk/>
            <pc:sldMk cId="636869269" sldId="256"/>
            <ac:spMk id="23" creationId="{508BEF50-7B1E-49A4-BC19-5F4F1D755E64}"/>
          </ac:spMkLst>
        </pc:spChg>
        <pc:spChg chg="add">
          <ac:chgData name="Umesh Gupta" userId="35470c46-d51d-41c5-aa07-3535d40f1513" providerId="ADAL" clId="{109D4FBC-79F2-4BE9-A2B7-BCCF3566EC3F}" dt="2021-11-25T15:41:41.251" v="33" actId="26606"/>
          <ac:spMkLst>
            <pc:docMk/>
            <pc:sldMk cId="636869269" sldId="256"/>
            <ac:spMk id="25" creationId="{3FBAD350-5664-4811-A208-657FB882D350}"/>
          </ac:spMkLst>
        </pc:spChg>
        <pc:spChg chg="add">
          <ac:chgData name="Umesh Gupta" userId="35470c46-d51d-41c5-aa07-3535d40f1513" providerId="ADAL" clId="{109D4FBC-79F2-4BE9-A2B7-BCCF3566EC3F}" dt="2021-11-25T15:41:41.251" v="33" actId="26606"/>
          <ac:spMkLst>
            <pc:docMk/>
            <pc:sldMk cId="636869269" sldId="256"/>
            <ac:spMk id="27" creationId="{C39ADB8F-D187-49D7-BDCF-C1B6DC727068}"/>
          </ac:spMkLst>
        </pc:spChg>
        <pc:picChg chg="mod">
          <ac:chgData name="Umesh Gupta" userId="35470c46-d51d-41c5-aa07-3535d40f1513" providerId="ADAL" clId="{109D4FBC-79F2-4BE9-A2B7-BCCF3566EC3F}" dt="2021-11-25T15:41:41.251" v="33" actId="26606"/>
          <ac:picMkLst>
            <pc:docMk/>
            <pc:sldMk cId="636869269" sldId="256"/>
            <ac:picMk id="7" creationId="{74F19624-778B-4A89-A978-A7365475E882}"/>
          </ac:picMkLst>
        </pc:picChg>
        <pc:cxnChg chg="add">
          <ac:chgData name="Umesh Gupta" userId="35470c46-d51d-41c5-aa07-3535d40f1513" providerId="ADAL" clId="{109D4FBC-79F2-4BE9-A2B7-BCCF3566EC3F}" dt="2021-11-25T15:41:41.251" v="33" actId="26606"/>
          <ac:cxnSpMkLst>
            <pc:docMk/>
            <pc:sldMk cId="636869269" sldId="256"/>
            <ac:cxnSpMk id="21" creationId="{56020367-4FD5-4596-8E10-C5F095CD8DBF}"/>
          </ac:cxnSpMkLst>
        </pc:cxnChg>
      </pc:sldChg>
      <pc:sldChg chg="del">
        <pc:chgData name="Umesh Gupta" userId="35470c46-d51d-41c5-aa07-3535d40f1513" providerId="ADAL" clId="{109D4FBC-79F2-4BE9-A2B7-BCCF3566EC3F}" dt="2021-11-25T15:42:00.685" v="34" actId="47"/>
        <pc:sldMkLst>
          <pc:docMk/>
          <pc:sldMk cId="15527377" sldId="258"/>
        </pc:sldMkLst>
      </pc:sldChg>
      <pc:sldChg chg="del">
        <pc:chgData name="Umesh Gupta" userId="35470c46-d51d-41c5-aa07-3535d40f1513" providerId="ADAL" clId="{109D4FBC-79F2-4BE9-A2B7-BCCF3566EC3F}" dt="2021-11-25T15:42:02.334" v="35" actId="47"/>
        <pc:sldMkLst>
          <pc:docMk/>
          <pc:sldMk cId="2578341345" sldId="259"/>
        </pc:sldMkLst>
      </pc:sldChg>
      <pc:sldChg chg="addSp delSp modSp mod">
        <pc:chgData name="Umesh Gupta" userId="35470c46-d51d-41c5-aa07-3535d40f1513" providerId="ADAL" clId="{109D4FBC-79F2-4BE9-A2B7-BCCF3566EC3F}" dt="2021-11-26T05:14:11.900" v="652" actId="26606"/>
        <pc:sldMkLst>
          <pc:docMk/>
          <pc:sldMk cId="3685130573" sldId="260"/>
        </pc:sldMkLst>
        <pc:spChg chg="mod">
          <ac:chgData name="Umesh Gupta" userId="35470c46-d51d-41c5-aa07-3535d40f1513" providerId="ADAL" clId="{109D4FBC-79F2-4BE9-A2B7-BCCF3566EC3F}" dt="2021-11-26T05:14:11.900" v="652" actId="26606"/>
          <ac:spMkLst>
            <pc:docMk/>
            <pc:sldMk cId="3685130573" sldId="260"/>
            <ac:spMk id="2" creationId="{2173B4FC-CD49-4DEE-BCB8-19D9DF1A9F42}"/>
          </ac:spMkLst>
        </pc:spChg>
        <pc:spChg chg="add del">
          <ac:chgData name="Umesh Gupta" userId="35470c46-d51d-41c5-aa07-3535d40f1513" providerId="ADAL" clId="{109D4FBC-79F2-4BE9-A2B7-BCCF3566EC3F}" dt="2021-11-26T05:14:11.900" v="652" actId="26606"/>
          <ac:spMkLst>
            <pc:docMk/>
            <pc:sldMk cId="3685130573" sldId="260"/>
            <ac:spMk id="47" creationId="{8555C5B3-193A-4749-9AFD-682E53CDDE8F}"/>
          </ac:spMkLst>
        </pc:spChg>
        <pc:spChg chg="add del">
          <ac:chgData name="Umesh Gupta" userId="35470c46-d51d-41c5-aa07-3535d40f1513" providerId="ADAL" clId="{109D4FBC-79F2-4BE9-A2B7-BCCF3566EC3F}" dt="2021-11-26T05:14:11.900" v="652" actId="26606"/>
          <ac:spMkLst>
            <pc:docMk/>
            <pc:sldMk cId="3685130573" sldId="260"/>
            <ac:spMk id="48" creationId="{2EAE06A6-F76A-41C9-827A-C561B004485C}"/>
          </ac:spMkLst>
        </pc:spChg>
        <pc:spChg chg="add del">
          <ac:chgData name="Umesh Gupta" userId="35470c46-d51d-41c5-aa07-3535d40f1513" providerId="ADAL" clId="{109D4FBC-79F2-4BE9-A2B7-BCCF3566EC3F}" dt="2021-11-26T05:14:11.900" v="652" actId="26606"/>
          <ac:spMkLst>
            <pc:docMk/>
            <pc:sldMk cId="3685130573" sldId="260"/>
            <ac:spMk id="49" creationId="{89F9D4E8-0639-444B-949B-9518585061AF}"/>
          </ac:spMkLst>
        </pc:spChg>
        <pc:spChg chg="add del">
          <ac:chgData name="Umesh Gupta" userId="35470c46-d51d-41c5-aa07-3535d40f1513" providerId="ADAL" clId="{109D4FBC-79F2-4BE9-A2B7-BCCF3566EC3F}" dt="2021-11-26T05:14:11.900" v="652" actId="26606"/>
          <ac:spMkLst>
            <pc:docMk/>
            <pc:sldMk cId="3685130573" sldId="260"/>
            <ac:spMk id="50" creationId="{7E3DA7A2-ED70-4BBA-AB72-00AD461FA405}"/>
          </ac:spMkLst>
        </pc:spChg>
        <pc:spChg chg="add del">
          <ac:chgData name="Umesh Gupta" userId="35470c46-d51d-41c5-aa07-3535d40f1513" providerId="ADAL" clId="{109D4FBC-79F2-4BE9-A2B7-BCCF3566EC3F}" dt="2021-11-26T05:14:11.900" v="652" actId="26606"/>
          <ac:spMkLst>
            <pc:docMk/>
            <pc:sldMk cId="3685130573" sldId="260"/>
            <ac:spMk id="51" creationId="{FC485432-3647-4218-B5D3-15D3FA222B13}"/>
          </ac:spMkLst>
        </pc:spChg>
        <pc:spChg chg="add del">
          <ac:chgData name="Umesh Gupta" userId="35470c46-d51d-41c5-aa07-3535d40f1513" providerId="ADAL" clId="{109D4FBC-79F2-4BE9-A2B7-BCCF3566EC3F}" dt="2021-11-26T05:14:11.900" v="652" actId="26606"/>
          <ac:spMkLst>
            <pc:docMk/>
            <pc:sldMk cId="3685130573" sldId="260"/>
            <ac:spMk id="52" creationId="{F4AFDDCA-6ABA-4D23-8A5C-1BF0F4308148}"/>
          </ac:spMkLst>
        </pc:spChg>
        <pc:spChg chg="add del">
          <ac:chgData name="Umesh Gupta" userId="35470c46-d51d-41c5-aa07-3535d40f1513" providerId="ADAL" clId="{109D4FBC-79F2-4BE9-A2B7-BCCF3566EC3F}" dt="2021-11-26T05:14:11.890" v="651" actId="26606"/>
          <ac:spMkLst>
            <pc:docMk/>
            <pc:sldMk cId="3685130573" sldId="260"/>
            <ac:spMk id="57" creationId="{8A94871E-96FC-4ADE-815B-41A636E34F1A}"/>
          </ac:spMkLst>
        </pc:spChg>
        <pc:spChg chg="add del">
          <ac:chgData name="Umesh Gupta" userId="35470c46-d51d-41c5-aa07-3535d40f1513" providerId="ADAL" clId="{109D4FBC-79F2-4BE9-A2B7-BCCF3566EC3F}" dt="2021-11-26T05:14:11.890" v="651" actId="26606"/>
          <ac:spMkLst>
            <pc:docMk/>
            <pc:sldMk cId="3685130573" sldId="260"/>
            <ac:spMk id="59" creationId="{3FCFB1DE-0B7E-48CC-BA90-B2AB0889F9D6}"/>
          </ac:spMkLst>
        </pc:spChg>
        <pc:spChg chg="add">
          <ac:chgData name="Umesh Gupta" userId="35470c46-d51d-41c5-aa07-3535d40f1513" providerId="ADAL" clId="{109D4FBC-79F2-4BE9-A2B7-BCCF3566EC3F}" dt="2021-11-26T05:14:11.900" v="652" actId="26606"/>
          <ac:spMkLst>
            <pc:docMk/>
            <pc:sldMk cId="3685130573" sldId="260"/>
            <ac:spMk id="61" creationId="{1F0D9B0E-E48B-450C-9134-0435D96D0BA6}"/>
          </ac:spMkLst>
        </pc:spChg>
        <pc:spChg chg="add">
          <ac:chgData name="Umesh Gupta" userId="35470c46-d51d-41c5-aa07-3535d40f1513" providerId="ADAL" clId="{109D4FBC-79F2-4BE9-A2B7-BCCF3566EC3F}" dt="2021-11-26T05:14:11.900" v="652" actId="26606"/>
          <ac:spMkLst>
            <pc:docMk/>
            <pc:sldMk cId="3685130573" sldId="260"/>
            <ac:spMk id="62" creationId="{6FD2B106-31C7-446F-B4D3-C9EE8CEB5BDB}"/>
          </ac:spMkLst>
        </pc:spChg>
        <pc:spChg chg="add">
          <ac:chgData name="Umesh Gupta" userId="35470c46-d51d-41c5-aa07-3535d40f1513" providerId="ADAL" clId="{109D4FBC-79F2-4BE9-A2B7-BCCF3566EC3F}" dt="2021-11-26T05:14:11.900" v="652" actId="26606"/>
          <ac:spMkLst>
            <pc:docMk/>
            <pc:sldMk cId="3685130573" sldId="260"/>
            <ac:spMk id="63" creationId="{1D7678B8-0AAC-460B-8CDB-C43156BBAA98}"/>
          </ac:spMkLst>
        </pc:spChg>
        <pc:picChg chg="mod">
          <ac:chgData name="Umesh Gupta" userId="35470c46-d51d-41c5-aa07-3535d40f1513" providerId="ADAL" clId="{109D4FBC-79F2-4BE9-A2B7-BCCF3566EC3F}" dt="2021-11-26T05:14:11.900" v="652" actId="26606"/>
          <ac:picMkLst>
            <pc:docMk/>
            <pc:sldMk cId="3685130573" sldId="260"/>
            <ac:picMk id="22" creationId="{69BEEBA3-6151-4344-851B-B5D1DDBB89C6}"/>
          </ac:picMkLst>
        </pc:picChg>
      </pc:sldChg>
      <pc:sldChg chg="del">
        <pc:chgData name="Umesh Gupta" userId="35470c46-d51d-41c5-aa07-3535d40f1513" providerId="ADAL" clId="{109D4FBC-79F2-4BE9-A2B7-BCCF3566EC3F}" dt="2021-11-25T15:42:04.387" v="36" actId="47"/>
        <pc:sldMkLst>
          <pc:docMk/>
          <pc:sldMk cId="1224032123" sldId="261"/>
        </pc:sldMkLst>
      </pc:sldChg>
      <pc:sldChg chg="addSp delSp modSp del mod">
        <pc:chgData name="Umesh Gupta" userId="35470c46-d51d-41c5-aa07-3535d40f1513" providerId="ADAL" clId="{109D4FBC-79F2-4BE9-A2B7-BCCF3566EC3F}" dt="2021-11-25T15:50:55.132" v="107" actId="47"/>
        <pc:sldMkLst>
          <pc:docMk/>
          <pc:sldMk cId="3761358930" sldId="262"/>
        </pc:sldMkLst>
        <pc:spChg chg="mod">
          <ac:chgData name="Umesh Gupta" userId="35470c46-d51d-41c5-aa07-3535d40f1513" providerId="ADAL" clId="{109D4FBC-79F2-4BE9-A2B7-BCCF3566EC3F}" dt="2021-11-25T15:42:28.686" v="55" actId="20577"/>
          <ac:spMkLst>
            <pc:docMk/>
            <pc:sldMk cId="3761358930" sldId="262"/>
            <ac:spMk id="2" creationId="{85653CB2-7063-4B13-8D80-D76FA3E87091}"/>
          </ac:spMkLst>
        </pc:spChg>
        <pc:spChg chg="del">
          <ac:chgData name="Umesh Gupta" userId="35470c46-d51d-41c5-aa07-3535d40f1513" providerId="ADAL" clId="{109D4FBC-79F2-4BE9-A2B7-BCCF3566EC3F}" dt="2021-11-25T15:42:34.455" v="56" actId="478"/>
          <ac:spMkLst>
            <pc:docMk/>
            <pc:sldMk cId="3761358930" sldId="262"/>
            <ac:spMk id="4" creationId="{985FFA04-E5FC-444F-9387-09C7844A55EA}"/>
          </ac:spMkLst>
        </pc:spChg>
        <pc:spChg chg="add del mod">
          <ac:chgData name="Umesh Gupta" userId="35470c46-d51d-41c5-aa07-3535d40f1513" providerId="ADAL" clId="{109D4FBC-79F2-4BE9-A2B7-BCCF3566EC3F}" dt="2021-11-25T15:42:41.771" v="59" actId="478"/>
          <ac:spMkLst>
            <pc:docMk/>
            <pc:sldMk cId="3761358930" sldId="262"/>
            <ac:spMk id="70" creationId="{6B82750C-C546-4E20-9E2B-EDA0BE25F01C}"/>
          </ac:spMkLst>
        </pc:spChg>
        <pc:grpChg chg="del">
          <ac:chgData name="Umesh Gupta" userId="35470c46-d51d-41c5-aa07-3535d40f1513" providerId="ADAL" clId="{109D4FBC-79F2-4BE9-A2B7-BCCF3566EC3F}" dt="2021-11-25T15:42:46.180" v="64" actId="478"/>
          <ac:grpSpMkLst>
            <pc:docMk/>
            <pc:sldMk cId="3761358930" sldId="262"/>
            <ac:grpSpMk id="14" creationId="{DF85AE94-2286-4355-B979-8301196E1118}"/>
          </ac:grpSpMkLst>
        </pc:grpChg>
        <pc:grpChg chg="del">
          <ac:chgData name="Umesh Gupta" userId="35470c46-d51d-41c5-aa07-3535d40f1513" providerId="ADAL" clId="{109D4FBC-79F2-4BE9-A2B7-BCCF3566EC3F}" dt="2021-11-25T15:42:42.635" v="60" actId="478"/>
          <ac:grpSpMkLst>
            <pc:docMk/>
            <pc:sldMk cId="3761358930" sldId="262"/>
            <ac:grpSpMk id="21" creationId="{76F3EBA8-8C73-424F-93BE-8808EE5DB114}"/>
          </ac:grpSpMkLst>
        </pc:grpChg>
        <pc:grpChg chg="del">
          <ac:chgData name="Umesh Gupta" userId="35470c46-d51d-41c5-aa07-3535d40f1513" providerId="ADAL" clId="{109D4FBC-79F2-4BE9-A2B7-BCCF3566EC3F}" dt="2021-11-25T15:42:39.061" v="58" actId="478"/>
          <ac:grpSpMkLst>
            <pc:docMk/>
            <pc:sldMk cId="3761358930" sldId="262"/>
            <ac:grpSpMk id="37" creationId="{1D169DCB-C9B3-477E-9783-948BD57A631F}"/>
          </ac:grpSpMkLst>
        </pc:grpChg>
        <pc:grpChg chg="del">
          <ac:chgData name="Umesh Gupta" userId="35470c46-d51d-41c5-aa07-3535d40f1513" providerId="ADAL" clId="{109D4FBC-79F2-4BE9-A2B7-BCCF3566EC3F}" dt="2021-11-25T15:42:43.649" v="61" actId="478"/>
          <ac:grpSpMkLst>
            <pc:docMk/>
            <pc:sldMk cId="3761358930" sldId="262"/>
            <ac:grpSpMk id="56" creationId="{EB89E948-9DCA-4654-B678-9D1BB4F1E69B}"/>
          </ac:grpSpMkLst>
        </pc:grpChg>
        <pc:grpChg chg="del">
          <ac:chgData name="Umesh Gupta" userId="35470c46-d51d-41c5-aa07-3535d40f1513" providerId="ADAL" clId="{109D4FBC-79F2-4BE9-A2B7-BCCF3566EC3F}" dt="2021-11-25T15:42:37.916" v="57" actId="478"/>
          <ac:grpSpMkLst>
            <pc:docMk/>
            <pc:sldMk cId="3761358930" sldId="262"/>
            <ac:grpSpMk id="69" creationId="{F2921820-CD70-4CF5-A970-ED00A505E8D1}"/>
          </ac:grpSpMkLst>
        </pc:grpChg>
        <pc:grpChg chg="del">
          <ac:chgData name="Umesh Gupta" userId="35470c46-d51d-41c5-aa07-3535d40f1513" providerId="ADAL" clId="{109D4FBC-79F2-4BE9-A2B7-BCCF3566EC3F}" dt="2021-11-25T15:42:44.408" v="62" actId="478"/>
          <ac:grpSpMkLst>
            <pc:docMk/>
            <pc:sldMk cId="3761358930" sldId="262"/>
            <ac:grpSpMk id="71" creationId="{BB683792-1272-4988-9703-45FE381D46FE}"/>
          </ac:grpSpMkLst>
        </pc:grpChg>
        <pc:inkChg chg="del">
          <ac:chgData name="Umesh Gupta" userId="35470c46-d51d-41c5-aa07-3535d40f1513" providerId="ADAL" clId="{109D4FBC-79F2-4BE9-A2B7-BCCF3566EC3F}" dt="2021-11-25T15:42:45.335" v="63" actId="478"/>
          <ac:inkMkLst>
            <pc:docMk/>
            <pc:sldMk cId="3761358930" sldId="262"/>
            <ac:inkMk id="39" creationId="{A3B1F089-BBD2-4186-A4BB-F5DB381E9CC6}"/>
          </ac:inkMkLst>
        </pc:inkChg>
        <pc:inkChg chg="del">
          <ac:chgData name="Umesh Gupta" userId="35470c46-d51d-41c5-aa07-3535d40f1513" providerId="ADAL" clId="{109D4FBC-79F2-4BE9-A2B7-BCCF3566EC3F}" dt="2021-11-25T15:42:47.499" v="65" actId="478"/>
          <ac:inkMkLst>
            <pc:docMk/>
            <pc:sldMk cId="3761358930" sldId="262"/>
            <ac:inkMk id="87" creationId="{CD6CE92F-87B9-49F8-8F88-24AAEB638146}"/>
          </ac:inkMkLst>
        </pc:inkChg>
      </pc:sldChg>
      <pc:sldChg chg="del">
        <pc:chgData name="Umesh Gupta" userId="35470c46-d51d-41c5-aa07-3535d40f1513" providerId="ADAL" clId="{109D4FBC-79F2-4BE9-A2B7-BCCF3566EC3F}" dt="2021-11-26T05:13:49.232" v="644" actId="47"/>
        <pc:sldMkLst>
          <pc:docMk/>
          <pc:sldMk cId="961001399" sldId="263"/>
        </pc:sldMkLst>
      </pc:sldChg>
      <pc:sldChg chg="del">
        <pc:chgData name="Umesh Gupta" userId="35470c46-d51d-41c5-aa07-3535d40f1513" providerId="ADAL" clId="{109D4FBC-79F2-4BE9-A2B7-BCCF3566EC3F}" dt="2021-11-26T05:13:50.013" v="646" actId="47"/>
        <pc:sldMkLst>
          <pc:docMk/>
          <pc:sldMk cId="3878704839" sldId="264"/>
        </pc:sldMkLst>
      </pc:sldChg>
      <pc:sldChg chg="del">
        <pc:chgData name="Umesh Gupta" userId="35470c46-d51d-41c5-aa07-3535d40f1513" providerId="ADAL" clId="{109D4FBC-79F2-4BE9-A2B7-BCCF3566EC3F}" dt="2021-11-26T05:13:50.473" v="647" actId="47"/>
        <pc:sldMkLst>
          <pc:docMk/>
          <pc:sldMk cId="334168007" sldId="265"/>
        </pc:sldMkLst>
      </pc:sldChg>
      <pc:sldChg chg="del">
        <pc:chgData name="Umesh Gupta" userId="35470c46-d51d-41c5-aa07-3535d40f1513" providerId="ADAL" clId="{109D4FBC-79F2-4BE9-A2B7-BCCF3566EC3F}" dt="2021-11-26T05:13:50.980" v="648" actId="47"/>
        <pc:sldMkLst>
          <pc:docMk/>
          <pc:sldMk cId="3611644754" sldId="266"/>
        </pc:sldMkLst>
      </pc:sldChg>
      <pc:sldChg chg="del">
        <pc:chgData name="Umesh Gupta" userId="35470c46-d51d-41c5-aa07-3535d40f1513" providerId="ADAL" clId="{109D4FBC-79F2-4BE9-A2B7-BCCF3566EC3F}" dt="2021-11-26T05:13:49.630" v="645" actId="47"/>
        <pc:sldMkLst>
          <pc:docMk/>
          <pc:sldMk cId="4077131089" sldId="268"/>
        </pc:sldMkLst>
      </pc:sldChg>
      <pc:sldChg chg="addSp delSp modSp new mod setBg">
        <pc:chgData name="Umesh Gupta" userId="35470c46-d51d-41c5-aa07-3535d40f1513" providerId="ADAL" clId="{109D4FBC-79F2-4BE9-A2B7-BCCF3566EC3F}" dt="2021-11-25T16:05:24.888" v="182"/>
        <pc:sldMkLst>
          <pc:docMk/>
          <pc:sldMk cId="3495231613" sldId="269"/>
        </pc:sldMkLst>
        <pc:spChg chg="del">
          <ac:chgData name="Umesh Gupta" userId="35470c46-d51d-41c5-aa07-3535d40f1513" providerId="ADAL" clId="{109D4FBC-79F2-4BE9-A2B7-BCCF3566EC3F}" dt="2021-11-25T15:42:59.423" v="67"/>
          <ac:spMkLst>
            <pc:docMk/>
            <pc:sldMk cId="3495231613" sldId="269"/>
            <ac:spMk id="2" creationId="{FE640308-3AC0-447F-BADB-41EAF808541B}"/>
          </ac:spMkLst>
        </pc:spChg>
        <pc:spChg chg="mod ord">
          <ac:chgData name="Umesh Gupta" userId="35470c46-d51d-41c5-aa07-3535d40f1513" providerId="ADAL" clId="{109D4FBC-79F2-4BE9-A2B7-BCCF3566EC3F}" dt="2021-11-25T16:03:54.481" v="163"/>
          <ac:spMkLst>
            <pc:docMk/>
            <pc:sldMk cId="3495231613" sldId="269"/>
            <ac:spMk id="3" creationId="{F34D38D7-E930-4142-A1AF-F8209708C5FE}"/>
          </ac:spMkLst>
        </pc:spChg>
        <pc:spChg chg="add mod">
          <ac:chgData name="Umesh Gupta" userId="35470c46-d51d-41c5-aa07-3535d40f1513" providerId="ADAL" clId="{109D4FBC-79F2-4BE9-A2B7-BCCF3566EC3F}" dt="2021-11-25T15:45:21.430" v="79" actId="26606"/>
          <ac:spMkLst>
            <pc:docMk/>
            <pc:sldMk cId="3495231613" sldId="269"/>
            <ac:spMk id="4" creationId="{D3EDC3D4-CAFE-46CA-9EED-B3E14BDB37D9}"/>
          </ac:spMkLst>
        </pc:spChg>
        <pc:spChg chg="add del mod">
          <ac:chgData name="Umesh Gupta" userId="35470c46-d51d-41c5-aa07-3535d40f1513" providerId="ADAL" clId="{109D4FBC-79F2-4BE9-A2B7-BCCF3566EC3F}" dt="2021-11-25T15:43:07.162" v="69" actId="478"/>
          <ac:spMkLst>
            <pc:docMk/>
            <pc:sldMk cId="3495231613" sldId="269"/>
            <ac:spMk id="5" creationId="{1F4F8317-293D-429F-9CA5-3B5F767895C8}"/>
          </ac:spMkLst>
        </pc:spChg>
        <pc:spChg chg="add">
          <ac:chgData name="Umesh Gupta" userId="35470c46-d51d-41c5-aa07-3535d40f1513" providerId="ADAL" clId="{109D4FBC-79F2-4BE9-A2B7-BCCF3566EC3F}" dt="2021-11-25T15:45:21.430" v="79" actId="26606"/>
          <ac:spMkLst>
            <pc:docMk/>
            <pc:sldMk cId="3495231613" sldId="269"/>
            <ac:spMk id="9" creationId="{827B839B-9ADE-406B-8590-F1CAEDED45A1}"/>
          </ac:spMkLst>
        </pc:spChg>
        <pc:spChg chg="add">
          <ac:chgData name="Umesh Gupta" userId="35470c46-d51d-41c5-aa07-3535d40f1513" providerId="ADAL" clId="{109D4FBC-79F2-4BE9-A2B7-BCCF3566EC3F}" dt="2021-11-25T15:45:21.430" v="79" actId="26606"/>
          <ac:spMkLst>
            <pc:docMk/>
            <pc:sldMk cId="3495231613" sldId="269"/>
            <ac:spMk id="11" creationId="{CFE45BF0-46DB-408C-B5F7-7B11716805D4}"/>
          </ac:spMkLst>
        </pc:spChg>
        <pc:spChg chg="add">
          <ac:chgData name="Umesh Gupta" userId="35470c46-d51d-41c5-aa07-3535d40f1513" providerId="ADAL" clId="{109D4FBC-79F2-4BE9-A2B7-BCCF3566EC3F}" dt="2021-11-25T15:45:21.430" v="79" actId="26606"/>
          <ac:spMkLst>
            <pc:docMk/>
            <pc:sldMk cId="3495231613" sldId="269"/>
            <ac:spMk id="13" creationId="{2AEBC8F2-97B1-41B4-93F1-2D289E197FBA}"/>
          </ac:spMkLst>
        </pc:spChg>
        <pc:spChg chg="add">
          <ac:chgData name="Umesh Gupta" userId="35470c46-d51d-41c5-aa07-3535d40f1513" providerId="ADAL" clId="{109D4FBC-79F2-4BE9-A2B7-BCCF3566EC3F}" dt="2021-11-25T15:45:21.430" v="79" actId="26606"/>
          <ac:spMkLst>
            <pc:docMk/>
            <pc:sldMk cId="3495231613" sldId="269"/>
            <ac:spMk id="15" creationId="{472E3A19-F5D5-48FC-BB9C-48C2F68F598B}"/>
          </ac:spMkLst>
        </pc:spChg>
        <pc:spChg chg="add mod">
          <ac:chgData name="Umesh Gupta" userId="35470c46-d51d-41c5-aa07-3535d40f1513" providerId="ADAL" clId="{109D4FBC-79F2-4BE9-A2B7-BCCF3566EC3F}" dt="2021-11-25T16:05:24.888" v="182"/>
          <ac:spMkLst>
            <pc:docMk/>
            <pc:sldMk cId="3495231613" sldId="269"/>
            <ac:spMk id="16" creationId="{C03E6B3E-0A4B-4DBA-A8E0-07BA38CF20A7}"/>
          </ac:spMkLst>
        </pc:spChg>
        <pc:spChg chg="add">
          <ac:chgData name="Umesh Gupta" userId="35470c46-d51d-41c5-aa07-3535d40f1513" providerId="ADAL" clId="{109D4FBC-79F2-4BE9-A2B7-BCCF3566EC3F}" dt="2021-11-25T15:45:21.430" v="79" actId="26606"/>
          <ac:spMkLst>
            <pc:docMk/>
            <pc:sldMk cId="3495231613" sldId="269"/>
            <ac:spMk id="17" creationId="{7A62E32F-BB65-43A8-8EB5-92346890E549}"/>
          </ac:spMkLst>
        </pc:spChg>
        <pc:spChg chg="add">
          <ac:chgData name="Umesh Gupta" userId="35470c46-d51d-41c5-aa07-3535d40f1513" providerId="ADAL" clId="{109D4FBC-79F2-4BE9-A2B7-BCCF3566EC3F}" dt="2021-11-25T15:45:21.430" v="79" actId="26606"/>
          <ac:spMkLst>
            <pc:docMk/>
            <pc:sldMk cId="3495231613" sldId="269"/>
            <ac:spMk id="19" creationId="{14E91B64-9FCC-451E-AFB4-A827D6329367}"/>
          </ac:spMkLst>
        </pc:spChg>
        <pc:picChg chg="add mod">
          <ac:chgData name="Umesh Gupta" userId="35470c46-d51d-41c5-aa07-3535d40f1513" providerId="ADAL" clId="{109D4FBC-79F2-4BE9-A2B7-BCCF3566EC3F}" dt="2021-11-25T15:49:59.920" v="101" actId="1076"/>
          <ac:picMkLst>
            <pc:docMk/>
            <pc:sldMk cId="3495231613" sldId="269"/>
            <ac:picMk id="7" creationId="{B77827A8-87E0-4171-9532-61CCFA8EDA3C}"/>
          </ac:picMkLst>
        </pc:picChg>
        <pc:picChg chg="add mod">
          <ac:chgData name="Umesh Gupta" userId="35470c46-d51d-41c5-aa07-3535d40f1513" providerId="ADAL" clId="{109D4FBC-79F2-4BE9-A2B7-BCCF3566EC3F}" dt="2021-11-25T15:50:40.474" v="106" actId="14100"/>
          <ac:picMkLst>
            <pc:docMk/>
            <pc:sldMk cId="3495231613" sldId="269"/>
            <ac:picMk id="10" creationId="{4CCAF542-034D-4C12-A029-386DB9715172}"/>
          </ac:picMkLst>
        </pc:picChg>
      </pc:sldChg>
      <pc:sldChg chg="new del">
        <pc:chgData name="Umesh Gupta" userId="35470c46-d51d-41c5-aa07-3535d40f1513" providerId="ADAL" clId="{109D4FBC-79F2-4BE9-A2B7-BCCF3566EC3F}" dt="2021-11-26T05:13:52.178" v="649" actId="47"/>
        <pc:sldMkLst>
          <pc:docMk/>
          <pc:sldMk cId="516340322" sldId="270"/>
        </pc:sldMkLst>
      </pc:sldChg>
      <pc:sldChg chg="addSp delSp modSp add mod">
        <pc:chgData name="Umesh Gupta" userId="35470c46-d51d-41c5-aa07-3535d40f1513" providerId="ADAL" clId="{109D4FBC-79F2-4BE9-A2B7-BCCF3566EC3F}" dt="2021-11-25T17:31:22.163" v="207" actId="27107"/>
        <pc:sldMkLst>
          <pc:docMk/>
          <pc:sldMk cId="1805467867" sldId="271"/>
        </pc:sldMkLst>
        <pc:spChg chg="mod">
          <ac:chgData name="Umesh Gupta" userId="35470c46-d51d-41c5-aa07-3535d40f1513" providerId="ADAL" clId="{109D4FBC-79F2-4BE9-A2B7-BCCF3566EC3F}" dt="2021-11-25T17:31:22.163" v="207" actId="27107"/>
          <ac:spMkLst>
            <pc:docMk/>
            <pc:sldMk cId="1805467867" sldId="271"/>
            <ac:spMk id="3" creationId="{F34D38D7-E930-4142-A1AF-F8209708C5FE}"/>
          </ac:spMkLst>
        </pc:spChg>
        <pc:spChg chg="add del">
          <ac:chgData name="Umesh Gupta" userId="35470c46-d51d-41c5-aa07-3535d40f1513" providerId="ADAL" clId="{109D4FBC-79F2-4BE9-A2B7-BCCF3566EC3F}" dt="2021-11-25T16:04:26.999" v="165" actId="22"/>
          <ac:spMkLst>
            <pc:docMk/>
            <pc:sldMk cId="1805467867" sldId="271"/>
            <ac:spMk id="16" creationId="{881B0DC0-1682-4CB8-B1C3-C3FE84C3F452}"/>
          </ac:spMkLst>
        </pc:spChg>
        <pc:spChg chg="add del mod">
          <ac:chgData name="Umesh Gupta" userId="35470c46-d51d-41c5-aa07-3535d40f1513" providerId="ADAL" clId="{109D4FBC-79F2-4BE9-A2B7-BCCF3566EC3F}" dt="2021-11-25T16:05:22.328" v="181" actId="21"/>
          <ac:spMkLst>
            <pc:docMk/>
            <pc:sldMk cId="1805467867" sldId="271"/>
            <ac:spMk id="18" creationId="{255D1934-8676-4F74-B9E0-E7B785FB7DA5}"/>
          </ac:spMkLst>
        </pc:spChg>
        <pc:spChg chg="add mod">
          <ac:chgData name="Umesh Gupta" userId="35470c46-d51d-41c5-aa07-3535d40f1513" providerId="ADAL" clId="{109D4FBC-79F2-4BE9-A2B7-BCCF3566EC3F}" dt="2021-11-25T16:07:24.500" v="187" actId="113"/>
          <ac:spMkLst>
            <pc:docMk/>
            <pc:sldMk cId="1805467867" sldId="271"/>
            <ac:spMk id="20" creationId="{9EB60B74-4634-4445-B619-2AEDDE3E071E}"/>
          </ac:spMkLst>
        </pc:spChg>
        <pc:picChg chg="add mod">
          <ac:chgData name="Umesh Gupta" userId="35470c46-d51d-41c5-aa07-3535d40f1513" providerId="ADAL" clId="{109D4FBC-79F2-4BE9-A2B7-BCCF3566EC3F}" dt="2021-11-25T15:57:31.766" v="129" actId="1076"/>
          <ac:picMkLst>
            <pc:docMk/>
            <pc:sldMk cId="1805467867" sldId="271"/>
            <ac:picMk id="5" creationId="{8EF1624E-546A-4978-AED0-649C207A3C45}"/>
          </ac:picMkLst>
        </pc:picChg>
        <pc:picChg chg="del">
          <ac:chgData name="Umesh Gupta" userId="35470c46-d51d-41c5-aa07-3535d40f1513" providerId="ADAL" clId="{109D4FBC-79F2-4BE9-A2B7-BCCF3566EC3F}" dt="2021-11-25T15:57:17.333" v="124" actId="478"/>
          <ac:picMkLst>
            <pc:docMk/>
            <pc:sldMk cId="1805467867" sldId="271"/>
            <ac:picMk id="7" creationId="{B77827A8-87E0-4171-9532-61CCFA8EDA3C}"/>
          </ac:picMkLst>
        </pc:picChg>
        <pc:picChg chg="del mod">
          <ac:chgData name="Umesh Gupta" userId="35470c46-d51d-41c5-aa07-3535d40f1513" providerId="ADAL" clId="{109D4FBC-79F2-4BE9-A2B7-BCCF3566EC3F}" dt="2021-11-25T15:55:15.331" v="123" actId="478"/>
          <ac:picMkLst>
            <pc:docMk/>
            <pc:sldMk cId="1805467867" sldId="271"/>
            <ac:picMk id="10" creationId="{4CCAF542-034D-4C12-A029-386DB9715172}"/>
          </ac:picMkLst>
        </pc:picChg>
        <pc:picChg chg="add mod">
          <ac:chgData name="Umesh Gupta" userId="35470c46-d51d-41c5-aa07-3535d40f1513" providerId="ADAL" clId="{109D4FBC-79F2-4BE9-A2B7-BCCF3566EC3F}" dt="2021-11-25T15:57:39.720" v="131" actId="1076"/>
          <ac:picMkLst>
            <pc:docMk/>
            <pc:sldMk cId="1805467867" sldId="271"/>
            <ac:picMk id="14" creationId="{11EB0649-6C29-4D9E-87EA-D115C77D5063}"/>
          </ac:picMkLst>
        </pc:picChg>
      </pc:sldChg>
      <pc:sldChg chg="addSp delSp modSp add mod">
        <pc:chgData name="Umesh Gupta" userId="35470c46-d51d-41c5-aa07-3535d40f1513" providerId="ADAL" clId="{109D4FBC-79F2-4BE9-A2B7-BCCF3566EC3F}" dt="2021-11-25T16:09:01.809" v="190"/>
        <pc:sldMkLst>
          <pc:docMk/>
          <pc:sldMk cId="2049163942" sldId="272"/>
        </pc:sldMkLst>
        <pc:spChg chg="mod">
          <ac:chgData name="Umesh Gupta" userId="35470c46-d51d-41c5-aa07-3535d40f1513" providerId="ADAL" clId="{109D4FBC-79F2-4BE9-A2B7-BCCF3566EC3F}" dt="2021-11-25T16:08:20.982" v="189"/>
          <ac:spMkLst>
            <pc:docMk/>
            <pc:sldMk cId="2049163942" sldId="272"/>
            <ac:spMk id="3" creationId="{F34D38D7-E930-4142-A1AF-F8209708C5FE}"/>
          </ac:spMkLst>
        </pc:spChg>
        <pc:spChg chg="add mod">
          <ac:chgData name="Umesh Gupta" userId="35470c46-d51d-41c5-aa07-3535d40f1513" providerId="ADAL" clId="{109D4FBC-79F2-4BE9-A2B7-BCCF3566EC3F}" dt="2021-11-25T16:09:01.809" v="190"/>
          <ac:spMkLst>
            <pc:docMk/>
            <pc:sldMk cId="2049163942" sldId="272"/>
            <ac:spMk id="16" creationId="{F86BD108-533D-4B93-8902-F660A57D16BD}"/>
          </ac:spMkLst>
        </pc:spChg>
        <pc:picChg chg="del">
          <ac:chgData name="Umesh Gupta" userId="35470c46-d51d-41c5-aa07-3535d40f1513" providerId="ADAL" clId="{109D4FBC-79F2-4BE9-A2B7-BCCF3566EC3F}" dt="2021-11-25T16:00:12.754" v="149" actId="478"/>
          <ac:picMkLst>
            <pc:docMk/>
            <pc:sldMk cId="2049163942" sldId="272"/>
            <ac:picMk id="5" creationId="{8EF1624E-546A-4978-AED0-649C207A3C45}"/>
          </ac:picMkLst>
        </pc:picChg>
        <pc:picChg chg="add mod">
          <ac:chgData name="Umesh Gupta" userId="35470c46-d51d-41c5-aa07-3535d40f1513" providerId="ADAL" clId="{109D4FBC-79F2-4BE9-A2B7-BCCF3566EC3F}" dt="2021-11-25T16:00:19.436" v="153" actId="1076"/>
          <ac:picMkLst>
            <pc:docMk/>
            <pc:sldMk cId="2049163942" sldId="272"/>
            <ac:picMk id="6" creationId="{F58FE4EC-07EC-42D2-A036-881967069569}"/>
          </ac:picMkLst>
        </pc:picChg>
        <pc:picChg chg="mod">
          <ac:chgData name="Umesh Gupta" userId="35470c46-d51d-41c5-aa07-3535d40f1513" providerId="ADAL" clId="{109D4FBC-79F2-4BE9-A2B7-BCCF3566EC3F}" dt="2021-11-25T16:00:36.924" v="156" actId="1076"/>
          <ac:picMkLst>
            <pc:docMk/>
            <pc:sldMk cId="2049163942" sldId="272"/>
            <ac:picMk id="14" creationId="{11EB0649-6C29-4D9E-87EA-D115C77D5063}"/>
          </ac:picMkLst>
        </pc:picChg>
      </pc:sldChg>
      <pc:sldChg chg="addSp delSp modSp add mod">
        <pc:chgData name="Umesh Gupta" userId="35470c46-d51d-41c5-aa07-3535d40f1513" providerId="ADAL" clId="{109D4FBC-79F2-4BE9-A2B7-BCCF3566EC3F}" dt="2021-11-26T04:23:56.601" v="216" actId="1076"/>
        <pc:sldMkLst>
          <pc:docMk/>
          <pc:sldMk cId="4144946547" sldId="273"/>
        </pc:sldMkLst>
        <pc:spChg chg="mod">
          <ac:chgData name="Umesh Gupta" userId="35470c46-d51d-41c5-aa07-3535d40f1513" providerId="ADAL" clId="{109D4FBC-79F2-4BE9-A2B7-BCCF3566EC3F}" dt="2021-11-25T16:16:13.813" v="206" actId="20577"/>
          <ac:spMkLst>
            <pc:docMk/>
            <pc:sldMk cId="4144946547" sldId="273"/>
            <ac:spMk id="3" creationId="{F34D38D7-E930-4142-A1AF-F8209708C5FE}"/>
          </ac:spMkLst>
        </pc:spChg>
        <pc:picChg chg="add mod">
          <ac:chgData name="Umesh Gupta" userId="35470c46-d51d-41c5-aa07-3535d40f1513" providerId="ADAL" clId="{109D4FBC-79F2-4BE9-A2B7-BCCF3566EC3F}" dt="2021-11-26T04:23:56.601" v="216" actId="1076"/>
          <ac:picMkLst>
            <pc:docMk/>
            <pc:sldMk cId="4144946547" sldId="273"/>
            <ac:picMk id="5" creationId="{A5018283-D289-4251-858E-8DB101CBE69B}"/>
          </ac:picMkLst>
        </pc:picChg>
        <pc:picChg chg="del">
          <ac:chgData name="Umesh Gupta" userId="35470c46-d51d-41c5-aa07-3535d40f1513" providerId="ADAL" clId="{109D4FBC-79F2-4BE9-A2B7-BCCF3566EC3F}" dt="2021-11-26T03:39:35.897" v="208" actId="478"/>
          <ac:picMkLst>
            <pc:docMk/>
            <pc:sldMk cId="4144946547" sldId="273"/>
            <ac:picMk id="6" creationId="{F58FE4EC-07EC-42D2-A036-881967069569}"/>
          </ac:picMkLst>
        </pc:picChg>
        <pc:picChg chg="del">
          <ac:chgData name="Umesh Gupta" userId="35470c46-d51d-41c5-aa07-3535d40f1513" providerId="ADAL" clId="{109D4FBC-79F2-4BE9-A2B7-BCCF3566EC3F}" dt="2021-11-26T03:40:28.930" v="214" actId="478"/>
          <ac:picMkLst>
            <pc:docMk/>
            <pc:sldMk cId="4144946547" sldId="273"/>
            <ac:picMk id="14" creationId="{11EB0649-6C29-4D9E-87EA-D115C77D5063}"/>
          </ac:picMkLst>
        </pc:picChg>
      </pc:sldChg>
      <pc:sldChg chg="addSp delSp modSp add mod">
        <pc:chgData name="Umesh Gupta" userId="35470c46-d51d-41c5-aa07-3535d40f1513" providerId="ADAL" clId="{109D4FBC-79F2-4BE9-A2B7-BCCF3566EC3F}" dt="2021-11-26T04:26:08.481" v="229" actId="20577"/>
        <pc:sldMkLst>
          <pc:docMk/>
          <pc:sldMk cId="2286099591" sldId="274"/>
        </pc:sldMkLst>
        <pc:spChg chg="mod">
          <ac:chgData name="Umesh Gupta" userId="35470c46-d51d-41c5-aa07-3535d40f1513" providerId="ADAL" clId="{109D4FBC-79F2-4BE9-A2B7-BCCF3566EC3F}" dt="2021-11-26T04:26:08.481" v="229" actId="20577"/>
          <ac:spMkLst>
            <pc:docMk/>
            <pc:sldMk cId="2286099591" sldId="274"/>
            <ac:spMk id="3" creationId="{F34D38D7-E930-4142-A1AF-F8209708C5FE}"/>
          </ac:spMkLst>
        </pc:spChg>
        <pc:picChg chg="del">
          <ac:chgData name="Umesh Gupta" userId="35470c46-d51d-41c5-aa07-3535d40f1513" providerId="ADAL" clId="{109D4FBC-79F2-4BE9-A2B7-BCCF3566EC3F}" dt="2021-11-26T04:25:28.664" v="220" actId="478"/>
          <ac:picMkLst>
            <pc:docMk/>
            <pc:sldMk cId="2286099591" sldId="274"/>
            <ac:picMk id="5" creationId="{A5018283-D289-4251-858E-8DB101CBE69B}"/>
          </ac:picMkLst>
        </pc:picChg>
        <pc:picChg chg="add mod">
          <ac:chgData name="Umesh Gupta" userId="35470c46-d51d-41c5-aa07-3535d40f1513" providerId="ADAL" clId="{109D4FBC-79F2-4BE9-A2B7-BCCF3566EC3F}" dt="2021-11-26T04:25:33.320" v="224" actId="1076"/>
          <ac:picMkLst>
            <pc:docMk/>
            <pc:sldMk cId="2286099591" sldId="274"/>
            <ac:picMk id="6" creationId="{071C9EC0-A46A-45AA-901C-0B4E382FACC9}"/>
          </ac:picMkLst>
        </pc:picChg>
      </pc:sldChg>
      <pc:sldChg chg="addSp delSp modSp add del mod">
        <pc:chgData name="Umesh Gupta" userId="35470c46-d51d-41c5-aa07-3535d40f1513" providerId="ADAL" clId="{109D4FBC-79F2-4BE9-A2B7-BCCF3566EC3F}" dt="2021-11-26T04:29:15.378" v="308" actId="47"/>
        <pc:sldMkLst>
          <pc:docMk/>
          <pc:sldMk cId="2349585269" sldId="275"/>
        </pc:sldMkLst>
        <pc:spChg chg="mod">
          <ac:chgData name="Umesh Gupta" userId="35470c46-d51d-41c5-aa07-3535d40f1513" providerId="ADAL" clId="{109D4FBC-79F2-4BE9-A2B7-BCCF3566EC3F}" dt="2021-11-26T04:26:32.910" v="233"/>
          <ac:spMkLst>
            <pc:docMk/>
            <pc:sldMk cId="2349585269" sldId="275"/>
            <ac:spMk id="3" creationId="{F34D38D7-E930-4142-A1AF-F8209708C5FE}"/>
          </ac:spMkLst>
        </pc:spChg>
        <pc:picChg chg="add mod">
          <ac:chgData name="Umesh Gupta" userId="35470c46-d51d-41c5-aa07-3535d40f1513" providerId="ADAL" clId="{109D4FBC-79F2-4BE9-A2B7-BCCF3566EC3F}" dt="2021-11-26T04:26:55.524" v="238" actId="1076"/>
          <ac:picMkLst>
            <pc:docMk/>
            <pc:sldMk cId="2349585269" sldId="275"/>
            <ac:picMk id="5" creationId="{CB5FC824-ABE9-44A2-A31E-F2A82AF83C86}"/>
          </ac:picMkLst>
        </pc:picChg>
        <pc:picChg chg="del">
          <ac:chgData name="Umesh Gupta" userId="35470c46-d51d-41c5-aa07-3535d40f1513" providerId="ADAL" clId="{109D4FBC-79F2-4BE9-A2B7-BCCF3566EC3F}" dt="2021-11-26T04:26:52.387" v="234" actId="478"/>
          <ac:picMkLst>
            <pc:docMk/>
            <pc:sldMk cId="2349585269" sldId="275"/>
            <ac:picMk id="6" creationId="{071C9EC0-A46A-45AA-901C-0B4E382FACC9}"/>
          </ac:picMkLst>
        </pc:picChg>
      </pc:sldChg>
      <pc:sldChg chg="addSp modSp add mod">
        <pc:chgData name="Umesh Gupta" userId="35470c46-d51d-41c5-aa07-3535d40f1513" providerId="ADAL" clId="{109D4FBC-79F2-4BE9-A2B7-BCCF3566EC3F}" dt="2021-11-26T04:29:19.913" v="310" actId="20577"/>
        <pc:sldMkLst>
          <pc:docMk/>
          <pc:sldMk cId="2640588194" sldId="276"/>
        </pc:sldMkLst>
        <pc:spChg chg="mod">
          <ac:chgData name="Umesh Gupta" userId="35470c46-d51d-41c5-aa07-3535d40f1513" providerId="ADAL" clId="{109D4FBC-79F2-4BE9-A2B7-BCCF3566EC3F}" dt="2021-11-26T04:29:19.913" v="310" actId="20577"/>
          <ac:spMkLst>
            <pc:docMk/>
            <pc:sldMk cId="2640588194" sldId="276"/>
            <ac:spMk id="3" creationId="{F34D38D7-E930-4142-A1AF-F8209708C5FE}"/>
          </ac:spMkLst>
        </pc:spChg>
        <pc:spChg chg="add mod">
          <ac:chgData name="Umesh Gupta" userId="35470c46-d51d-41c5-aa07-3535d40f1513" providerId="ADAL" clId="{109D4FBC-79F2-4BE9-A2B7-BCCF3566EC3F}" dt="2021-11-26T04:28:48.592" v="306" actId="6549"/>
          <ac:spMkLst>
            <pc:docMk/>
            <pc:sldMk cId="2640588194" sldId="276"/>
            <ac:spMk id="14" creationId="{E5286DC8-180A-4A6B-A8D4-CF100B390BC9}"/>
          </ac:spMkLst>
        </pc:spChg>
        <pc:picChg chg="add mod">
          <ac:chgData name="Umesh Gupta" userId="35470c46-d51d-41c5-aa07-3535d40f1513" providerId="ADAL" clId="{109D4FBC-79F2-4BE9-A2B7-BCCF3566EC3F}" dt="2021-11-26T04:28:54.078" v="307" actId="1076"/>
          <ac:picMkLst>
            <pc:docMk/>
            <pc:sldMk cId="2640588194" sldId="276"/>
            <ac:picMk id="6" creationId="{0849E047-87A5-4015-9775-60B25AF7E531}"/>
          </ac:picMkLst>
        </pc:picChg>
      </pc:sldChg>
      <pc:sldChg chg="addSp delSp modSp add mod">
        <pc:chgData name="Umesh Gupta" userId="35470c46-d51d-41c5-aa07-3535d40f1513" providerId="ADAL" clId="{109D4FBC-79F2-4BE9-A2B7-BCCF3566EC3F}" dt="2021-11-26T04:35:32.674" v="373" actId="20577"/>
        <pc:sldMkLst>
          <pc:docMk/>
          <pc:sldMk cId="2767228409" sldId="277"/>
        </pc:sldMkLst>
        <pc:spChg chg="mod">
          <ac:chgData name="Umesh Gupta" userId="35470c46-d51d-41c5-aa07-3535d40f1513" providerId="ADAL" clId="{109D4FBC-79F2-4BE9-A2B7-BCCF3566EC3F}" dt="2021-11-26T04:35:32.674" v="373" actId="20577"/>
          <ac:spMkLst>
            <pc:docMk/>
            <pc:sldMk cId="2767228409" sldId="277"/>
            <ac:spMk id="3" creationId="{F34D38D7-E930-4142-A1AF-F8209708C5FE}"/>
          </ac:spMkLst>
        </pc:spChg>
        <pc:spChg chg="del">
          <ac:chgData name="Umesh Gupta" userId="35470c46-d51d-41c5-aa07-3535d40f1513" providerId="ADAL" clId="{109D4FBC-79F2-4BE9-A2B7-BCCF3566EC3F}" dt="2021-11-26T04:30:35.212" v="318" actId="478"/>
          <ac:spMkLst>
            <pc:docMk/>
            <pc:sldMk cId="2767228409" sldId="277"/>
            <ac:spMk id="14" creationId="{E5286DC8-180A-4A6B-A8D4-CF100B390BC9}"/>
          </ac:spMkLst>
        </pc:spChg>
        <pc:picChg chg="del">
          <ac:chgData name="Umesh Gupta" userId="35470c46-d51d-41c5-aa07-3535d40f1513" providerId="ADAL" clId="{109D4FBC-79F2-4BE9-A2B7-BCCF3566EC3F}" dt="2021-11-26T04:30:33.501" v="317" actId="478"/>
          <ac:picMkLst>
            <pc:docMk/>
            <pc:sldMk cId="2767228409" sldId="277"/>
            <ac:picMk id="5" creationId="{CB5FC824-ABE9-44A2-A31E-F2A82AF83C86}"/>
          </ac:picMkLst>
        </pc:picChg>
        <pc:picChg chg="del">
          <ac:chgData name="Umesh Gupta" userId="35470c46-d51d-41c5-aa07-3535d40f1513" providerId="ADAL" clId="{109D4FBC-79F2-4BE9-A2B7-BCCF3566EC3F}" dt="2021-11-26T04:30:35.934" v="319" actId="478"/>
          <ac:picMkLst>
            <pc:docMk/>
            <pc:sldMk cId="2767228409" sldId="277"/>
            <ac:picMk id="6" creationId="{0849E047-87A5-4015-9775-60B25AF7E531}"/>
          </ac:picMkLst>
        </pc:picChg>
        <pc:picChg chg="add mod">
          <ac:chgData name="Umesh Gupta" userId="35470c46-d51d-41c5-aa07-3535d40f1513" providerId="ADAL" clId="{109D4FBC-79F2-4BE9-A2B7-BCCF3566EC3F}" dt="2021-11-26T04:31:21.518" v="332" actId="14100"/>
          <ac:picMkLst>
            <pc:docMk/>
            <pc:sldMk cId="2767228409" sldId="277"/>
            <ac:picMk id="7" creationId="{40E224E1-C2A2-4AF0-B4D6-1F3CA6BB2500}"/>
          </ac:picMkLst>
        </pc:picChg>
        <pc:picChg chg="add mod">
          <ac:chgData name="Umesh Gupta" userId="35470c46-d51d-41c5-aa07-3535d40f1513" providerId="ADAL" clId="{109D4FBC-79F2-4BE9-A2B7-BCCF3566EC3F}" dt="2021-11-26T04:31:52.572" v="337" actId="1076"/>
          <ac:picMkLst>
            <pc:docMk/>
            <pc:sldMk cId="2767228409" sldId="277"/>
            <ac:picMk id="10" creationId="{AC7A375D-64F8-4AD6-947B-2B37BD6F0A24}"/>
          </ac:picMkLst>
        </pc:picChg>
      </pc:sldChg>
      <pc:sldChg chg="addSp delSp modSp add mod">
        <pc:chgData name="Umesh Gupta" userId="35470c46-d51d-41c5-aa07-3535d40f1513" providerId="ADAL" clId="{109D4FBC-79F2-4BE9-A2B7-BCCF3566EC3F}" dt="2021-11-26T04:42:23.526" v="402" actId="1076"/>
        <pc:sldMkLst>
          <pc:docMk/>
          <pc:sldMk cId="468514162" sldId="278"/>
        </pc:sldMkLst>
        <pc:spChg chg="mod">
          <ac:chgData name="Umesh Gupta" userId="35470c46-d51d-41c5-aa07-3535d40f1513" providerId="ADAL" clId="{109D4FBC-79F2-4BE9-A2B7-BCCF3566EC3F}" dt="2021-11-26T04:37:13.090" v="388" actId="20577"/>
          <ac:spMkLst>
            <pc:docMk/>
            <pc:sldMk cId="468514162" sldId="278"/>
            <ac:spMk id="3" creationId="{F34D38D7-E930-4142-A1AF-F8209708C5FE}"/>
          </ac:spMkLst>
        </pc:spChg>
        <pc:picChg chg="add mod">
          <ac:chgData name="Umesh Gupta" userId="35470c46-d51d-41c5-aa07-3535d40f1513" providerId="ADAL" clId="{109D4FBC-79F2-4BE9-A2B7-BCCF3566EC3F}" dt="2021-11-26T04:41:39.381" v="396" actId="1076"/>
          <ac:picMkLst>
            <pc:docMk/>
            <pc:sldMk cId="468514162" sldId="278"/>
            <ac:picMk id="5" creationId="{9175C7C0-D455-4087-AC4F-301635E5AB75}"/>
          </ac:picMkLst>
        </pc:picChg>
        <pc:picChg chg="del">
          <ac:chgData name="Umesh Gupta" userId="35470c46-d51d-41c5-aa07-3535d40f1513" providerId="ADAL" clId="{109D4FBC-79F2-4BE9-A2B7-BCCF3566EC3F}" dt="2021-11-26T04:37:15.141" v="389" actId="478"/>
          <ac:picMkLst>
            <pc:docMk/>
            <pc:sldMk cId="468514162" sldId="278"/>
            <ac:picMk id="7" creationId="{40E224E1-C2A2-4AF0-B4D6-1F3CA6BB2500}"/>
          </ac:picMkLst>
        </pc:picChg>
        <pc:picChg chg="add mod">
          <ac:chgData name="Umesh Gupta" userId="35470c46-d51d-41c5-aa07-3535d40f1513" providerId="ADAL" clId="{109D4FBC-79F2-4BE9-A2B7-BCCF3566EC3F}" dt="2021-11-26T04:42:23.526" v="402" actId="1076"/>
          <ac:picMkLst>
            <pc:docMk/>
            <pc:sldMk cId="468514162" sldId="278"/>
            <ac:picMk id="8" creationId="{1750087C-F1AE-4C46-987C-AB83DAEB85EC}"/>
          </ac:picMkLst>
        </pc:picChg>
        <pc:picChg chg="del">
          <ac:chgData name="Umesh Gupta" userId="35470c46-d51d-41c5-aa07-3535d40f1513" providerId="ADAL" clId="{109D4FBC-79F2-4BE9-A2B7-BCCF3566EC3F}" dt="2021-11-26T04:37:15.902" v="390" actId="478"/>
          <ac:picMkLst>
            <pc:docMk/>
            <pc:sldMk cId="468514162" sldId="278"/>
            <ac:picMk id="10" creationId="{AC7A375D-64F8-4AD6-947B-2B37BD6F0A24}"/>
          </ac:picMkLst>
        </pc:picChg>
      </pc:sldChg>
      <pc:sldChg chg="delSp modSp add del mod">
        <pc:chgData name="Umesh Gupta" userId="35470c46-d51d-41c5-aa07-3535d40f1513" providerId="ADAL" clId="{109D4FBC-79F2-4BE9-A2B7-BCCF3566EC3F}" dt="2021-11-26T04:35:37.441" v="374" actId="47"/>
        <pc:sldMkLst>
          <pc:docMk/>
          <pc:sldMk cId="4256872461" sldId="278"/>
        </pc:sldMkLst>
        <pc:spChg chg="mod">
          <ac:chgData name="Umesh Gupta" userId="35470c46-d51d-41c5-aa07-3535d40f1513" providerId="ADAL" clId="{109D4FBC-79F2-4BE9-A2B7-BCCF3566EC3F}" dt="2021-11-26T04:34:46.593" v="366" actId="20577"/>
          <ac:spMkLst>
            <pc:docMk/>
            <pc:sldMk cId="4256872461" sldId="278"/>
            <ac:spMk id="3" creationId="{F34D38D7-E930-4142-A1AF-F8209708C5FE}"/>
          </ac:spMkLst>
        </pc:spChg>
        <pc:picChg chg="del">
          <ac:chgData name="Umesh Gupta" userId="35470c46-d51d-41c5-aa07-3535d40f1513" providerId="ADAL" clId="{109D4FBC-79F2-4BE9-A2B7-BCCF3566EC3F}" dt="2021-11-26T04:33:09.886" v="340" actId="478"/>
          <ac:picMkLst>
            <pc:docMk/>
            <pc:sldMk cId="4256872461" sldId="278"/>
            <ac:picMk id="7" creationId="{40E224E1-C2A2-4AF0-B4D6-1F3CA6BB2500}"/>
          </ac:picMkLst>
        </pc:picChg>
        <pc:picChg chg="del">
          <ac:chgData name="Umesh Gupta" userId="35470c46-d51d-41c5-aa07-3535d40f1513" providerId="ADAL" clId="{109D4FBC-79F2-4BE9-A2B7-BCCF3566EC3F}" dt="2021-11-26T04:33:09.267" v="339" actId="478"/>
          <ac:picMkLst>
            <pc:docMk/>
            <pc:sldMk cId="4256872461" sldId="278"/>
            <ac:picMk id="10" creationId="{AC7A375D-64F8-4AD6-947B-2B37BD6F0A24}"/>
          </ac:picMkLst>
        </pc:picChg>
      </pc:sldChg>
      <pc:sldChg chg="modSp add mod">
        <pc:chgData name="Umesh Gupta" userId="35470c46-d51d-41c5-aa07-3535d40f1513" providerId="ADAL" clId="{109D4FBC-79F2-4BE9-A2B7-BCCF3566EC3F}" dt="2021-11-26T04:48:59.499" v="420" actId="20577"/>
        <pc:sldMkLst>
          <pc:docMk/>
          <pc:sldMk cId="1960820701" sldId="279"/>
        </pc:sldMkLst>
        <pc:spChg chg="mod">
          <ac:chgData name="Umesh Gupta" userId="35470c46-d51d-41c5-aa07-3535d40f1513" providerId="ADAL" clId="{109D4FBC-79F2-4BE9-A2B7-BCCF3566EC3F}" dt="2021-11-26T04:48:59.499" v="420" actId="20577"/>
          <ac:spMkLst>
            <pc:docMk/>
            <pc:sldMk cId="1960820701" sldId="279"/>
            <ac:spMk id="3" creationId="{F34D38D7-E930-4142-A1AF-F8209708C5FE}"/>
          </ac:spMkLst>
        </pc:spChg>
      </pc:sldChg>
      <pc:sldChg chg="addSp delSp modSp add del mod">
        <pc:chgData name="Umesh Gupta" userId="35470c46-d51d-41c5-aa07-3535d40f1513" providerId="ADAL" clId="{109D4FBC-79F2-4BE9-A2B7-BCCF3566EC3F}" dt="2021-11-26T04:52:55.088" v="426" actId="47"/>
        <pc:sldMkLst>
          <pc:docMk/>
          <pc:sldMk cId="1638206188" sldId="280"/>
        </pc:sldMkLst>
        <pc:spChg chg="del">
          <ac:chgData name="Umesh Gupta" userId="35470c46-d51d-41c5-aa07-3535d40f1513" providerId="ADAL" clId="{109D4FBC-79F2-4BE9-A2B7-BCCF3566EC3F}" dt="2021-11-26T04:52:41.005" v="422" actId="478"/>
          <ac:spMkLst>
            <pc:docMk/>
            <pc:sldMk cId="1638206188" sldId="280"/>
            <ac:spMk id="3" creationId="{F34D38D7-E930-4142-A1AF-F8209708C5FE}"/>
          </ac:spMkLst>
        </pc:spChg>
        <pc:spChg chg="del">
          <ac:chgData name="Umesh Gupta" userId="35470c46-d51d-41c5-aa07-3535d40f1513" providerId="ADAL" clId="{109D4FBC-79F2-4BE9-A2B7-BCCF3566EC3F}" dt="2021-11-26T04:52:43.896" v="423" actId="478"/>
          <ac:spMkLst>
            <pc:docMk/>
            <pc:sldMk cId="1638206188" sldId="280"/>
            <ac:spMk id="4" creationId="{D3EDC3D4-CAFE-46CA-9EED-B3E14BDB37D9}"/>
          </ac:spMkLst>
        </pc:spChg>
        <pc:spChg chg="add mod">
          <ac:chgData name="Umesh Gupta" userId="35470c46-d51d-41c5-aa07-3535d40f1513" providerId="ADAL" clId="{109D4FBC-79F2-4BE9-A2B7-BCCF3566EC3F}" dt="2021-11-26T04:52:41.005" v="422" actId="478"/>
          <ac:spMkLst>
            <pc:docMk/>
            <pc:sldMk cId="1638206188" sldId="280"/>
            <ac:spMk id="6" creationId="{7688EC94-AA3B-47AE-97C2-3F112BF9C79C}"/>
          </ac:spMkLst>
        </pc:spChg>
        <pc:spChg chg="add del mod">
          <ac:chgData name="Umesh Gupta" userId="35470c46-d51d-41c5-aa07-3535d40f1513" providerId="ADAL" clId="{109D4FBC-79F2-4BE9-A2B7-BCCF3566EC3F}" dt="2021-11-26T04:52:46.979" v="424" actId="478"/>
          <ac:spMkLst>
            <pc:docMk/>
            <pc:sldMk cId="1638206188" sldId="280"/>
            <ac:spMk id="10" creationId="{F9D0BD53-8792-408C-8C58-71F2F1F9BE1C}"/>
          </ac:spMkLst>
        </pc:spChg>
      </pc:sldChg>
      <pc:sldChg chg="addSp modSp new mod">
        <pc:chgData name="Umesh Gupta" userId="35470c46-d51d-41c5-aa07-3535d40f1513" providerId="ADAL" clId="{109D4FBC-79F2-4BE9-A2B7-BCCF3566EC3F}" dt="2021-11-26T04:56:17.283" v="471" actId="2711"/>
        <pc:sldMkLst>
          <pc:docMk/>
          <pc:sldMk cId="167336917" sldId="281"/>
        </pc:sldMkLst>
        <pc:spChg chg="add mod">
          <ac:chgData name="Umesh Gupta" userId="35470c46-d51d-41c5-aa07-3535d40f1513" providerId="ADAL" clId="{109D4FBC-79F2-4BE9-A2B7-BCCF3566EC3F}" dt="2021-11-26T04:56:17.283" v="471" actId="2711"/>
          <ac:spMkLst>
            <pc:docMk/>
            <pc:sldMk cId="167336917" sldId="281"/>
            <ac:spMk id="3" creationId="{1C31AAAB-8F1A-4B3B-B6DD-A2DB35902BE4}"/>
          </ac:spMkLst>
        </pc:spChg>
        <pc:spChg chg="add mod">
          <ac:chgData name="Umesh Gupta" userId="35470c46-d51d-41c5-aa07-3535d40f1513" providerId="ADAL" clId="{109D4FBC-79F2-4BE9-A2B7-BCCF3566EC3F}" dt="2021-11-26T04:56:10.566" v="470" actId="2711"/>
          <ac:spMkLst>
            <pc:docMk/>
            <pc:sldMk cId="167336917" sldId="281"/>
            <ac:spMk id="6" creationId="{ECB7FAAA-5836-405D-9D63-24902E3B773D}"/>
          </ac:spMkLst>
        </pc:spChg>
        <pc:spChg chg="add mod">
          <ac:chgData name="Umesh Gupta" userId="35470c46-d51d-41c5-aa07-3535d40f1513" providerId="ADAL" clId="{109D4FBC-79F2-4BE9-A2B7-BCCF3566EC3F}" dt="2021-11-26T04:55:57.216" v="468" actId="2711"/>
          <ac:spMkLst>
            <pc:docMk/>
            <pc:sldMk cId="167336917" sldId="281"/>
            <ac:spMk id="9" creationId="{935CB7D5-C9F1-41A7-BFB9-B9E0623A2F21}"/>
          </ac:spMkLst>
        </pc:spChg>
        <pc:spChg chg="add mod">
          <ac:chgData name="Umesh Gupta" userId="35470c46-d51d-41c5-aa07-3535d40f1513" providerId="ADAL" clId="{109D4FBC-79F2-4BE9-A2B7-BCCF3566EC3F}" dt="2021-11-26T04:56:03.173" v="469" actId="2711"/>
          <ac:spMkLst>
            <pc:docMk/>
            <pc:sldMk cId="167336917" sldId="281"/>
            <ac:spMk id="11" creationId="{90685E5C-CB48-4767-AEA4-A26BA21BDCF5}"/>
          </ac:spMkLst>
        </pc:spChg>
        <pc:picChg chg="add mod">
          <ac:chgData name="Umesh Gupta" userId="35470c46-d51d-41c5-aa07-3535d40f1513" providerId="ADAL" clId="{109D4FBC-79F2-4BE9-A2B7-BCCF3566EC3F}" dt="2021-11-26T04:54:08.838" v="441" actId="1076"/>
          <ac:picMkLst>
            <pc:docMk/>
            <pc:sldMk cId="167336917" sldId="281"/>
            <ac:picMk id="1026" creationId="{8FD33B44-9415-4B12-9ACA-C5DB02AB3872}"/>
          </ac:picMkLst>
        </pc:picChg>
        <pc:picChg chg="add mod">
          <ac:chgData name="Umesh Gupta" userId="35470c46-d51d-41c5-aa07-3535d40f1513" providerId="ADAL" clId="{109D4FBC-79F2-4BE9-A2B7-BCCF3566EC3F}" dt="2021-11-26T04:54:11.684" v="442" actId="1076"/>
          <ac:picMkLst>
            <pc:docMk/>
            <pc:sldMk cId="167336917" sldId="281"/>
            <ac:picMk id="1028" creationId="{37E39B82-9F3D-4867-8EAA-281638F81A81}"/>
          </ac:picMkLst>
        </pc:picChg>
      </pc:sldChg>
      <pc:sldChg chg="addSp modSp new mod">
        <pc:chgData name="Umesh Gupta" userId="35470c46-d51d-41c5-aa07-3535d40f1513" providerId="ADAL" clId="{109D4FBC-79F2-4BE9-A2B7-BCCF3566EC3F}" dt="2021-11-26T05:08:27.587" v="589" actId="1076"/>
        <pc:sldMkLst>
          <pc:docMk/>
          <pc:sldMk cId="1818814501" sldId="282"/>
        </pc:sldMkLst>
        <pc:spChg chg="add mod">
          <ac:chgData name="Umesh Gupta" userId="35470c46-d51d-41c5-aa07-3535d40f1513" providerId="ADAL" clId="{109D4FBC-79F2-4BE9-A2B7-BCCF3566EC3F}" dt="2021-11-26T05:07:57.990" v="584" actId="2711"/>
          <ac:spMkLst>
            <pc:docMk/>
            <pc:sldMk cId="1818814501" sldId="282"/>
            <ac:spMk id="3" creationId="{4D30BF10-E0AD-48FB-A8DD-A42D96D88045}"/>
          </ac:spMkLst>
        </pc:spChg>
        <pc:spChg chg="add mod">
          <ac:chgData name="Umesh Gupta" userId="35470c46-d51d-41c5-aa07-3535d40f1513" providerId="ADAL" clId="{109D4FBC-79F2-4BE9-A2B7-BCCF3566EC3F}" dt="2021-11-26T05:07:45.356" v="582" actId="123"/>
          <ac:spMkLst>
            <pc:docMk/>
            <pc:sldMk cId="1818814501" sldId="282"/>
            <ac:spMk id="6" creationId="{C838218D-EBF2-4010-A943-1114EC7C6B8F}"/>
          </ac:spMkLst>
        </pc:spChg>
        <pc:spChg chg="add mod">
          <ac:chgData name="Umesh Gupta" userId="35470c46-d51d-41c5-aa07-3535d40f1513" providerId="ADAL" clId="{109D4FBC-79F2-4BE9-A2B7-BCCF3566EC3F}" dt="2021-11-26T05:08:21.850" v="587" actId="1076"/>
          <ac:spMkLst>
            <pc:docMk/>
            <pc:sldMk cId="1818814501" sldId="282"/>
            <ac:spMk id="8" creationId="{B0B9B15C-E09B-4E81-9928-A3AA7D128D87}"/>
          </ac:spMkLst>
        </pc:spChg>
        <pc:spChg chg="add mod">
          <ac:chgData name="Umesh Gupta" userId="35470c46-d51d-41c5-aa07-3535d40f1513" providerId="ADAL" clId="{109D4FBC-79F2-4BE9-A2B7-BCCF3566EC3F}" dt="2021-11-26T05:08:24.169" v="588" actId="1076"/>
          <ac:spMkLst>
            <pc:docMk/>
            <pc:sldMk cId="1818814501" sldId="282"/>
            <ac:spMk id="10" creationId="{68F0AA6E-FBFA-4621-8B3B-815B235521F2}"/>
          </ac:spMkLst>
        </pc:spChg>
        <pc:picChg chg="add mod">
          <ac:chgData name="Umesh Gupta" userId="35470c46-d51d-41c5-aa07-3535d40f1513" providerId="ADAL" clId="{109D4FBC-79F2-4BE9-A2B7-BCCF3566EC3F}" dt="2021-11-26T04:57:19.616" v="478" actId="1076"/>
          <ac:picMkLst>
            <pc:docMk/>
            <pc:sldMk cId="1818814501" sldId="282"/>
            <ac:picMk id="2050" creationId="{42453EB9-6214-49AD-B97C-48F33AA65500}"/>
          </ac:picMkLst>
        </pc:picChg>
        <pc:picChg chg="add mod">
          <ac:chgData name="Umesh Gupta" userId="35470c46-d51d-41c5-aa07-3535d40f1513" providerId="ADAL" clId="{109D4FBC-79F2-4BE9-A2B7-BCCF3566EC3F}" dt="2021-11-26T05:08:27.587" v="589" actId="1076"/>
          <ac:picMkLst>
            <pc:docMk/>
            <pc:sldMk cId="1818814501" sldId="282"/>
            <ac:picMk id="2052" creationId="{A34AAC3B-2B25-45B7-B0C9-28B46B629589}"/>
          </ac:picMkLst>
        </pc:picChg>
      </pc:sldChg>
      <pc:sldChg chg="addSp modSp new mod">
        <pc:chgData name="Umesh Gupta" userId="35470c46-d51d-41c5-aa07-3535d40f1513" providerId="ADAL" clId="{109D4FBC-79F2-4BE9-A2B7-BCCF3566EC3F}" dt="2021-11-26T05:10:33.075" v="618" actId="14100"/>
        <pc:sldMkLst>
          <pc:docMk/>
          <pc:sldMk cId="1230208938" sldId="283"/>
        </pc:sldMkLst>
        <pc:spChg chg="add mod">
          <ac:chgData name="Umesh Gupta" userId="35470c46-d51d-41c5-aa07-3535d40f1513" providerId="ADAL" clId="{109D4FBC-79F2-4BE9-A2B7-BCCF3566EC3F}" dt="2021-11-26T05:08:52.125" v="594" actId="2711"/>
          <ac:spMkLst>
            <pc:docMk/>
            <pc:sldMk cId="1230208938" sldId="283"/>
            <ac:spMk id="3" creationId="{6D2290C8-F40D-4CA5-A425-AE7BAAD331CE}"/>
          </ac:spMkLst>
        </pc:spChg>
        <pc:spChg chg="add mod">
          <ac:chgData name="Umesh Gupta" userId="35470c46-d51d-41c5-aa07-3535d40f1513" providerId="ADAL" clId="{109D4FBC-79F2-4BE9-A2B7-BCCF3566EC3F}" dt="2021-11-26T05:09:47.747" v="606" actId="1076"/>
          <ac:spMkLst>
            <pc:docMk/>
            <pc:sldMk cId="1230208938" sldId="283"/>
            <ac:spMk id="5" creationId="{850F60B0-A2F4-4DCB-8CC0-6F4C0E91C592}"/>
          </ac:spMkLst>
        </pc:spChg>
        <pc:spChg chg="add mod">
          <ac:chgData name="Umesh Gupta" userId="35470c46-d51d-41c5-aa07-3535d40f1513" providerId="ADAL" clId="{109D4FBC-79F2-4BE9-A2B7-BCCF3566EC3F}" dt="2021-11-26T05:09:37.571" v="604" actId="14100"/>
          <ac:spMkLst>
            <pc:docMk/>
            <pc:sldMk cId="1230208938" sldId="283"/>
            <ac:spMk id="9" creationId="{62368C36-E9F8-4D78-A958-6FD051A30583}"/>
          </ac:spMkLst>
        </pc:spChg>
        <pc:spChg chg="add mod">
          <ac:chgData name="Umesh Gupta" userId="35470c46-d51d-41c5-aa07-3535d40f1513" providerId="ADAL" clId="{109D4FBC-79F2-4BE9-A2B7-BCCF3566EC3F}" dt="2021-11-26T05:09:19.394" v="600" actId="2711"/>
          <ac:spMkLst>
            <pc:docMk/>
            <pc:sldMk cId="1230208938" sldId="283"/>
            <ac:spMk id="12" creationId="{53AADF3B-EAE2-4591-B596-7E6D7F7F6789}"/>
          </ac:spMkLst>
        </pc:spChg>
        <pc:spChg chg="add mod">
          <ac:chgData name="Umesh Gupta" userId="35470c46-d51d-41c5-aa07-3535d40f1513" providerId="ADAL" clId="{109D4FBC-79F2-4BE9-A2B7-BCCF3566EC3F}" dt="2021-11-26T05:09:32.829" v="603" actId="123"/>
          <ac:spMkLst>
            <pc:docMk/>
            <pc:sldMk cId="1230208938" sldId="283"/>
            <ac:spMk id="14" creationId="{7CCFFADA-9552-4A52-9A28-371124D8EAEF}"/>
          </ac:spMkLst>
        </pc:spChg>
        <pc:spChg chg="add mod">
          <ac:chgData name="Umesh Gupta" userId="35470c46-d51d-41c5-aa07-3535d40f1513" providerId="ADAL" clId="{109D4FBC-79F2-4BE9-A2B7-BCCF3566EC3F}" dt="2021-11-26T05:09:59.480" v="609" actId="123"/>
          <ac:spMkLst>
            <pc:docMk/>
            <pc:sldMk cId="1230208938" sldId="283"/>
            <ac:spMk id="16" creationId="{7546CE6E-0505-41B4-9C68-19F967E362F4}"/>
          </ac:spMkLst>
        </pc:spChg>
        <pc:spChg chg="add mod">
          <ac:chgData name="Umesh Gupta" userId="35470c46-d51d-41c5-aa07-3535d40f1513" providerId="ADAL" clId="{109D4FBC-79F2-4BE9-A2B7-BCCF3566EC3F}" dt="2021-11-26T05:10:28.502" v="617" actId="14100"/>
          <ac:spMkLst>
            <pc:docMk/>
            <pc:sldMk cId="1230208938" sldId="283"/>
            <ac:spMk id="20" creationId="{F70A7415-F2AC-49B8-91E0-664C53F8D347}"/>
          </ac:spMkLst>
        </pc:spChg>
        <pc:picChg chg="add mod">
          <ac:chgData name="Umesh Gupta" userId="35470c46-d51d-41c5-aa07-3535d40f1513" providerId="ADAL" clId="{109D4FBC-79F2-4BE9-A2B7-BCCF3566EC3F}" dt="2021-11-26T05:08:57.278" v="595" actId="1076"/>
          <ac:picMkLst>
            <pc:docMk/>
            <pc:sldMk cId="1230208938" sldId="283"/>
            <ac:picMk id="7" creationId="{A271C3D0-7C6A-4618-9815-3A88F5235202}"/>
          </ac:picMkLst>
        </pc:picChg>
        <pc:picChg chg="add mod">
          <ac:chgData name="Umesh Gupta" userId="35470c46-d51d-41c5-aa07-3535d40f1513" providerId="ADAL" clId="{109D4FBC-79F2-4BE9-A2B7-BCCF3566EC3F}" dt="2021-11-26T05:10:04.120" v="610" actId="1076"/>
          <ac:picMkLst>
            <pc:docMk/>
            <pc:sldMk cId="1230208938" sldId="283"/>
            <ac:picMk id="17" creationId="{76AB8CA2-2D8E-4067-A359-226A13D1096D}"/>
          </ac:picMkLst>
        </pc:picChg>
        <pc:picChg chg="add mod">
          <ac:chgData name="Umesh Gupta" userId="35470c46-d51d-41c5-aa07-3535d40f1513" providerId="ADAL" clId="{109D4FBC-79F2-4BE9-A2B7-BCCF3566EC3F}" dt="2021-11-26T04:59:53.937" v="504" actId="1076"/>
          <ac:picMkLst>
            <pc:docMk/>
            <pc:sldMk cId="1230208938" sldId="283"/>
            <ac:picMk id="3074" creationId="{8D2A0EF4-4536-445B-B2C8-D0F02056EFD8}"/>
          </ac:picMkLst>
        </pc:picChg>
        <pc:picChg chg="add mod">
          <ac:chgData name="Umesh Gupta" userId="35470c46-d51d-41c5-aa07-3535d40f1513" providerId="ADAL" clId="{109D4FBC-79F2-4BE9-A2B7-BCCF3566EC3F}" dt="2021-11-26T05:10:33.075" v="618" actId="14100"/>
          <ac:picMkLst>
            <pc:docMk/>
            <pc:sldMk cId="1230208938" sldId="283"/>
            <ac:picMk id="3076" creationId="{A5919AA5-F9DF-458B-9AE4-CE05F1889629}"/>
          </ac:picMkLst>
        </pc:picChg>
      </pc:sldChg>
      <pc:sldChg chg="addSp modSp new mod">
        <pc:chgData name="Umesh Gupta" userId="35470c46-d51d-41c5-aa07-3535d40f1513" providerId="ADAL" clId="{109D4FBC-79F2-4BE9-A2B7-BCCF3566EC3F}" dt="2021-11-26T05:39:03.784" v="656" actId="20577"/>
        <pc:sldMkLst>
          <pc:docMk/>
          <pc:sldMk cId="4105049984" sldId="284"/>
        </pc:sldMkLst>
        <pc:spChg chg="add mod">
          <ac:chgData name="Umesh Gupta" userId="35470c46-d51d-41c5-aa07-3535d40f1513" providerId="ADAL" clId="{109D4FBC-79F2-4BE9-A2B7-BCCF3566EC3F}" dt="2021-11-26T05:13:01.913" v="632" actId="1076"/>
          <ac:spMkLst>
            <pc:docMk/>
            <pc:sldMk cId="4105049984" sldId="284"/>
            <ac:spMk id="3" creationId="{0ED4F786-2CCE-4504-929D-AD13EED31C25}"/>
          </ac:spMkLst>
        </pc:spChg>
        <pc:spChg chg="add mod">
          <ac:chgData name="Umesh Gupta" userId="35470c46-d51d-41c5-aa07-3535d40f1513" providerId="ADAL" clId="{109D4FBC-79F2-4BE9-A2B7-BCCF3566EC3F}" dt="2021-11-26T05:13:04.689" v="633" actId="1076"/>
          <ac:spMkLst>
            <pc:docMk/>
            <pc:sldMk cId="4105049984" sldId="284"/>
            <ac:spMk id="5" creationId="{84615C24-98A3-4485-8A2E-39198779B896}"/>
          </ac:spMkLst>
        </pc:spChg>
        <pc:spChg chg="add mod">
          <ac:chgData name="Umesh Gupta" userId="35470c46-d51d-41c5-aa07-3535d40f1513" providerId="ADAL" clId="{109D4FBC-79F2-4BE9-A2B7-BCCF3566EC3F}" dt="2021-11-26T05:12:53.208" v="630" actId="1076"/>
          <ac:spMkLst>
            <pc:docMk/>
            <pc:sldMk cId="4105049984" sldId="284"/>
            <ac:spMk id="7" creationId="{F4FC7115-C8BF-416A-8466-EA194D1DAB2D}"/>
          </ac:spMkLst>
        </pc:spChg>
        <pc:spChg chg="add mod">
          <ac:chgData name="Umesh Gupta" userId="35470c46-d51d-41c5-aa07-3535d40f1513" providerId="ADAL" clId="{109D4FBC-79F2-4BE9-A2B7-BCCF3566EC3F}" dt="2021-11-26T05:13:40.703" v="643" actId="1076"/>
          <ac:spMkLst>
            <pc:docMk/>
            <pc:sldMk cId="4105049984" sldId="284"/>
            <ac:spMk id="11" creationId="{5135C2F7-7C3D-42BF-BF87-5488B2567EBA}"/>
          </ac:spMkLst>
        </pc:spChg>
        <pc:spChg chg="add mod">
          <ac:chgData name="Umesh Gupta" userId="35470c46-d51d-41c5-aa07-3535d40f1513" providerId="ADAL" clId="{109D4FBC-79F2-4BE9-A2B7-BCCF3566EC3F}" dt="2021-11-26T05:39:03.784" v="656" actId="20577"/>
          <ac:spMkLst>
            <pc:docMk/>
            <pc:sldMk cId="4105049984" sldId="284"/>
            <ac:spMk id="14" creationId="{987875D9-3167-4E22-9AE1-8FE49EAC80B8}"/>
          </ac:spMkLst>
        </pc:spChg>
        <pc:picChg chg="add mod">
          <ac:chgData name="Umesh Gupta" userId="35470c46-d51d-41c5-aa07-3535d40f1513" providerId="ADAL" clId="{109D4FBC-79F2-4BE9-A2B7-BCCF3566EC3F}" dt="2021-11-26T05:13:22.863" v="636" actId="1076"/>
          <ac:picMkLst>
            <pc:docMk/>
            <pc:sldMk cId="4105049984" sldId="284"/>
            <ac:picMk id="9" creationId="{1B4162DD-EB52-4F91-8261-703CB914405E}"/>
          </ac:picMkLst>
        </pc:picChg>
        <pc:picChg chg="add mod">
          <ac:chgData name="Umesh Gupta" userId="35470c46-d51d-41c5-aa07-3535d40f1513" providerId="ADAL" clId="{109D4FBC-79F2-4BE9-A2B7-BCCF3566EC3F}" dt="2021-11-26T05:12:17.736" v="624" actId="1076"/>
          <ac:picMkLst>
            <pc:docMk/>
            <pc:sldMk cId="4105049984" sldId="284"/>
            <ac:picMk id="4098" creationId="{B9A5A67E-AC33-453B-81BF-1EE20B85C13B}"/>
          </ac:picMkLst>
        </pc:picChg>
      </pc:sldChg>
    </pc:docChg>
  </pc:docChgLst>
  <pc:docChgLst>
    <pc:chgData name="Deepika Vatsa" userId="f7100972-27fe-4ee6-8fb4-ec9b7931b409" providerId="ADAL" clId="{828D9DE6-E202-4BEA-8437-6AB5D51B1E54}"/>
    <pc:docChg chg="custSel modSld">
      <pc:chgData name="Deepika Vatsa" userId="f7100972-27fe-4ee6-8fb4-ec9b7931b409" providerId="ADAL" clId="{828D9DE6-E202-4BEA-8437-6AB5D51B1E54}" dt="2025-08-11T09:39:07.462" v="91" actId="9405"/>
      <pc:docMkLst>
        <pc:docMk/>
      </pc:docMkLst>
      <pc:sldChg chg="addSp delSp modSp mod">
        <pc:chgData name="Deepika Vatsa" userId="f7100972-27fe-4ee6-8fb4-ec9b7931b409" providerId="ADAL" clId="{828D9DE6-E202-4BEA-8437-6AB5D51B1E54}" dt="2025-08-11T09:30:24.215" v="1" actId="478"/>
        <pc:sldMkLst>
          <pc:docMk/>
          <pc:sldMk cId="636869269" sldId="256"/>
        </pc:sldMkLst>
        <pc:spChg chg="del">
          <ac:chgData name="Deepika Vatsa" userId="f7100972-27fe-4ee6-8fb4-ec9b7931b409" providerId="ADAL" clId="{828D9DE6-E202-4BEA-8437-6AB5D51B1E54}" dt="2025-08-11T09:30:21.642" v="0" actId="478"/>
          <ac:spMkLst>
            <pc:docMk/>
            <pc:sldMk cId="636869269" sldId="256"/>
            <ac:spMk id="3" creationId="{F44C9FDA-6958-4038-BEE5-46CB0F9C8ECA}"/>
          </ac:spMkLst>
        </pc:spChg>
        <pc:spChg chg="add del mod">
          <ac:chgData name="Deepika Vatsa" userId="f7100972-27fe-4ee6-8fb4-ec9b7931b409" providerId="ADAL" clId="{828D9DE6-E202-4BEA-8437-6AB5D51B1E54}" dt="2025-08-11T09:30:24.215" v="1" actId="478"/>
          <ac:spMkLst>
            <pc:docMk/>
            <pc:sldMk cId="636869269" sldId="256"/>
            <ac:spMk id="5" creationId="{A9D61799-4F9C-0AB2-1867-F14D5E841E34}"/>
          </ac:spMkLst>
        </pc:spChg>
      </pc:sldChg>
      <pc:sldChg chg="addSp modSp mod">
        <pc:chgData name="Deepika Vatsa" userId="f7100972-27fe-4ee6-8fb4-ec9b7931b409" providerId="ADAL" clId="{828D9DE6-E202-4BEA-8437-6AB5D51B1E54}" dt="2025-08-11T09:31:51.942" v="9" actId="9405"/>
        <pc:sldMkLst>
          <pc:docMk/>
          <pc:sldMk cId="3495231613" sldId="269"/>
        </pc:sldMkLst>
        <pc:grpChg chg="mod">
          <ac:chgData name="Deepika Vatsa" userId="f7100972-27fe-4ee6-8fb4-ec9b7931b409" providerId="ADAL" clId="{828D9DE6-E202-4BEA-8437-6AB5D51B1E54}" dt="2025-08-11T09:31:30.705" v="7"/>
          <ac:grpSpMkLst>
            <pc:docMk/>
            <pc:sldMk cId="3495231613" sldId="269"/>
            <ac:grpSpMk id="14" creationId="{4C62D4F6-C777-1266-2CD5-2AB4DF6AF9BC}"/>
          </ac:grpSpMkLst>
        </pc:grpChg>
        <pc:inkChg chg="add">
          <ac:chgData name="Deepika Vatsa" userId="f7100972-27fe-4ee6-8fb4-ec9b7931b409" providerId="ADAL" clId="{828D9DE6-E202-4BEA-8437-6AB5D51B1E54}" dt="2025-08-11T09:31:13.029" v="2" actId="9405"/>
          <ac:inkMkLst>
            <pc:docMk/>
            <pc:sldMk cId="3495231613" sldId="269"/>
            <ac:inkMk id="2" creationId="{1B012361-C280-D296-43E7-7B57E0F5EB2A}"/>
          </ac:inkMkLst>
        </pc:inkChg>
        <pc:inkChg chg="add">
          <ac:chgData name="Deepika Vatsa" userId="f7100972-27fe-4ee6-8fb4-ec9b7931b409" providerId="ADAL" clId="{828D9DE6-E202-4BEA-8437-6AB5D51B1E54}" dt="2025-08-11T09:31:16.055" v="3" actId="9405"/>
          <ac:inkMkLst>
            <pc:docMk/>
            <pc:sldMk cId="3495231613" sldId="269"/>
            <ac:inkMk id="5" creationId="{A837F8BB-C58A-54DB-8047-1CBC543E8D18}"/>
          </ac:inkMkLst>
        </pc:inkChg>
        <pc:inkChg chg="add">
          <ac:chgData name="Deepika Vatsa" userId="f7100972-27fe-4ee6-8fb4-ec9b7931b409" providerId="ADAL" clId="{828D9DE6-E202-4BEA-8437-6AB5D51B1E54}" dt="2025-08-11T09:31:22.363" v="4" actId="9405"/>
          <ac:inkMkLst>
            <pc:docMk/>
            <pc:sldMk cId="3495231613" sldId="269"/>
            <ac:inkMk id="6" creationId="{89CD1A57-F481-1744-DBA8-70F1792E39D8}"/>
          </ac:inkMkLst>
        </pc:inkChg>
        <pc:inkChg chg="add mod">
          <ac:chgData name="Deepika Vatsa" userId="f7100972-27fe-4ee6-8fb4-ec9b7931b409" providerId="ADAL" clId="{828D9DE6-E202-4BEA-8437-6AB5D51B1E54}" dt="2025-08-11T09:31:30.705" v="7"/>
          <ac:inkMkLst>
            <pc:docMk/>
            <pc:sldMk cId="3495231613" sldId="269"/>
            <ac:inkMk id="8" creationId="{34F05276-180E-32CB-231F-6D8872009F09}"/>
          </ac:inkMkLst>
        </pc:inkChg>
        <pc:inkChg chg="add mod">
          <ac:chgData name="Deepika Vatsa" userId="f7100972-27fe-4ee6-8fb4-ec9b7931b409" providerId="ADAL" clId="{828D9DE6-E202-4BEA-8437-6AB5D51B1E54}" dt="2025-08-11T09:31:30.705" v="7"/>
          <ac:inkMkLst>
            <pc:docMk/>
            <pc:sldMk cId="3495231613" sldId="269"/>
            <ac:inkMk id="12" creationId="{58334BA9-E483-F70B-600B-1F65CEB45060}"/>
          </ac:inkMkLst>
        </pc:inkChg>
        <pc:inkChg chg="add">
          <ac:chgData name="Deepika Vatsa" userId="f7100972-27fe-4ee6-8fb4-ec9b7931b409" providerId="ADAL" clId="{828D9DE6-E202-4BEA-8437-6AB5D51B1E54}" dt="2025-08-11T09:31:43.345" v="8" actId="9405"/>
          <ac:inkMkLst>
            <pc:docMk/>
            <pc:sldMk cId="3495231613" sldId="269"/>
            <ac:inkMk id="18" creationId="{C1E4DD44-FFDD-053F-D229-9C4D9A283E4F}"/>
          </ac:inkMkLst>
        </pc:inkChg>
        <pc:inkChg chg="add">
          <ac:chgData name="Deepika Vatsa" userId="f7100972-27fe-4ee6-8fb4-ec9b7931b409" providerId="ADAL" clId="{828D9DE6-E202-4BEA-8437-6AB5D51B1E54}" dt="2025-08-11T09:31:51.942" v="9" actId="9405"/>
          <ac:inkMkLst>
            <pc:docMk/>
            <pc:sldMk cId="3495231613" sldId="269"/>
            <ac:inkMk id="20" creationId="{2CF91B5D-8AEE-A061-6D1B-D5CEA3C7BFE4}"/>
          </ac:inkMkLst>
        </pc:inkChg>
      </pc:sldChg>
      <pc:sldChg chg="addSp mod">
        <pc:chgData name="Deepika Vatsa" userId="f7100972-27fe-4ee6-8fb4-ec9b7931b409" providerId="ADAL" clId="{828D9DE6-E202-4BEA-8437-6AB5D51B1E54}" dt="2025-08-11T09:33:39.455" v="21" actId="9405"/>
        <pc:sldMkLst>
          <pc:docMk/>
          <pc:sldMk cId="1805467867" sldId="271"/>
        </pc:sldMkLst>
        <pc:inkChg chg="add">
          <ac:chgData name="Deepika Vatsa" userId="f7100972-27fe-4ee6-8fb4-ec9b7931b409" providerId="ADAL" clId="{828D9DE6-E202-4BEA-8437-6AB5D51B1E54}" dt="2025-08-11T09:32:05.252" v="10" actId="9405"/>
          <ac:inkMkLst>
            <pc:docMk/>
            <pc:sldMk cId="1805467867" sldId="271"/>
            <ac:inkMk id="2" creationId="{09C147D2-D74D-875A-C4F4-9D010558CC16}"/>
          </ac:inkMkLst>
        </pc:inkChg>
        <pc:inkChg chg="add">
          <ac:chgData name="Deepika Vatsa" userId="f7100972-27fe-4ee6-8fb4-ec9b7931b409" providerId="ADAL" clId="{828D9DE6-E202-4BEA-8437-6AB5D51B1E54}" dt="2025-08-11T09:32:39.702" v="11" actId="9405"/>
          <ac:inkMkLst>
            <pc:docMk/>
            <pc:sldMk cId="1805467867" sldId="271"/>
            <ac:inkMk id="6" creationId="{0E55BDB7-6F6E-AEF2-C523-D9361344F90E}"/>
          </ac:inkMkLst>
        </pc:inkChg>
        <pc:inkChg chg="add">
          <ac:chgData name="Deepika Vatsa" userId="f7100972-27fe-4ee6-8fb4-ec9b7931b409" providerId="ADAL" clId="{828D9DE6-E202-4BEA-8437-6AB5D51B1E54}" dt="2025-08-11T09:32:41.527" v="12" actId="9405"/>
          <ac:inkMkLst>
            <pc:docMk/>
            <pc:sldMk cId="1805467867" sldId="271"/>
            <ac:inkMk id="7" creationId="{49CDD0C2-922F-4E0C-9F45-1031F84DA9CF}"/>
          </ac:inkMkLst>
        </pc:inkChg>
        <pc:inkChg chg="add">
          <ac:chgData name="Deepika Vatsa" userId="f7100972-27fe-4ee6-8fb4-ec9b7931b409" providerId="ADAL" clId="{828D9DE6-E202-4BEA-8437-6AB5D51B1E54}" dt="2025-08-11T09:32:55.065" v="13" actId="9405"/>
          <ac:inkMkLst>
            <pc:docMk/>
            <pc:sldMk cId="1805467867" sldId="271"/>
            <ac:inkMk id="8" creationId="{FA19A64C-0A2D-55D5-FB4D-56E3C853DFF8}"/>
          </ac:inkMkLst>
        </pc:inkChg>
        <pc:inkChg chg="add">
          <ac:chgData name="Deepika Vatsa" userId="f7100972-27fe-4ee6-8fb4-ec9b7931b409" providerId="ADAL" clId="{828D9DE6-E202-4BEA-8437-6AB5D51B1E54}" dt="2025-08-11T09:32:56.374" v="14" actId="9405"/>
          <ac:inkMkLst>
            <pc:docMk/>
            <pc:sldMk cId="1805467867" sldId="271"/>
            <ac:inkMk id="10" creationId="{CD673E99-EE8F-67C0-75BC-E812C6802EAD}"/>
          </ac:inkMkLst>
        </pc:inkChg>
        <pc:inkChg chg="add">
          <ac:chgData name="Deepika Vatsa" userId="f7100972-27fe-4ee6-8fb4-ec9b7931b409" providerId="ADAL" clId="{828D9DE6-E202-4BEA-8437-6AB5D51B1E54}" dt="2025-08-11T09:33:00.257" v="15" actId="9405"/>
          <ac:inkMkLst>
            <pc:docMk/>
            <pc:sldMk cId="1805467867" sldId="271"/>
            <ac:inkMk id="12" creationId="{37586CB1-9702-36FF-947C-5E8AEE97A4CB}"/>
          </ac:inkMkLst>
        </pc:inkChg>
        <pc:inkChg chg="add">
          <ac:chgData name="Deepika Vatsa" userId="f7100972-27fe-4ee6-8fb4-ec9b7931b409" providerId="ADAL" clId="{828D9DE6-E202-4BEA-8437-6AB5D51B1E54}" dt="2025-08-11T09:33:08.785" v="16" actId="9405"/>
          <ac:inkMkLst>
            <pc:docMk/>
            <pc:sldMk cId="1805467867" sldId="271"/>
            <ac:inkMk id="16" creationId="{3CB3CDEC-E060-B968-70BB-4E5A4DC7E1F4}"/>
          </ac:inkMkLst>
        </pc:inkChg>
        <pc:inkChg chg="add">
          <ac:chgData name="Deepika Vatsa" userId="f7100972-27fe-4ee6-8fb4-ec9b7931b409" providerId="ADAL" clId="{828D9DE6-E202-4BEA-8437-6AB5D51B1E54}" dt="2025-08-11T09:33:24.869" v="17" actId="9405"/>
          <ac:inkMkLst>
            <pc:docMk/>
            <pc:sldMk cId="1805467867" sldId="271"/>
            <ac:inkMk id="18" creationId="{1B01A751-9D05-C0A3-6CA2-A40808DEFB82}"/>
          </ac:inkMkLst>
        </pc:inkChg>
        <pc:inkChg chg="add">
          <ac:chgData name="Deepika Vatsa" userId="f7100972-27fe-4ee6-8fb4-ec9b7931b409" providerId="ADAL" clId="{828D9DE6-E202-4BEA-8437-6AB5D51B1E54}" dt="2025-08-11T09:33:31.249" v="18" actId="9405"/>
          <ac:inkMkLst>
            <pc:docMk/>
            <pc:sldMk cId="1805467867" sldId="271"/>
            <ac:inkMk id="21" creationId="{F2C09CF5-11A8-1970-F218-4F2A4871E596}"/>
          </ac:inkMkLst>
        </pc:inkChg>
        <pc:inkChg chg="add">
          <ac:chgData name="Deepika Vatsa" userId="f7100972-27fe-4ee6-8fb4-ec9b7931b409" providerId="ADAL" clId="{828D9DE6-E202-4BEA-8437-6AB5D51B1E54}" dt="2025-08-11T09:33:36.123" v="19" actId="9405"/>
          <ac:inkMkLst>
            <pc:docMk/>
            <pc:sldMk cId="1805467867" sldId="271"/>
            <ac:inkMk id="22" creationId="{2FDAFB8B-EEA7-7600-AEFA-0A3E41CC5D63}"/>
          </ac:inkMkLst>
        </pc:inkChg>
        <pc:inkChg chg="add">
          <ac:chgData name="Deepika Vatsa" userId="f7100972-27fe-4ee6-8fb4-ec9b7931b409" providerId="ADAL" clId="{828D9DE6-E202-4BEA-8437-6AB5D51B1E54}" dt="2025-08-11T09:33:37.650" v="20" actId="9405"/>
          <ac:inkMkLst>
            <pc:docMk/>
            <pc:sldMk cId="1805467867" sldId="271"/>
            <ac:inkMk id="23" creationId="{3CD8CECF-27B5-7C67-9E83-4C907075855F}"/>
          </ac:inkMkLst>
        </pc:inkChg>
        <pc:inkChg chg="add">
          <ac:chgData name="Deepika Vatsa" userId="f7100972-27fe-4ee6-8fb4-ec9b7931b409" providerId="ADAL" clId="{828D9DE6-E202-4BEA-8437-6AB5D51B1E54}" dt="2025-08-11T09:33:39.455" v="21" actId="9405"/>
          <ac:inkMkLst>
            <pc:docMk/>
            <pc:sldMk cId="1805467867" sldId="271"/>
            <ac:inkMk id="24" creationId="{078FC910-3145-BE21-6A3F-8D770463C08C}"/>
          </ac:inkMkLst>
        </pc:inkChg>
      </pc:sldChg>
      <pc:sldChg chg="addSp mod">
        <pc:chgData name="Deepika Vatsa" userId="f7100972-27fe-4ee6-8fb4-ec9b7931b409" providerId="ADAL" clId="{828D9DE6-E202-4BEA-8437-6AB5D51B1E54}" dt="2025-08-11T09:34:19.121" v="27" actId="9405"/>
        <pc:sldMkLst>
          <pc:docMk/>
          <pc:sldMk cId="2049163942" sldId="272"/>
        </pc:sldMkLst>
        <pc:inkChg chg="add">
          <ac:chgData name="Deepika Vatsa" userId="f7100972-27fe-4ee6-8fb4-ec9b7931b409" providerId="ADAL" clId="{828D9DE6-E202-4BEA-8437-6AB5D51B1E54}" dt="2025-08-11T09:33:54.121" v="22" actId="9405"/>
          <ac:inkMkLst>
            <pc:docMk/>
            <pc:sldMk cId="2049163942" sldId="272"/>
            <ac:inkMk id="2" creationId="{509B853A-6FCA-8520-111B-DC02D27BBFCE}"/>
          </ac:inkMkLst>
        </pc:inkChg>
        <pc:inkChg chg="add">
          <ac:chgData name="Deepika Vatsa" userId="f7100972-27fe-4ee6-8fb4-ec9b7931b409" providerId="ADAL" clId="{828D9DE6-E202-4BEA-8437-6AB5D51B1E54}" dt="2025-08-11T09:34:06.726" v="23" actId="9405"/>
          <ac:inkMkLst>
            <pc:docMk/>
            <pc:sldMk cId="2049163942" sldId="272"/>
            <ac:inkMk id="5" creationId="{89ECEB1C-E4E0-D6A7-2B49-61281817013F}"/>
          </ac:inkMkLst>
        </pc:inkChg>
        <pc:inkChg chg="add">
          <ac:chgData name="Deepika Vatsa" userId="f7100972-27fe-4ee6-8fb4-ec9b7931b409" providerId="ADAL" clId="{828D9DE6-E202-4BEA-8437-6AB5D51B1E54}" dt="2025-08-11T09:34:08.208" v="24" actId="9405"/>
          <ac:inkMkLst>
            <pc:docMk/>
            <pc:sldMk cId="2049163942" sldId="272"/>
            <ac:inkMk id="7" creationId="{0DEEE262-7848-3B14-950B-6B5606B3B4DB}"/>
          </ac:inkMkLst>
        </pc:inkChg>
        <pc:inkChg chg="add">
          <ac:chgData name="Deepika Vatsa" userId="f7100972-27fe-4ee6-8fb4-ec9b7931b409" providerId="ADAL" clId="{828D9DE6-E202-4BEA-8437-6AB5D51B1E54}" dt="2025-08-11T09:34:12.876" v="25" actId="9405"/>
          <ac:inkMkLst>
            <pc:docMk/>
            <pc:sldMk cId="2049163942" sldId="272"/>
            <ac:inkMk id="8" creationId="{01974050-429E-B31F-E51A-2001D749603A}"/>
          </ac:inkMkLst>
        </pc:inkChg>
        <pc:inkChg chg="add">
          <ac:chgData name="Deepika Vatsa" userId="f7100972-27fe-4ee6-8fb4-ec9b7931b409" providerId="ADAL" clId="{828D9DE6-E202-4BEA-8437-6AB5D51B1E54}" dt="2025-08-11T09:34:17.804" v="26" actId="9405"/>
          <ac:inkMkLst>
            <pc:docMk/>
            <pc:sldMk cId="2049163942" sldId="272"/>
            <ac:inkMk id="10" creationId="{AD467428-A0D5-0840-F6B7-72B9E9245385}"/>
          </ac:inkMkLst>
        </pc:inkChg>
        <pc:inkChg chg="add">
          <ac:chgData name="Deepika Vatsa" userId="f7100972-27fe-4ee6-8fb4-ec9b7931b409" providerId="ADAL" clId="{828D9DE6-E202-4BEA-8437-6AB5D51B1E54}" dt="2025-08-11T09:34:19.121" v="27" actId="9405"/>
          <ac:inkMkLst>
            <pc:docMk/>
            <pc:sldMk cId="2049163942" sldId="272"/>
            <ac:inkMk id="12" creationId="{2B92E192-55A7-0675-2567-F0A85EB1F676}"/>
          </ac:inkMkLst>
        </pc:inkChg>
      </pc:sldChg>
      <pc:sldChg chg="addSp delSp modSp mod">
        <pc:chgData name="Deepika Vatsa" userId="f7100972-27fe-4ee6-8fb4-ec9b7931b409" providerId="ADAL" clId="{828D9DE6-E202-4BEA-8437-6AB5D51B1E54}" dt="2025-08-11T09:34:44.066" v="37"/>
        <pc:sldMkLst>
          <pc:docMk/>
          <pc:sldMk cId="4144946547" sldId="273"/>
        </pc:sldMkLst>
        <pc:grpChg chg="del mod">
          <ac:chgData name="Deepika Vatsa" userId="f7100972-27fe-4ee6-8fb4-ec9b7931b409" providerId="ADAL" clId="{828D9DE6-E202-4BEA-8437-6AB5D51B1E54}" dt="2025-08-11T09:34:44.066" v="37"/>
          <ac:grpSpMkLst>
            <pc:docMk/>
            <pc:sldMk cId="4144946547" sldId="273"/>
            <ac:grpSpMk id="16" creationId="{D07F1E43-9E39-6633-EA1A-9E565DF12312}"/>
          </ac:grpSpMkLst>
        </pc:grpChg>
        <pc:grpChg chg="mod">
          <ac:chgData name="Deepika Vatsa" userId="f7100972-27fe-4ee6-8fb4-ec9b7931b409" providerId="ADAL" clId="{828D9DE6-E202-4BEA-8437-6AB5D51B1E54}" dt="2025-08-11T09:34:44.066" v="37"/>
          <ac:grpSpMkLst>
            <pc:docMk/>
            <pc:sldMk cId="4144946547" sldId="273"/>
            <ac:grpSpMk id="20" creationId="{D28C41BF-8022-E8A0-5840-B691DC65450F}"/>
          </ac:grpSpMkLst>
        </pc:grpChg>
        <pc:inkChg chg="add">
          <ac:chgData name="Deepika Vatsa" userId="f7100972-27fe-4ee6-8fb4-ec9b7931b409" providerId="ADAL" clId="{828D9DE6-E202-4BEA-8437-6AB5D51B1E54}" dt="2025-08-11T09:34:31.170" v="28" actId="9405"/>
          <ac:inkMkLst>
            <pc:docMk/>
            <pc:sldMk cId="4144946547" sldId="273"/>
            <ac:inkMk id="2" creationId="{BD87BA7F-8E5D-4D8A-A0D5-B640B62335DA}"/>
          </ac:inkMkLst>
        </pc:inkChg>
        <pc:inkChg chg="add">
          <ac:chgData name="Deepika Vatsa" userId="f7100972-27fe-4ee6-8fb4-ec9b7931b409" providerId="ADAL" clId="{828D9DE6-E202-4BEA-8437-6AB5D51B1E54}" dt="2025-08-11T09:34:38.251" v="29" actId="9405"/>
          <ac:inkMkLst>
            <pc:docMk/>
            <pc:sldMk cId="4144946547" sldId="273"/>
            <ac:inkMk id="6" creationId="{585F64ED-6B96-D7A0-B0A9-A08DB2B0CECA}"/>
          </ac:inkMkLst>
        </pc:inkChg>
        <pc:inkChg chg="add">
          <ac:chgData name="Deepika Vatsa" userId="f7100972-27fe-4ee6-8fb4-ec9b7931b409" providerId="ADAL" clId="{828D9DE6-E202-4BEA-8437-6AB5D51B1E54}" dt="2025-08-11T09:34:38.995" v="30" actId="9405"/>
          <ac:inkMkLst>
            <pc:docMk/>
            <pc:sldMk cId="4144946547" sldId="273"/>
            <ac:inkMk id="7" creationId="{1316C89A-7CCC-1E6F-447E-C69C94E9CE23}"/>
          </ac:inkMkLst>
        </pc:inkChg>
        <pc:inkChg chg="add mod">
          <ac:chgData name="Deepika Vatsa" userId="f7100972-27fe-4ee6-8fb4-ec9b7931b409" providerId="ADAL" clId="{828D9DE6-E202-4BEA-8437-6AB5D51B1E54}" dt="2025-08-11T09:34:44.066" v="37"/>
          <ac:inkMkLst>
            <pc:docMk/>
            <pc:sldMk cId="4144946547" sldId="273"/>
            <ac:inkMk id="8" creationId="{ABD599BE-BEC9-F4E5-C155-0FBEDE18ACD2}"/>
          </ac:inkMkLst>
        </pc:inkChg>
        <pc:inkChg chg="add mod">
          <ac:chgData name="Deepika Vatsa" userId="f7100972-27fe-4ee6-8fb4-ec9b7931b409" providerId="ADAL" clId="{828D9DE6-E202-4BEA-8437-6AB5D51B1E54}" dt="2025-08-11T09:34:44.066" v="37"/>
          <ac:inkMkLst>
            <pc:docMk/>
            <pc:sldMk cId="4144946547" sldId="273"/>
            <ac:inkMk id="10" creationId="{65225A00-772A-05C1-626B-8741DE25E349}"/>
          </ac:inkMkLst>
        </pc:inkChg>
        <pc:inkChg chg="add mod">
          <ac:chgData name="Deepika Vatsa" userId="f7100972-27fe-4ee6-8fb4-ec9b7931b409" providerId="ADAL" clId="{828D9DE6-E202-4BEA-8437-6AB5D51B1E54}" dt="2025-08-11T09:34:44.066" v="37"/>
          <ac:inkMkLst>
            <pc:docMk/>
            <pc:sldMk cId="4144946547" sldId="273"/>
            <ac:inkMk id="12" creationId="{B0644084-43E6-3E57-508E-876EF0364D3E}"/>
          </ac:inkMkLst>
        </pc:inkChg>
        <pc:inkChg chg="add mod">
          <ac:chgData name="Deepika Vatsa" userId="f7100972-27fe-4ee6-8fb4-ec9b7931b409" providerId="ADAL" clId="{828D9DE6-E202-4BEA-8437-6AB5D51B1E54}" dt="2025-08-11T09:34:44.066" v="37"/>
          <ac:inkMkLst>
            <pc:docMk/>
            <pc:sldMk cId="4144946547" sldId="273"/>
            <ac:inkMk id="14" creationId="{6718DC5A-9D68-C1FD-D508-B0738A0A6F33}"/>
          </ac:inkMkLst>
        </pc:inkChg>
        <pc:inkChg chg="add mod">
          <ac:chgData name="Deepika Vatsa" userId="f7100972-27fe-4ee6-8fb4-ec9b7931b409" providerId="ADAL" clId="{828D9DE6-E202-4BEA-8437-6AB5D51B1E54}" dt="2025-08-11T09:34:44.066" v="37"/>
          <ac:inkMkLst>
            <pc:docMk/>
            <pc:sldMk cId="4144946547" sldId="273"/>
            <ac:inkMk id="18" creationId="{4DE3938C-F072-3B84-106D-BD916666DCB5}"/>
          </ac:inkMkLst>
        </pc:inkChg>
      </pc:sldChg>
      <pc:sldChg chg="addSp mod">
        <pc:chgData name="Deepika Vatsa" userId="f7100972-27fe-4ee6-8fb4-ec9b7931b409" providerId="ADAL" clId="{828D9DE6-E202-4BEA-8437-6AB5D51B1E54}" dt="2025-08-11T09:34:58.587" v="39" actId="9405"/>
        <pc:sldMkLst>
          <pc:docMk/>
          <pc:sldMk cId="2286099591" sldId="274"/>
        </pc:sldMkLst>
        <pc:inkChg chg="add">
          <ac:chgData name="Deepika Vatsa" userId="f7100972-27fe-4ee6-8fb4-ec9b7931b409" providerId="ADAL" clId="{828D9DE6-E202-4BEA-8437-6AB5D51B1E54}" dt="2025-08-11T09:34:57.932" v="38" actId="9405"/>
          <ac:inkMkLst>
            <pc:docMk/>
            <pc:sldMk cId="2286099591" sldId="274"/>
            <ac:inkMk id="2" creationId="{BC49104E-3748-51CD-5F19-5FCA91A2339C}"/>
          </ac:inkMkLst>
        </pc:inkChg>
        <pc:inkChg chg="add">
          <ac:chgData name="Deepika Vatsa" userId="f7100972-27fe-4ee6-8fb4-ec9b7931b409" providerId="ADAL" clId="{828D9DE6-E202-4BEA-8437-6AB5D51B1E54}" dt="2025-08-11T09:34:58.587" v="39" actId="9405"/>
          <ac:inkMkLst>
            <pc:docMk/>
            <pc:sldMk cId="2286099591" sldId="274"/>
            <ac:inkMk id="5" creationId="{71F4F410-FF7B-6209-5F1D-B89D07C1530A}"/>
          </ac:inkMkLst>
        </pc:inkChg>
      </pc:sldChg>
      <pc:sldChg chg="addSp modSp mod">
        <pc:chgData name="Deepika Vatsa" userId="f7100972-27fe-4ee6-8fb4-ec9b7931b409" providerId="ADAL" clId="{828D9DE6-E202-4BEA-8437-6AB5D51B1E54}" dt="2025-08-11T09:35:31.229" v="47"/>
        <pc:sldMkLst>
          <pc:docMk/>
          <pc:sldMk cId="2640588194" sldId="276"/>
        </pc:sldMkLst>
        <pc:grpChg chg="mod">
          <ac:chgData name="Deepika Vatsa" userId="f7100972-27fe-4ee6-8fb4-ec9b7931b409" providerId="ADAL" clId="{828D9DE6-E202-4BEA-8437-6AB5D51B1E54}" dt="2025-08-11T09:35:31.229" v="47"/>
          <ac:grpSpMkLst>
            <pc:docMk/>
            <pc:sldMk cId="2640588194" sldId="276"/>
            <ac:grpSpMk id="20" creationId="{74686FCA-9258-1B52-C402-02ED1631F1B0}"/>
          </ac:grpSpMkLst>
        </pc:grpChg>
        <pc:inkChg chg="add">
          <ac:chgData name="Deepika Vatsa" userId="f7100972-27fe-4ee6-8fb4-ec9b7931b409" providerId="ADAL" clId="{828D9DE6-E202-4BEA-8437-6AB5D51B1E54}" dt="2025-08-11T09:35:13.580" v="40" actId="9405"/>
          <ac:inkMkLst>
            <pc:docMk/>
            <pc:sldMk cId="2640588194" sldId="276"/>
            <ac:inkMk id="2" creationId="{8C91BDD0-95B7-694B-E196-921F1035CF7D}"/>
          </ac:inkMkLst>
        </pc:inkChg>
        <pc:inkChg chg="add">
          <ac:chgData name="Deepika Vatsa" userId="f7100972-27fe-4ee6-8fb4-ec9b7931b409" providerId="ADAL" clId="{828D9DE6-E202-4BEA-8437-6AB5D51B1E54}" dt="2025-08-11T09:35:16.755" v="41" actId="9405"/>
          <ac:inkMkLst>
            <pc:docMk/>
            <pc:sldMk cId="2640588194" sldId="276"/>
            <ac:inkMk id="7" creationId="{82C02756-61EB-E322-32F2-5EFCD6539AFB}"/>
          </ac:inkMkLst>
        </pc:inkChg>
        <pc:inkChg chg="add">
          <ac:chgData name="Deepika Vatsa" userId="f7100972-27fe-4ee6-8fb4-ec9b7931b409" providerId="ADAL" clId="{828D9DE6-E202-4BEA-8437-6AB5D51B1E54}" dt="2025-08-11T09:35:17.333" v="42" actId="9405"/>
          <ac:inkMkLst>
            <pc:docMk/>
            <pc:sldMk cId="2640588194" sldId="276"/>
            <ac:inkMk id="8" creationId="{40275303-4711-2416-9469-2E586E3C35E6}"/>
          </ac:inkMkLst>
        </pc:inkChg>
        <pc:inkChg chg="add">
          <ac:chgData name="Deepika Vatsa" userId="f7100972-27fe-4ee6-8fb4-ec9b7931b409" providerId="ADAL" clId="{828D9DE6-E202-4BEA-8437-6AB5D51B1E54}" dt="2025-08-11T09:35:26.542" v="43" actId="9405"/>
          <ac:inkMkLst>
            <pc:docMk/>
            <pc:sldMk cId="2640588194" sldId="276"/>
            <ac:inkMk id="10" creationId="{9D4DFF90-4A5E-1C40-4BA6-FFD6C22EE1C2}"/>
          </ac:inkMkLst>
        </pc:inkChg>
        <pc:inkChg chg="add">
          <ac:chgData name="Deepika Vatsa" userId="f7100972-27fe-4ee6-8fb4-ec9b7931b409" providerId="ADAL" clId="{828D9DE6-E202-4BEA-8437-6AB5D51B1E54}" dt="2025-08-11T09:35:27.342" v="44" actId="9405"/>
          <ac:inkMkLst>
            <pc:docMk/>
            <pc:sldMk cId="2640588194" sldId="276"/>
            <ac:inkMk id="12" creationId="{7D2978C1-772A-C666-D4C2-760B70190764}"/>
          </ac:inkMkLst>
        </pc:inkChg>
        <pc:inkChg chg="add mod">
          <ac:chgData name="Deepika Vatsa" userId="f7100972-27fe-4ee6-8fb4-ec9b7931b409" providerId="ADAL" clId="{828D9DE6-E202-4BEA-8437-6AB5D51B1E54}" dt="2025-08-11T09:35:31.229" v="47"/>
          <ac:inkMkLst>
            <pc:docMk/>
            <pc:sldMk cId="2640588194" sldId="276"/>
            <ac:inkMk id="16" creationId="{623D2D19-4441-C2FA-0068-572B2AF65CE7}"/>
          </ac:inkMkLst>
        </pc:inkChg>
        <pc:inkChg chg="add mod">
          <ac:chgData name="Deepika Vatsa" userId="f7100972-27fe-4ee6-8fb4-ec9b7931b409" providerId="ADAL" clId="{828D9DE6-E202-4BEA-8437-6AB5D51B1E54}" dt="2025-08-11T09:35:31.229" v="47"/>
          <ac:inkMkLst>
            <pc:docMk/>
            <pc:sldMk cId="2640588194" sldId="276"/>
            <ac:inkMk id="18" creationId="{2D59E166-E3BF-B6F4-B02F-9C8F4DD26126}"/>
          </ac:inkMkLst>
        </pc:inkChg>
      </pc:sldChg>
      <pc:sldChg chg="addSp mod">
        <pc:chgData name="Deepika Vatsa" userId="f7100972-27fe-4ee6-8fb4-ec9b7931b409" providerId="ADAL" clId="{828D9DE6-E202-4BEA-8437-6AB5D51B1E54}" dt="2025-08-11T09:36:28.888" v="63" actId="9405"/>
        <pc:sldMkLst>
          <pc:docMk/>
          <pc:sldMk cId="2767228409" sldId="277"/>
        </pc:sldMkLst>
        <pc:inkChg chg="add">
          <ac:chgData name="Deepika Vatsa" userId="f7100972-27fe-4ee6-8fb4-ec9b7931b409" providerId="ADAL" clId="{828D9DE6-E202-4BEA-8437-6AB5D51B1E54}" dt="2025-08-11T09:35:41.669" v="48" actId="9405"/>
          <ac:inkMkLst>
            <pc:docMk/>
            <pc:sldMk cId="2767228409" sldId="277"/>
            <ac:inkMk id="2" creationId="{3BD94C15-5F6F-59E0-39B4-0F9A4E6D31BD}"/>
          </ac:inkMkLst>
        </pc:inkChg>
        <pc:inkChg chg="add">
          <ac:chgData name="Deepika Vatsa" userId="f7100972-27fe-4ee6-8fb4-ec9b7931b409" providerId="ADAL" clId="{828D9DE6-E202-4BEA-8437-6AB5D51B1E54}" dt="2025-08-11T09:35:43.202" v="49" actId="9405"/>
          <ac:inkMkLst>
            <pc:docMk/>
            <pc:sldMk cId="2767228409" sldId="277"/>
            <ac:inkMk id="5" creationId="{364BADBC-5EC0-CE86-F8C3-670402971C13}"/>
          </ac:inkMkLst>
        </pc:inkChg>
        <pc:inkChg chg="add">
          <ac:chgData name="Deepika Vatsa" userId="f7100972-27fe-4ee6-8fb4-ec9b7931b409" providerId="ADAL" clId="{828D9DE6-E202-4BEA-8437-6AB5D51B1E54}" dt="2025-08-11T09:35:45.029" v="50" actId="9405"/>
          <ac:inkMkLst>
            <pc:docMk/>
            <pc:sldMk cId="2767228409" sldId="277"/>
            <ac:inkMk id="6" creationId="{802A7290-A7C3-8984-B86C-9F5E393674CA}"/>
          </ac:inkMkLst>
        </pc:inkChg>
        <pc:inkChg chg="add">
          <ac:chgData name="Deepika Vatsa" userId="f7100972-27fe-4ee6-8fb4-ec9b7931b409" providerId="ADAL" clId="{828D9DE6-E202-4BEA-8437-6AB5D51B1E54}" dt="2025-08-11T09:35:50.898" v="51" actId="9405"/>
          <ac:inkMkLst>
            <pc:docMk/>
            <pc:sldMk cId="2767228409" sldId="277"/>
            <ac:inkMk id="8" creationId="{10FC32C2-8841-28D8-2A18-209A14A51210}"/>
          </ac:inkMkLst>
        </pc:inkChg>
        <pc:inkChg chg="add">
          <ac:chgData name="Deepika Vatsa" userId="f7100972-27fe-4ee6-8fb4-ec9b7931b409" providerId="ADAL" clId="{828D9DE6-E202-4BEA-8437-6AB5D51B1E54}" dt="2025-08-11T09:35:52.210" v="52" actId="9405"/>
          <ac:inkMkLst>
            <pc:docMk/>
            <pc:sldMk cId="2767228409" sldId="277"/>
            <ac:inkMk id="12" creationId="{9C7B68ED-24B4-B5E1-B003-5B007CE6E80C}"/>
          </ac:inkMkLst>
        </pc:inkChg>
        <pc:inkChg chg="add">
          <ac:chgData name="Deepika Vatsa" userId="f7100972-27fe-4ee6-8fb4-ec9b7931b409" providerId="ADAL" clId="{828D9DE6-E202-4BEA-8437-6AB5D51B1E54}" dt="2025-08-11T09:35:55.861" v="53" actId="9405"/>
          <ac:inkMkLst>
            <pc:docMk/>
            <pc:sldMk cId="2767228409" sldId="277"/>
            <ac:inkMk id="14" creationId="{3C852405-B452-BBAB-E1E8-189C4538006A}"/>
          </ac:inkMkLst>
        </pc:inkChg>
        <pc:inkChg chg="add">
          <ac:chgData name="Deepika Vatsa" userId="f7100972-27fe-4ee6-8fb4-ec9b7931b409" providerId="ADAL" clId="{828D9DE6-E202-4BEA-8437-6AB5D51B1E54}" dt="2025-08-11T09:36:11.081" v="54" actId="9405"/>
          <ac:inkMkLst>
            <pc:docMk/>
            <pc:sldMk cId="2767228409" sldId="277"/>
            <ac:inkMk id="16" creationId="{5826BCB8-B5A5-C096-9AD1-22E07C0D5944}"/>
          </ac:inkMkLst>
        </pc:inkChg>
        <pc:inkChg chg="add">
          <ac:chgData name="Deepika Vatsa" userId="f7100972-27fe-4ee6-8fb4-ec9b7931b409" providerId="ADAL" clId="{828D9DE6-E202-4BEA-8437-6AB5D51B1E54}" dt="2025-08-11T09:36:11.904" v="55" actId="9405"/>
          <ac:inkMkLst>
            <pc:docMk/>
            <pc:sldMk cId="2767228409" sldId="277"/>
            <ac:inkMk id="18" creationId="{574151D7-B37D-C5E7-D03B-4A101C4A297D}"/>
          </ac:inkMkLst>
        </pc:inkChg>
        <pc:inkChg chg="add">
          <ac:chgData name="Deepika Vatsa" userId="f7100972-27fe-4ee6-8fb4-ec9b7931b409" providerId="ADAL" clId="{828D9DE6-E202-4BEA-8437-6AB5D51B1E54}" dt="2025-08-11T09:36:13.358" v="56" actId="9405"/>
          <ac:inkMkLst>
            <pc:docMk/>
            <pc:sldMk cId="2767228409" sldId="277"/>
            <ac:inkMk id="20" creationId="{54B19329-F9F4-9D2F-CF14-F304CE534534}"/>
          </ac:inkMkLst>
        </pc:inkChg>
        <pc:inkChg chg="add">
          <ac:chgData name="Deepika Vatsa" userId="f7100972-27fe-4ee6-8fb4-ec9b7931b409" providerId="ADAL" clId="{828D9DE6-E202-4BEA-8437-6AB5D51B1E54}" dt="2025-08-11T09:36:16.266" v="57" actId="9405"/>
          <ac:inkMkLst>
            <pc:docMk/>
            <pc:sldMk cId="2767228409" sldId="277"/>
            <ac:inkMk id="21" creationId="{01A4C853-0F72-3CB4-F45E-6BD66A16E3EA}"/>
          </ac:inkMkLst>
        </pc:inkChg>
        <pc:inkChg chg="add">
          <ac:chgData name="Deepika Vatsa" userId="f7100972-27fe-4ee6-8fb4-ec9b7931b409" providerId="ADAL" clId="{828D9DE6-E202-4BEA-8437-6AB5D51B1E54}" dt="2025-08-11T09:36:17.422" v="58" actId="9405"/>
          <ac:inkMkLst>
            <pc:docMk/>
            <pc:sldMk cId="2767228409" sldId="277"/>
            <ac:inkMk id="22" creationId="{F9519DFE-F91E-76B6-6CBA-3776F30BA56F}"/>
          </ac:inkMkLst>
        </pc:inkChg>
        <pc:inkChg chg="add">
          <ac:chgData name="Deepika Vatsa" userId="f7100972-27fe-4ee6-8fb4-ec9b7931b409" providerId="ADAL" clId="{828D9DE6-E202-4BEA-8437-6AB5D51B1E54}" dt="2025-08-11T09:36:21.174" v="59" actId="9405"/>
          <ac:inkMkLst>
            <pc:docMk/>
            <pc:sldMk cId="2767228409" sldId="277"/>
            <ac:inkMk id="23" creationId="{BC58EC57-D91F-3362-1D15-10219DD6312C}"/>
          </ac:inkMkLst>
        </pc:inkChg>
        <pc:inkChg chg="add">
          <ac:chgData name="Deepika Vatsa" userId="f7100972-27fe-4ee6-8fb4-ec9b7931b409" providerId="ADAL" clId="{828D9DE6-E202-4BEA-8437-6AB5D51B1E54}" dt="2025-08-11T09:36:21.857" v="60" actId="9405"/>
          <ac:inkMkLst>
            <pc:docMk/>
            <pc:sldMk cId="2767228409" sldId="277"/>
            <ac:inkMk id="24" creationId="{7F41F004-325A-35B3-FBC2-61896449A92B}"/>
          </ac:inkMkLst>
        </pc:inkChg>
        <pc:inkChg chg="add">
          <ac:chgData name="Deepika Vatsa" userId="f7100972-27fe-4ee6-8fb4-ec9b7931b409" providerId="ADAL" clId="{828D9DE6-E202-4BEA-8437-6AB5D51B1E54}" dt="2025-08-11T09:36:22.829" v="61" actId="9405"/>
          <ac:inkMkLst>
            <pc:docMk/>
            <pc:sldMk cId="2767228409" sldId="277"/>
            <ac:inkMk id="25" creationId="{6FBA538B-CA43-570E-7D15-9E52EC1EBCFD}"/>
          </ac:inkMkLst>
        </pc:inkChg>
        <pc:inkChg chg="add">
          <ac:chgData name="Deepika Vatsa" userId="f7100972-27fe-4ee6-8fb4-ec9b7931b409" providerId="ADAL" clId="{828D9DE6-E202-4BEA-8437-6AB5D51B1E54}" dt="2025-08-11T09:36:25.544" v="62" actId="9405"/>
          <ac:inkMkLst>
            <pc:docMk/>
            <pc:sldMk cId="2767228409" sldId="277"/>
            <ac:inkMk id="26" creationId="{55636ED3-E015-1B31-7BE2-DBCDCC8053CE}"/>
          </ac:inkMkLst>
        </pc:inkChg>
        <pc:inkChg chg="add">
          <ac:chgData name="Deepika Vatsa" userId="f7100972-27fe-4ee6-8fb4-ec9b7931b409" providerId="ADAL" clId="{828D9DE6-E202-4BEA-8437-6AB5D51B1E54}" dt="2025-08-11T09:36:28.888" v="63" actId="9405"/>
          <ac:inkMkLst>
            <pc:docMk/>
            <pc:sldMk cId="2767228409" sldId="277"/>
            <ac:inkMk id="27" creationId="{94DBFDE5-B095-E8F2-9DE3-B1BB60843B75}"/>
          </ac:inkMkLst>
        </pc:inkChg>
      </pc:sldChg>
      <pc:sldChg chg="addSp mod">
        <pc:chgData name="Deepika Vatsa" userId="f7100972-27fe-4ee6-8fb4-ec9b7931b409" providerId="ADAL" clId="{828D9DE6-E202-4BEA-8437-6AB5D51B1E54}" dt="2025-08-11T09:37:23.809" v="72" actId="9405"/>
        <pc:sldMkLst>
          <pc:docMk/>
          <pc:sldMk cId="468514162" sldId="278"/>
        </pc:sldMkLst>
        <pc:inkChg chg="add">
          <ac:chgData name="Deepika Vatsa" userId="f7100972-27fe-4ee6-8fb4-ec9b7931b409" providerId="ADAL" clId="{828D9DE6-E202-4BEA-8437-6AB5D51B1E54}" dt="2025-08-11T09:36:47.060" v="64" actId="9405"/>
          <ac:inkMkLst>
            <pc:docMk/>
            <pc:sldMk cId="468514162" sldId="278"/>
            <ac:inkMk id="2" creationId="{1BCFBAEC-C6AC-DCB6-E78D-06E817D8E516}"/>
          </ac:inkMkLst>
        </pc:inkChg>
        <pc:inkChg chg="add">
          <ac:chgData name="Deepika Vatsa" userId="f7100972-27fe-4ee6-8fb4-ec9b7931b409" providerId="ADAL" clId="{828D9DE6-E202-4BEA-8437-6AB5D51B1E54}" dt="2025-08-11T09:36:48.547" v="65" actId="9405"/>
          <ac:inkMkLst>
            <pc:docMk/>
            <pc:sldMk cId="468514162" sldId="278"/>
            <ac:inkMk id="6" creationId="{4BEE065C-9F46-4F87-D5C8-72D804FEAE52}"/>
          </ac:inkMkLst>
        </pc:inkChg>
        <pc:inkChg chg="add">
          <ac:chgData name="Deepika Vatsa" userId="f7100972-27fe-4ee6-8fb4-ec9b7931b409" providerId="ADAL" clId="{828D9DE6-E202-4BEA-8437-6AB5D51B1E54}" dt="2025-08-11T09:36:57.512" v="66" actId="9405"/>
          <ac:inkMkLst>
            <pc:docMk/>
            <pc:sldMk cId="468514162" sldId="278"/>
            <ac:inkMk id="7" creationId="{A2DA3A14-13F0-00F8-4A61-81CCD025A0BB}"/>
          </ac:inkMkLst>
        </pc:inkChg>
        <pc:inkChg chg="add">
          <ac:chgData name="Deepika Vatsa" userId="f7100972-27fe-4ee6-8fb4-ec9b7931b409" providerId="ADAL" clId="{828D9DE6-E202-4BEA-8437-6AB5D51B1E54}" dt="2025-08-11T09:36:58.432" v="67" actId="9405"/>
          <ac:inkMkLst>
            <pc:docMk/>
            <pc:sldMk cId="468514162" sldId="278"/>
            <ac:inkMk id="10" creationId="{D2B04694-E94C-AC32-1C58-CA576A26A307}"/>
          </ac:inkMkLst>
        </pc:inkChg>
        <pc:inkChg chg="add">
          <ac:chgData name="Deepika Vatsa" userId="f7100972-27fe-4ee6-8fb4-ec9b7931b409" providerId="ADAL" clId="{828D9DE6-E202-4BEA-8437-6AB5D51B1E54}" dt="2025-08-11T09:37:09.140" v="68" actId="9405"/>
          <ac:inkMkLst>
            <pc:docMk/>
            <pc:sldMk cId="468514162" sldId="278"/>
            <ac:inkMk id="12" creationId="{DAB7BDC6-DFF7-66A8-4B2D-F699F08B5AB1}"/>
          </ac:inkMkLst>
        </pc:inkChg>
        <pc:inkChg chg="add">
          <ac:chgData name="Deepika Vatsa" userId="f7100972-27fe-4ee6-8fb4-ec9b7931b409" providerId="ADAL" clId="{828D9DE6-E202-4BEA-8437-6AB5D51B1E54}" dt="2025-08-11T09:37:11.168" v="69" actId="9405"/>
          <ac:inkMkLst>
            <pc:docMk/>
            <pc:sldMk cId="468514162" sldId="278"/>
            <ac:inkMk id="14" creationId="{3CB5CC47-E125-A23E-9B81-451D14BF8D40}"/>
          </ac:inkMkLst>
        </pc:inkChg>
        <pc:inkChg chg="add">
          <ac:chgData name="Deepika Vatsa" userId="f7100972-27fe-4ee6-8fb4-ec9b7931b409" providerId="ADAL" clId="{828D9DE6-E202-4BEA-8437-6AB5D51B1E54}" dt="2025-08-11T09:37:16.606" v="70" actId="9405"/>
          <ac:inkMkLst>
            <pc:docMk/>
            <pc:sldMk cId="468514162" sldId="278"/>
            <ac:inkMk id="16" creationId="{95B6A524-5BAA-857D-89CD-F29E49412684}"/>
          </ac:inkMkLst>
        </pc:inkChg>
        <pc:inkChg chg="add">
          <ac:chgData name="Deepika Vatsa" userId="f7100972-27fe-4ee6-8fb4-ec9b7931b409" providerId="ADAL" clId="{828D9DE6-E202-4BEA-8437-6AB5D51B1E54}" dt="2025-08-11T09:37:18.484" v="71" actId="9405"/>
          <ac:inkMkLst>
            <pc:docMk/>
            <pc:sldMk cId="468514162" sldId="278"/>
            <ac:inkMk id="18" creationId="{72C7B12B-EFD9-CD14-B7E8-0486151B304B}"/>
          </ac:inkMkLst>
        </pc:inkChg>
        <pc:inkChg chg="add">
          <ac:chgData name="Deepika Vatsa" userId="f7100972-27fe-4ee6-8fb4-ec9b7931b409" providerId="ADAL" clId="{828D9DE6-E202-4BEA-8437-6AB5D51B1E54}" dt="2025-08-11T09:37:23.809" v="72" actId="9405"/>
          <ac:inkMkLst>
            <pc:docMk/>
            <pc:sldMk cId="468514162" sldId="278"/>
            <ac:inkMk id="20" creationId="{264369E0-7FFF-B501-CEC6-4EDF24887BC3}"/>
          </ac:inkMkLst>
        </pc:inkChg>
      </pc:sldChg>
      <pc:sldChg chg="addSp modSp mod">
        <pc:chgData name="Deepika Vatsa" userId="f7100972-27fe-4ee6-8fb4-ec9b7931b409" providerId="ADAL" clId="{828D9DE6-E202-4BEA-8437-6AB5D51B1E54}" dt="2025-08-11T09:38:34.063" v="88"/>
        <pc:sldMkLst>
          <pc:docMk/>
          <pc:sldMk cId="167336917" sldId="281"/>
        </pc:sldMkLst>
        <pc:grpChg chg="mod">
          <ac:chgData name="Deepika Vatsa" userId="f7100972-27fe-4ee6-8fb4-ec9b7931b409" providerId="ADAL" clId="{828D9DE6-E202-4BEA-8437-6AB5D51B1E54}" dt="2025-08-11T09:38:12.707" v="78"/>
          <ac:grpSpMkLst>
            <pc:docMk/>
            <pc:sldMk cId="167336917" sldId="281"/>
            <ac:grpSpMk id="10" creationId="{6156BC29-8BDC-330E-C125-3F10C867F783}"/>
          </ac:grpSpMkLst>
        </pc:grpChg>
        <pc:grpChg chg="mod">
          <ac:chgData name="Deepika Vatsa" userId="f7100972-27fe-4ee6-8fb4-ec9b7931b409" providerId="ADAL" clId="{828D9DE6-E202-4BEA-8437-6AB5D51B1E54}" dt="2025-08-11T09:38:20.062" v="82"/>
          <ac:grpSpMkLst>
            <pc:docMk/>
            <pc:sldMk cId="167336917" sldId="281"/>
            <ac:grpSpMk id="15" creationId="{8F9CF407-5340-B3B0-A261-0C73E9F38238}"/>
          </ac:grpSpMkLst>
        </pc:grpChg>
        <pc:grpChg chg="mod">
          <ac:chgData name="Deepika Vatsa" userId="f7100972-27fe-4ee6-8fb4-ec9b7931b409" providerId="ADAL" clId="{828D9DE6-E202-4BEA-8437-6AB5D51B1E54}" dt="2025-08-11T09:38:34.063" v="88"/>
          <ac:grpSpMkLst>
            <pc:docMk/>
            <pc:sldMk cId="167336917" sldId="281"/>
            <ac:grpSpMk id="21" creationId="{35D41595-40DB-22ED-5727-6FA3C2B9DC69}"/>
          </ac:grpSpMkLst>
        </pc:grpChg>
        <pc:inkChg chg="add">
          <ac:chgData name="Deepika Vatsa" userId="f7100972-27fe-4ee6-8fb4-ec9b7931b409" providerId="ADAL" clId="{828D9DE6-E202-4BEA-8437-6AB5D51B1E54}" dt="2025-08-11T09:37:55.792" v="73" actId="9405"/>
          <ac:inkMkLst>
            <pc:docMk/>
            <pc:sldMk cId="167336917" sldId="281"/>
            <ac:inkMk id="2" creationId="{8B639ADD-645F-4BB5-380A-75052EE80857}"/>
          </ac:inkMkLst>
        </pc:inkChg>
        <pc:inkChg chg="add">
          <ac:chgData name="Deepika Vatsa" userId="f7100972-27fe-4ee6-8fb4-ec9b7931b409" providerId="ADAL" clId="{828D9DE6-E202-4BEA-8437-6AB5D51B1E54}" dt="2025-08-11T09:38:03.763" v="74" actId="9405"/>
          <ac:inkMkLst>
            <pc:docMk/>
            <pc:sldMk cId="167336917" sldId="281"/>
            <ac:inkMk id="4" creationId="{C9742448-6024-BECE-E035-FD3678CBCF59}"/>
          </ac:inkMkLst>
        </pc:inkChg>
        <pc:inkChg chg="add mod">
          <ac:chgData name="Deepika Vatsa" userId="f7100972-27fe-4ee6-8fb4-ec9b7931b409" providerId="ADAL" clId="{828D9DE6-E202-4BEA-8437-6AB5D51B1E54}" dt="2025-08-11T09:38:12.707" v="78"/>
          <ac:inkMkLst>
            <pc:docMk/>
            <pc:sldMk cId="167336917" sldId="281"/>
            <ac:inkMk id="5" creationId="{05B69D66-FDE8-A656-1200-6B3499A676B2}"/>
          </ac:inkMkLst>
        </pc:inkChg>
        <pc:inkChg chg="add mod">
          <ac:chgData name="Deepika Vatsa" userId="f7100972-27fe-4ee6-8fb4-ec9b7931b409" providerId="ADAL" clId="{828D9DE6-E202-4BEA-8437-6AB5D51B1E54}" dt="2025-08-11T09:38:12.707" v="78"/>
          <ac:inkMkLst>
            <pc:docMk/>
            <pc:sldMk cId="167336917" sldId="281"/>
            <ac:inkMk id="7" creationId="{EBE8E8EC-CA4B-234E-8E33-99EB027C8A5D}"/>
          </ac:inkMkLst>
        </pc:inkChg>
        <pc:inkChg chg="add">
          <ac:chgData name="Deepika Vatsa" userId="f7100972-27fe-4ee6-8fb4-ec9b7931b409" providerId="ADAL" clId="{828D9DE6-E202-4BEA-8437-6AB5D51B1E54}" dt="2025-08-11T09:38:11.795" v="77" actId="9405"/>
          <ac:inkMkLst>
            <pc:docMk/>
            <pc:sldMk cId="167336917" sldId="281"/>
            <ac:inkMk id="8" creationId="{B16AFE68-EDFE-04F1-B3B6-30E13A6AB2FC}"/>
          </ac:inkMkLst>
        </pc:inkChg>
        <pc:inkChg chg="add">
          <ac:chgData name="Deepika Vatsa" userId="f7100972-27fe-4ee6-8fb4-ec9b7931b409" providerId="ADAL" clId="{828D9DE6-E202-4BEA-8437-6AB5D51B1E54}" dt="2025-08-11T09:38:14.709" v="79" actId="9405"/>
          <ac:inkMkLst>
            <pc:docMk/>
            <pc:sldMk cId="167336917" sldId="281"/>
            <ac:inkMk id="12" creationId="{1F156887-4081-9603-DDF3-F24D044F64CB}"/>
          </ac:inkMkLst>
        </pc:inkChg>
        <pc:inkChg chg="add mod">
          <ac:chgData name="Deepika Vatsa" userId="f7100972-27fe-4ee6-8fb4-ec9b7931b409" providerId="ADAL" clId="{828D9DE6-E202-4BEA-8437-6AB5D51B1E54}" dt="2025-08-11T09:38:20.062" v="82"/>
          <ac:inkMkLst>
            <pc:docMk/>
            <pc:sldMk cId="167336917" sldId="281"/>
            <ac:inkMk id="13" creationId="{2EC40789-0719-D2C1-F5DB-8D98BA932692}"/>
          </ac:inkMkLst>
        </pc:inkChg>
        <pc:inkChg chg="add mod">
          <ac:chgData name="Deepika Vatsa" userId="f7100972-27fe-4ee6-8fb4-ec9b7931b409" providerId="ADAL" clId="{828D9DE6-E202-4BEA-8437-6AB5D51B1E54}" dt="2025-08-11T09:38:20.062" v="82"/>
          <ac:inkMkLst>
            <pc:docMk/>
            <pc:sldMk cId="167336917" sldId="281"/>
            <ac:inkMk id="14" creationId="{EB8501E0-9F4F-BEE2-2415-5D843EEE1126}"/>
          </ac:inkMkLst>
        </pc:inkChg>
        <pc:inkChg chg="add">
          <ac:chgData name="Deepika Vatsa" userId="f7100972-27fe-4ee6-8fb4-ec9b7931b409" providerId="ADAL" clId="{828D9DE6-E202-4BEA-8437-6AB5D51B1E54}" dt="2025-08-11T09:38:24.092" v="83" actId="9405"/>
          <ac:inkMkLst>
            <pc:docMk/>
            <pc:sldMk cId="167336917" sldId="281"/>
            <ac:inkMk id="16" creationId="{46AFC001-939C-8D3F-0C19-F64BEF824917}"/>
          </ac:inkMkLst>
        </pc:inkChg>
        <pc:inkChg chg="add">
          <ac:chgData name="Deepika Vatsa" userId="f7100972-27fe-4ee6-8fb4-ec9b7931b409" providerId="ADAL" clId="{828D9DE6-E202-4BEA-8437-6AB5D51B1E54}" dt="2025-08-11T09:38:26.612" v="84" actId="9405"/>
          <ac:inkMkLst>
            <pc:docMk/>
            <pc:sldMk cId="167336917" sldId="281"/>
            <ac:inkMk id="17" creationId="{C02E1B16-6876-B380-CDE4-593F7A54A1FB}"/>
          </ac:inkMkLst>
        </pc:inkChg>
        <pc:inkChg chg="add mod">
          <ac:chgData name="Deepika Vatsa" userId="f7100972-27fe-4ee6-8fb4-ec9b7931b409" providerId="ADAL" clId="{828D9DE6-E202-4BEA-8437-6AB5D51B1E54}" dt="2025-08-11T09:38:34.063" v="88"/>
          <ac:inkMkLst>
            <pc:docMk/>
            <pc:sldMk cId="167336917" sldId="281"/>
            <ac:inkMk id="18" creationId="{DB58CFC9-8573-8A3B-9EFD-D6C50D42A631}"/>
          </ac:inkMkLst>
        </pc:inkChg>
        <pc:inkChg chg="add mod">
          <ac:chgData name="Deepika Vatsa" userId="f7100972-27fe-4ee6-8fb4-ec9b7931b409" providerId="ADAL" clId="{828D9DE6-E202-4BEA-8437-6AB5D51B1E54}" dt="2025-08-11T09:38:34.063" v="88"/>
          <ac:inkMkLst>
            <pc:docMk/>
            <pc:sldMk cId="167336917" sldId="281"/>
            <ac:inkMk id="19" creationId="{BD3DA913-C6E3-54FF-33B9-37FB11C20A37}"/>
          </ac:inkMkLst>
        </pc:inkChg>
        <pc:inkChg chg="add">
          <ac:chgData name="Deepika Vatsa" userId="f7100972-27fe-4ee6-8fb4-ec9b7931b409" providerId="ADAL" clId="{828D9DE6-E202-4BEA-8437-6AB5D51B1E54}" dt="2025-08-11T09:38:33.512" v="87" actId="9405"/>
          <ac:inkMkLst>
            <pc:docMk/>
            <pc:sldMk cId="167336917" sldId="281"/>
            <ac:inkMk id="20" creationId="{F316F937-2335-AD31-0464-6D81B7E38F74}"/>
          </ac:inkMkLst>
        </pc:inkChg>
      </pc:sldChg>
      <pc:sldChg chg="addSp mod">
        <pc:chgData name="Deepika Vatsa" userId="f7100972-27fe-4ee6-8fb4-ec9b7931b409" providerId="ADAL" clId="{828D9DE6-E202-4BEA-8437-6AB5D51B1E54}" dt="2025-08-11T09:39:07.462" v="91" actId="9405"/>
        <pc:sldMkLst>
          <pc:docMk/>
          <pc:sldMk cId="1818814501" sldId="282"/>
        </pc:sldMkLst>
        <pc:inkChg chg="add">
          <ac:chgData name="Deepika Vatsa" userId="f7100972-27fe-4ee6-8fb4-ec9b7931b409" providerId="ADAL" clId="{828D9DE6-E202-4BEA-8437-6AB5D51B1E54}" dt="2025-08-11T09:38:56.423" v="89" actId="9405"/>
          <ac:inkMkLst>
            <pc:docMk/>
            <pc:sldMk cId="1818814501" sldId="282"/>
            <ac:inkMk id="2" creationId="{4B3728A7-137F-DD7A-FC8F-DFC3AE51F1E6}"/>
          </ac:inkMkLst>
        </pc:inkChg>
        <pc:inkChg chg="add">
          <ac:chgData name="Deepika Vatsa" userId="f7100972-27fe-4ee6-8fb4-ec9b7931b409" providerId="ADAL" clId="{828D9DE6-E202-4BEA-8437-6AB5D51B1E54}" dt="2025-08-11T09:39:02.701" v="90" actId="9405"/>
          <ac:inkMkLst>
            <pc:docMk/>
            <pc:sldMk cId="1818814501" sldId="282"/>
            <ac:inkMk id="4" creationId="{C1531E77-BCE9-88B2-67C2-BB9473709F9F}"/>
          </ac:inkMkLst>
        </pc:inkChg>
        <pc:inkChg chg="add">
          <ac:chgData name="Deepika Vatsa" userId="f7100972-27fe-4ee6-8fb4-ec9b7931b409" providerId="ADAL" clId="{828D9DE6-E202-4BEA-8437-6AB5D51B1E54}" dt="2025-08-11T09:39:07.462" v="91" actId="9405"/>
          <ac:inkMkLst>
            <pc:docMk/>
            <pc:sldMk cId="1818814501" sldId="282"/>
            <ac:inkMk id="5" creationId="{7CF2E544-E1F0-DCAF-EF88-6D574D7987A1}"/>
          </ac:inkMkLst>
        </pc:inkChg>
      </pc:sldChg>
    </pc:docChg>
  </pc:docChgLst>
  <pc:docChgLst>
    <pc:chgData name="Umesh Gupta" userId="35470c46-d51d-41c5-aa07-3535d40f1513" providerId="ADAL" clId="{82667CB5-5A2E-4137-9E3F-2AFDF2576456}"/>
    <pc:docChg chg="undo custSel addSld delSld modSld sldOrd">
      <pc:chgData name="Umesh Gupta" userId="35470c46-d51d-41c5-aa07-3535d40f1513" providerId="ADAL" clId="{82667CB5-5A2E-4137-9E3F-2AFDF2576456}" dt="2021-11-09T16:34:40.958" v="715" actId="6549"/>
      <pc:docMkLst>
        <pc:docMk/>
      </pc:docMkLst>
      <pc:sldChg chg="addSp delSp modSp new mod modMedia setBg delAnim">
        <pc:chgData name="Umesh Gupta" userId="35470c46-d51d-41c5-aa07-3535d40f1513" providerId="ADAL" clId="{82667CB5-5A2E-4137-9E3F-2AFDF2576456}" dt="2021-11-09T16:34:40.958" v="715" actId="6549"/>
        <pc:sldMkLst>
          <pc:docMk/>
          <pc:sldMk cId="636869269" sldId="256"/>
        </pc:sldMkLst>
        <pc:spChg chg="mod">
          <ac:chgData name="Umesh Gupta" userId="35470c46-d51d-41c5-aa07-3535d40f1513" providerId="ADAL" clId="{82667CB5-5A2E-4137-9E3F-2AFDF2576456}" dt="2021-11-09T16:34:40.958" v="715" actId="6549"/>
          <ac:spMkLst>
            <pc:docMk/>
            <pc:sldMk cId="636869269" sldId="256"/>
            <ac:spMk id="2" creationId="{5A37A88A-CF21-4331-BFA7-13AD603DA985}"/>
          </ac:spMkLst>
        </pc:spChg>
        <pc:spChg chg="mod">
          <ac:chgData name="Umesh Gupta" userId="35470c46-d51d-41c5-aa07-3535d40f1513" providerId="ADAL" clId="{82667CB5-5A2E-4137-9E3F-2AFDF2576456}" dt="2021-11-09T15:11:02.156" v="109" actId="26606"/>
          <ac:spMkLst>
            <pc:docMk/>
            <pc:sldMk cId="636869269" sldId="256"/>
            <ac:spMk id="3" creationId="{F44C9FDA-6958-4038-BEE5-46CB0F9C8ECA}"/>
          </ac:spMkLst>
        </pc:spChg>
        <pc:spChg chg="add del">
          <ac:chgData name="Umesh Gupta" userId="35470c46-d51d-41c5-aa07-3535d40f1513" providerId="ADAL" clId="{82667CB5-5A2E-4137-9E3F-2AFDF2576456}" dt="2021-11-09T15:11:02.141" v="108" actId="26606"/>
          <ac:spMkLst>
            <pc:docMk/>
            <pc:sldMk cId="636869269" sldId="256"/>
            <ac:spMk id="9" creationId="{C1DD1A8A-57D5-4A81-AD04-532B043C5611}"/>
          </ac:spMkLst>
        </pc:spChg>
        <pc:spChg chg="add">
          <ac:chgData name="Umesh Gupta" userId="35470c46-d51d-41c5-aa07-3535d40f1513" providerId="ADAL" clId="{82667CB5-5A2E-4137-9E3F-2AFDF2576456}" dt="2021-11-09T15:11:02.156" v="109" actId="26606"/>
          <ac:spMkLst>
            <pc:docMk/>
            <pc:sldMk cId="636869269" sldId="256"/>
            <ac:spMk id="10" creationId="{7905BA41-EE6E-4F80-8636-447F22DD729A}"/>
          </ac:spMkLst>
        </pc:spChg>
        <pc:spChg chg="add del">
          <ac:chgData name="Umesh Gupta" userId="35470c46-d51d-41c5-aa07-3535d40f1513" providerId="ADAL" clId="{82667CB5-5A2E-4137-9E3F-2AFDF2576456}" dt="2021-11-09T15:11:02.141" v="108" actId="26606"/>
          <ac:spMkLst>
            <pc:docMk/>
            <pc:sldMk cId="636869269" sldId="256"/>
            <ac:spMk id="11" creationId="{007891EC-4501-44ED-A8C8-B11B6DB767AB}"/>
          </ac:spMkLst>
        </pc:spChg>
        <pc:spChg chg="add">
          <ac:chgData name="Umesh Gupta" userId="35470c46-d51d-41c5-aa07-3535d40f1513" providerId="ADAL" clId="{82667CB5-5A2E-4137-9E3F-2AFDF2576456}" dt="2021-11-09T15:11:02.156" v="109" actId="26606"/>
          <ac:spMkLst>
            <pc:docMk/>
            <pc:sldMk cId="636869269" sldId="256"/>
            <ac:spMk id="12" creationId="{CD7549B2-EE05-4558-8C64-AC46755F2B25}"/>
          </ac:spMkLst>
        </pc:spChg>
        <pc:picChg chg="add del mod">
          <ac:chgData name="Umesh Gupta" userId="35470c46-d51d-41c5-aa07-3535d40f1513" providerId="ADAL" clId="{82667CB5-5A2E-4137-9E3F-2AFDF2576456}" dt="2021-11-09T15:11:02.141" v="108" actId="26606"/>
          <ac:picMkLst>
            <pc:docMk/>
            <pc:sldMk cId="636869269" sldId="256"/>
            <ac:picMk id="5" creationId="{89DB2F3E-1EC8-4685-AB2F-5B94B5504305}"/>
          </ac:picMkLst>
        </pc:picChg>
        <pc:picChg chg="add">
          <ac:chgData name="Umesh Gupta" userId="35470c46-d51d-41c5-aa07-3535d40f1513" providerId="ADAL" clId="{82667CB5-5A2E-4137-9E3F-2AFDF2576456}" dt="2021-11-09T15:11:02.156" v="109" actId="26606"/>
          <ac:picMkLst>
            <pc:docMk/>
            <pc:sldMk cId="636869269" sldId="256"/>
            <ac:picMk id="7" creationId="{74F19624-778B-4A89-A978-A7365475E882}"/>
          </ac:picMkLst>
        </pc:picChg>
      </pc:sldChg>
      <pc:sldChg chg="new del">
        <pc:chgData name="Umesh Gupta" userId="35470c46-d51d-41c5-aa07-3535d40f1513" providerId="ADAL" clId="{82667CB5-5A2E-4137-9E3F-2AFDF2576456}" dt="2021-11-09T16:33:16.215" v="707" actId="47"/>
        <pc:sldMkLst>
          <pc:docMk/>
          <pc:sldMk cId="3653935458" sldId="257"/>
        </pc:sldMkLst>
      </pc:sldChg>
      <pc:sldChg chg="addSp delSp modSp new mod setBg">
        <pc:chgData name="Umesh Gupta" userId="35470c46-d51d-41c5-aa07-3535d40f1513" providerId="ADAL" clId="{82667CB5-5A2E-4137-9E3F-2AFDF2576456}" dt="2021-11-09T15:32:44.925" v="273" actId="123"/>
        <pc:sldMkLst>
          <pc:docMk/>
          <pc:sldMk cId="15527377" sldId="258"/>
        </pc:sldMkLst>
        <pc:spChg chg="mod">
          <ac:chgData name="Umesh Gupta" userId="35470c46-d51d-41c5-aa07-3535d40f1513" providerId="ADAL" clId="{82667CB5-5A2E-4137-9E3F-2AFDF2576456}" dt="2021-11-09T15:26:50.830" v="237" actId="26606"/>
          <ac:spMkLst>
            <pc:docMk/>
            <pc:sldMk cId="15527377" sldId="258"/>
            <ac:spMk id="2" creationId="{166C47E8-1E87-4BC0-9AA4-6612F1D88D7C}"/>
          </ac:spMkLst>
        </pc:spChg>
        <pc:spChg chg="mod">
          <ac:chgData name="Umesh Gupta" userId="35470c46-d51d-41c5-aa07-3535d40f1513" providerId="ADAL" clId="{82667CB5-5A2E-4137-9E3F-2AFDF2576456}" dt="2021-11-09T15:32:44.925" v="273" actId="123"/>
          <ac:spMkLst>
            <pc:docMk/>
            <pc:sldMk cId="15527377" sldId="258"/>
            <ac:spMk id="3" creationId="{4AA25F2A-1BF2-4997-AF36-CBF31790F874}"/>
          </ac:spMkLst>
        </pc:spChg>
        <pc:spChg chg="add del">
          <ac:chgData name="Umesh Gupta" userId="35470c46-d51d-41c5-aa07-3535d40f1513" providerId="ADAL" clId="{82667CB5-5A2E-4137-9E3F-2AFDF2576456}" dt="2021-11-09T15:26:50.830" v="237" actId="26606"/>
          <ac:spMkLst>
            <pc:docMk/>
            <pc:sldMk cId="15527377" sldId="258"/>
            <ac:spMk id="8" creationId="{827B839B-9ADE-406B-8590-F1CAEDED45A1}"/>
          </ac:spMkLst>
        </pc:spChg>
        <pc:spChg chg="add del">
          <ac:chgData name="Umesh Gupta" userId="35470c46-d51d-41c5-aa07-3535d40f1513" providerId="ADAL" clId="{82667CB5-5A2E-4137-9E3F-2AFDF2576456}" dt="2021-11-09T15:26:50.830" v="237" actId="26606"/>
          <ac:spMkLst>
            <pc:docMk/>
            <pc:sldMk cId="15527377" sldId="258"/>
            <ac:spMk id="10" creationId="{CFE45BF0-46DB-408C-B5F7-7B11716805D4}"/>
          </ac:spMkLst>
        </pc:spChg>
        <pc:spChg chg="add del">
          <ac:chgData name="Umesh Gupta" userId="35470c46-d51d-41c5-aa07-3535d40f1513" providerId="ADAL" clId="{82667CB5-5A2E-4137-9E3F-2AFDF2576456}" dt="2021-11-09T15:26:50.830" v="237" actId="26606"/>
          <ac:spMkLst>
            <pc:docMk/>
            <pc:sldMk cId="15527377" sldId="258"/>
            <ac:spMk id="12" creationId="{2AEBC8F2-97B1-41B4-93F1-2D289E197FBA}"/>
          </ac:spMkLst>
        </pc:spChg>
        <pc:spChg chg="add del">
          <ac:chgData name="Umesh Gupta" userId="35470c46-d51d-41c5-aa07-3535d40f1513" providerId="ADAL" clId="{82667CB5-5A2E-4137-9E3F-2AFDF2576456}" dt="2021-11-09T15:26:50.830" v="237" actId="26606"/>
          <ac:spMkLst>
            <pc:docMk/>
            <pc:sldMk cId="15527377" sldId="258"/>
            <ac:spMk id="14" creationId="{472E3A19-F5D5-48FC-BB9C-48C2F68F598B}"/>
          </ac:spMkLst>
        </pc:spChg>
        <pc:spChg chg="add del">
          <ac:chgData name="Umesh Gupta" userId="35470c46-d51d-41c5-aa07-3535d40f1513" providerId="ADAL" clId="{82667CB5-5A2E-4137-9E3F-2AFDF2576456}" dt="2021-11-09T15:26:50.830" v="237" actId="26606"/>
          <ac:spMkLst>
            <pc:docMk/>
            <pc:sldMk cId="15527377" sldId="258"/>
            <ac:spMk id="16" creationId="{7A62E32F-BB65-43A8-8EB5-92346890E549}"/>
          </ac:spMkLst>
        </pc:spChg>
        <pc:spChg chg="add del">
          <ac:chgData name="Umesh Gupta" userId="35470c46-d51d-41c5-aa07-3535d40f1513" providerId="ADAL" clId="{82667CB5-5A2E-4137-9E3F-2AFDF2576456}" dt="2021-11-09T15:26:50.830" v="237" actId="26606"/>
          <ac:spMkLst>
            <pc:docMk/>
            <pc:sldMk cId="15527377" sldId="258"/>
            <ac:spMk id="18" creationId="{14E91B64-9FCC-451E-AFB4-A827D6329367}"/>
          </ac:spMkLst>
        </pc:spChg>
        <pc:spChg chg="add">
          <ac:chgData name="Umesh Gupta" userId="35470c46-d51d-41c5-aa07-3535d40f1513" providerId="ADAL" clId="{82667CB5-5A2E-4137-9E3F-2AFDF2576456}" dt="2021-11-09T15:26:50.830" v="237" actId="26606"/>
          <ac:spMkLst>
            <pc:docMk/>
            <pc:sldMk cId="15527377" sldId="258"/>
            <ac:spMk id="23" creationId="{1B15ED52-F352-441B-82BF-E0EA34836D08}"/>
          </ac:spMkLst>
        </pc:spChg>
        <pc:spChg chg="add">
          <ac:chgData name="Umesh Gupta" userId="35470c46-d51d-41c5-aa07-3535d40f1513" providerId="ADAL" clId="{82667CB5-5A2E-4137-9E3F-2AFDF2576456}" dt="2021-11-09T15:26:50.830" v="237" actId="26606"/>
          <ac:spMkLst>
            <pc:docMk/>
            <pc:sldMk cId="15527377" sldId="258"/>
            <ac:spMk id="25" creationId="{3B2E3793-BFE6-45A2-9B7B-E18844431C99}"/>
          </ac:spMkLst>
        </pc:spChg>
        <pc:spChg chg="add">
          <ac:chgData name="Umesh Gupta" userId="35470c46-d51d-41c5-aa07-3535d40f1513" providerId="ADAL" clId="{82667CB5-5A2E-4137-9E3F-2AFDF2576456}" dt="2021-11-09T15:26:50.830" v="237" actId="26606"/>
          <ac:spMkLst>
            <pc:docMk/>
            <pc:sldMk cId="15527377" sldId="258"/>
            <ac:spMk id="27" creationId="{BC4C4868-CB8F-4AF9-9CDB-8108F2C19B67}"/>
          </ac:spMkLst>
        </pc:spChg>
        <pc:spChg chg="add">
          <ac:chgData name="Umesh Gupta" userId="35470c46-d51d-41c5-aa07-3535d40f1513" providerId="ADAL" clId="{82667CB5-5A2E-4137-9E3F-2AFDF2576456}" dt="2021-11-09T15:26:50.830" v="237" actId="26606"/>
          <ac:spMkLst>
            <pc:docMk/>
            <pc:sldMk cId="15527377" sldId="258"/>
            <ac:spMk id="29" creationId="{375E0459-6403-40CD-989D-56A4407CA12E}"/>
          </ac:spMkLst>
        </pc:spChg>
        <pc:spChg chg="add">
          <ac:chgData name="Umesh Gupta" userId="35470c46-d51d-41c5-aa07-3535d40f1513" providerId="ADAL" clId="{82667CB5-5A2E-4137-9E3F-2AFDF2576456}" dt="2021-11-09T15:26:50.830" v="237" actId="26606"/>
          <ac:spMkLst>
            <pc:docMk/>
            <pc:sldMk cId="15527377" sldId="258"/>
            <ac:spMk id="31" creationId="{53E5B1A8-3AC9-4BD1-9BBC-78CA94F2D1BA}"/>
          </ac:spMkLst>
        </pc:spChg>
      </pc:sldChg>
      <pc:sldChg chg="addSp delSp modSp new mod setBg">
        <pc:chgData name="Umesh Gupta" userId="35470c46-d51d-41c5-aa07-3535d40f1513" providerId="ADAL" clId="{82667CB5-5A2E-4137-9E3F-2AFDF2576456}" dt="2021-11-09T15:31:13.302" v="272" actId="113"/>
        <pc:sldMkLst>
          <pc:docMk/>
          <pc:sldMk cId="2578341345" sldId="259"/>
        </pc:sldMkLst>
        <pc:spChg chg="mod">
          <ac:chgData name="Umesh Gupta" userId="35470c46-d51d-41c5-aa07-3535d40f1513" providerId="ADAL" clId="{82667CB5-5A2E-4137-9E3F-2AFDF2576456}" dt="2021-11-09T15:26:39.935" v="236" actId="26606"/>
          <ac:spMkLst>
            <pc:docMk/>
            <pc:sldMk cId="2578341345" sldId="259"/>
            <ac:spMk id="2" creationId="{85653CB2-7063-4B13-8D80-D76FA3E87091}"/>
          </ac:spMkLst>
        </pc:spChg>
        <pc:spChg chg="del mod">
          <ac:chgData name="Umesh Gupta" userId="35470c46-d51d-41c5-aa07-3535d40f1513" providerId="ADAL" clId="{82667CB5-5A2E-4137-9E3F-2AFDF2576456}" dt="2021-11-09T15:20:02.039" v="209"/>
          <ac:spMkLst>
            <pc:docMk/>
            <pc:sldMk cId="2578341345" sldId="259"/>
            <ac:spMk id="3" creationId="{35A451D7-4F77-44A9-AB86-FC7DEF966DBA}"/>
          </ac:spMkLst>
        </pc:spChg>
        <pc:spChg chg="add del">
          <ac:chgData name="Umesh Gupta" userId="35470c46-d51d-41c5-aa07-3535d40f1513" providerId="ADAL" clId="{82667CB5-5A2E-4137-9E3F-2AFDF2576456}" dt="2021-11-09T15:22:22.058" v="227" actId="26606"/>
          <ac:spMkLst>
            <pc:docMk/>
            <pc:sldMk cId="2578341345" sldId="259"/>
            <ac:spMk id="8" creationId="{6A1473A6-3F22-483E-8A30-80B9D2B14592}"/>
          </ac:spMkLst>
        </pc:spChg>
        <pc:spChg chg="add del">
          <ac:chgData name="Umesh Gupta" userId="35470c46-d51d-41c5-aa07-3535d40f1513" providerId="ADAL" clId="{82667CB5-5A2E-4137-9E3F-2AFDF2576456}" dt="2021-11-09T15:25:57.705" v="234" actId="26606"/>
          <ac:spMkLst>
            <pc:docMk/>
            <pc:sldMk cId="2578341345" sldId="259"/>
            <ac:spMk id="18" creationId="{823AC064-BC96-4F32-8AE1-B2FD38754823}"/>
          </ac:spMkLst>
        </pc:spChg>
        <pc:spChg chg="add del">
          <ac:chgData name="Umesh Gupta" userId="35470c46-d51d-41c5-aa07-3535d40f1513" providerId="ADAL" clId="{82667CB5-5A2E-4137-9E3F-2AFDF2576456}" dt="2021-11-09T15:26:39.935" v="236" actId="26606"/>
          <ac:spMkLst>
            <pc:docMk/>
            <pc:sldMk cId="2578341345" sldId="259"/>
            <ac:spMk id="27" creationId="{823AC064-BC96-4F32-8AE1-B2FD38754823}"/>
          </ac:spMkLst>
        </pc:spChg>
        <pc:spChg chg="add mod">
          <ac:chgData name="Umesh Gupta" userId="35470c46-d51d-41c5-aa07-3535d40f1513" providerId="ADAL" clId="{82667CB5-5A2E-4137-9E3F-2AFDF2576456}" dt="2021-11-09T15:31:13.302" v="272" actId="113"/>
          <ac:spMkLst>
            <pc:docMk/>
            <pc:sldMk cId="2578341345" sldId="259"/>
            <ac:spMk id="28" creationId="{786A3DDA-C385-4A10-90D5-F3546D6CB96B}"/>
          </ac:spMkLst>
        </pc:spChg>
        <pc:spChg chg="add">
          <ac:chgData name="Umesh Gupta" userId="35470c46-d51d-41c5-aa07-3535d40f1513" providerId="ADAL" clId="{82667CB5-5A2E-4137-9E3F-2AFDF2576456}" dt="2021-11-09T15:26:39.935" v="236" actId="26606"/>
          <ac:spMkLst>
            <pc:docMk/>
            <pc:sldMk cId="2578341345" sldId="259"/>
            <ac:spMk id="36" creationId="{2151139A-886F-4B97-8815-729AD3831BBD}"/>
          </ac:spMkLst>
        </pc:spChg>
        <pc:spChg chg="add">
          <ac:chgData name="Umesh Gupta" userId="35470c46-d51d-41c5-aa07-3535d40f1513" providerId="ADAL" clId="{82667CB5-5A2E-4137-9E3F-2AFDF2576456}" dt="2021-11-09T15:26:39.935" v="236" actId="26606"/>
          <ac:spMkLst>
            <pc:docMk/>
            <pc:sldMk cId="2578341345" sldId="259"/>
            <ac:spMk id="38" creationId="{AB5E08C4-8CDD-4623-A5B8-E998C6DEE3B7}"/>
          </ac:spMkLst>
        </pc:spChg>
        <pc:spChg chg="add">
          <ac:chgData name="Umesh Gupta" userId="35470c46-d51d-41c5-aa07-3535d40f1513" providerId="ADAL" clId="{82667CB5-5A2E-4137-9E3F-2AFDF2576456}" dt="2021-11-09T15:26:39.935" v="236" actId="26606"/>
          <ac:spMkLst>
            <pc:docMk/>
            <pc:sldMk cId="2578341345" sldId="259"/>
            <ac:spMk id="40" creationId="{15F33878-D502-4FFA-8ACE-F2AECDB2A23F}"/>
          </ac:spMkLst>
        </pc:spChg>
        <pc:spChg chg="add">
          <ac:chgData name="Umesh Gupta" userId="35470c46-d51d-41c5-aa07-3535d40f1513" providerId="ADAL" clId="{82667CB5-5A2E-4137-9E3F-2AFDF2576456}" dt="2021-11-09T15:26:39.935" v="236" actId="26606"/>
          <ac:spMkLst>
            <pc:docMk/>
            <pc:sldMk cId="2578341345" sldId="259"/>
            <ac:spMk id="42" creationId="{D3539FEE-81D3-4406-802E-60B20B16F4F6}"/>
          </ac:spMkLst>
        </pc:spChg>
        <pc:spChg chg="add">
          <ac:chgData name="Umesh Gupta" userId="35470c46-d51d-41c5-aa07-3535d40f1513" providerId="ADAL" clId="{82667CB5-5A2E-4137-9E3F-2AFDF2576456}" dt="2021-11-09T15:26:39.935" v="236" actId="26606"/>
          <ac:spMkLst>
            <pc:docMk/>
            <pc:sldMk cId="2578341345" sldId="259"/>
            <ac:spMk id="44" creationId="{DC701763-729E-462F-A5A8-E0DEFEB1E2E4}"/>
          </ac:spMkLst>
        </pc:spChg>
        <pc:grpChg chg="add del">
          <ac:chgData name="Umesh Gupta" userId="35470c46-d51d-41c5-aa07-3535d40f1513" providerId="ADAL" clId="{82667CB5-5A2E-4137-9E3F-2AFDF2576456}" dt="2021-11-09T15:22:22.058" v="227" actId="26606"/>
          <ac:grpSpMkLst>
            <pc:docMk/>
            <pc:sldMk cId="2578341345" sldId="259"/>
            <ac:grpSpMk id="10" creationId="{AA1375E3-3E53-4D75-BAB7-E5929BFCB25F}"/>
          </ac:grpSpMkLst>
        </pc:grpChg>
        <pc:picChg chg="add mod ord">
          <ac:chgData name="Umesh Gupta" userId="35470c46-d51d-41c5-aa07-3535d40f1513" providerId="ADAL" clId="{82667CB5-5A2E-4137-9E3F-2AFDF2576456}" dt="2021-11-09T15:29:23.896" v="251" actId="1076"/>
          <ac:picMkLst>
            <pc:docMk/>
            <pc:sldMk cId="2578341345" sldId="259"/>
            <ac:picMk id="5" creationId="{45485951-3784-4A61-AF16-437933E2C4DA}"/>
          </ac:picMkLst>
        </pc:picChg>
        <pc:picChg chg="add del mod">
          <ac:chgData name="Umesh Gupta" userId="35470c46-d51d-41c5-aa07-3535d40f1513" providerId="ADAL" clId="{82667CB5-5A2E-4137-9E3F-2AFDF2576456}" dt="2021-11-09T15:25:34.804" v="228" actId="478"/>
          <ac:picMkLst>
            <pc:docMk/>
            <pc:sldMk cId="2578341345" sldId="259"/>
            <ac:picMk id="7" creationId="{CCC2ABD3-5162-446C-8557-3CB02204F41E}"/>
          </ac:picMkLst>
        </pc:picChg>
        <pc:picChg chg="add del mod">
          <ac:chgData name="Umesh Gupta" userId="35470c46-d51d-41c5-aa07-3535d40f1513" providerId="ADAL" clId="{82667CB5-5A2E-4137-9E3F-2AFDF2576456}" dt="2021-11-09T15:27:03.076" v="238" actId="21"/>
          <ac:picMkLst>
            <pc:docMk/>
            <pc:sldMk cId="2578341345" sldId="259"/>
            <ac:picMk id="14" creationId="{68F7A12F-5E9D-4A8E-804A-BF82A85DA4B6}"/>
          </ac:picMkLst>
        </pc:picChg>
        <pc:cxnChg chg="add del">
          <ac:chgData name="Umesh Gupta" userId="35470c46-d51d-41c5-aa07-3535d40f1513" providerId="ADAL" clId="{82667CB5-5A2E-4137-9E3F-2AFDF2576456}" dt="2021-11-09T15:25:57.705" v="234" actId="26606"/>
          <ac:cxnSpMkLst>
            <pc:docMk/>
            <pc:sldMk cId="2578341345" sldId="259"/>
            <ac:cxnSpMk id="20" creationId="{7E7C77BC-7138-40B1-A15B-20F57A494629}"/>
          </ac:cxnSpMkLst>
        </pc:cxnChg>
        <pc:cxnChg chg="add del">
          <ac:chgData name="Umesh Gupta" userId="35470c46-d51d-41c5-aa07-3535d40f1513" providerId="ADAL" clId="{82667CB5-5A2E-4137-9E3F-2AFDF2576456}" dt="2021-11-09T15:25:57.705" v="234" actId="26606"/>
          <ac:cxnSpMkLst>
            <pc:docMk/>
            <pc:sldMk cId="2578341345" sldId="259"/>
            <ac:cxnSpMk id="22" creationId="{DB146403-F3D6-484B-B2ED-97F9565D0370}"/>
          </ac:cxnSpMkLst>
        </pc:cxnChg>
        <pc:cxnChg chg="add del">
          <ac:chgData name="Umesh Gupta" userId="35470c46-d51d-41c5-aa07-3535d40f1513" providerId="ADAL" clId="{82667CB5-5A2E-4137-9E3F-2AFDF2576456}" dt="2021-11-09T15:26:39.935" v="236" actId="26606"/>
          <ac:cxnSpMkLst>
            <pc:docMk/>
            <pc:sldMk cId="2578341345" sldId="259"/>
            <ac:cxnSpMk id="29" creationId="{7E7C77BC-7138-40B1-A15B-20F57A494629}"/>
          </ac:cxnSpMkLst>
        </pc:cxnChg>
        <pc:cxnChg chg="add del">
          <ac:chgData name="Umesh Gupta" userId="35470c46-d51d-41c5-aa07-3535d40f1513" providerId="ADAL" clId="{82667CB5-5A2E-4137-9E3F-2AFDF2576456}" dt="2021-11-09T15:26:39.935" v="236" actId="26606"/>
          <ac:cxnSpMkLst>
            <pc:docMk/>
            <pc:sldMk cId="2578341345" sldId="259"/>
            <ac:cxnSpMk id="31" creationId="{DB146403-F3D6-484B-B2ED-97F9565D0370}"/>
          </ac:cxnSpMkLst>
        </pc:cxnChg>
      </pc:sldChg>
      <pc:sldChg chg="addSp delSp modSp new mod setBg addAnim">
        <pc:chgData name="Umesh Gupta" userId="35470c46-d51d-41c5-aa07-3535d40f1513" providerId="ADAL" clId="{82667CB5-5A2E-4137-9E3F-2AFDF2576456}" dt="2021-11-09T16:34:07.757" v="714" actId="26606"/>
        <pc:sldMkLst>
          <pc:docMk/>
          <pc:sldMk cId="3685130573" sldId="260"/>
        </pc:sldMkLst>
        <pc:spChg chg="mod">
          <ac:chgData name="Umesh Gupta" userId="35470c46-d51d-41c5-aa07-3535d40f1513" providerId="ADAL" clId="{82667CB5-5A2E-4137-9E3F-2AFDF2576456}" dt="2021-11-09T16:34:07.757" v="714" actId="26606"/>
          <ac:spMkLst>
            <pc:docMk/>
            <pc:sldMk cId="3685130573" sldId="260"/>
            <ac:spMk id="2" creationId="{2173B4FC-CD49-4DEE-BCB8-19D9DF1A9F42}"/>
          </ac:spMkLst>
        </pc:spChg>
        <pc:spChg chg="del mod">
          <ac:chgData name="Umesh Gupta" userId="35470c46-d51d-41c5-aa07-3535d40f1513" providerId="ADAL" clId="{82667CB5-5A2E-4137-9E3F-2AFDF2576456}" dt="2021-11-09T16:32:44.267" v="702" actId="478"/>
          <ac:spMkLst>
            <pc:docMk/>
            <pc:sldMk cId="3685130573" sldId="260"/>
            <ac:spMk id="3" creationId="{E47BBC8A-63C3-4F93-ADC3-A279A47E8504}"/>
          </ac:spMkLst>
        </pc:spChg>
        <pc:spChg chg="add del mod">
          <ac:chgData name="Umesh Gupta" userId="35470c46-d51d-41c5-aa07-3535d40f1513" providerId="ADAL" clId="{82667CB5-5A2E-4137-9E3F-2AFDF2576456}" dt="2021-11-09T16:32:47.299" v="703" actId="478"/>
          <ac:spMkLst>
            <pc:docMk/>
            <pc:sldMk cId="3685130573" sldId="260"/>
            <ac:spMk id="6" creationId="{6A49D079-7233-4594-9482-2772DC2036C7}"/>
          </ac:spMkLst>
        </pc:spChg>
        <pc:spChg chg="add del">
          <ac:chgData name="Umesh Gupta" userId="35470c46-d51d-41c5-aa07-3535d40f1513" providerId="ADAL" clId="{82667CB5-5A2E-4137-9E3F-2AFDF2576456}" dt="2021-11-09T16:33:07.532" v="704" actId="26606"/>
          <ac:spMkLst>
            <pc:docMk/>
            <pc:sldMk cId="3685130573" sldId="260"/>
            <ac:spMk id="8" creationId="{DEE2AD96-B495-4E06-9291-B71706F728CB}"/>
          </ac:spMkLst>
        </pc:spChg>
        <pc:spChg chg="add del">
          <ac:chgData name="Umesh Gupta" userId="35470c46-d51d-41c5-aa07-3535d40f1513" providerId="ADAL" clId="{82667CB5-5A2E-4137-9E3F-2AFDF2576456}" dt="2021-11-09T16:32:30.333" v="691" actId="26606"/>
          <ac:spMkLst>
            <pc:docMk/>
            <pc:sldMk cId="3685130573" sldId="260"/>
            <ac:spMk id="9" creationId="{79BB35BC-D5C2-4C8B-A22A-A71E6191913B}"/>
          </ac:spMkLst>
        </pc:spChg>
        <pc:spChg chg="add del">
          <ac:chgData name="Umesh Gupta" userId="35470c46-d51d-41c5-aa07-3535d40f1513" providerId="ADAL" clId="{82667CB5-5A2E-4137-9E3F-2AFDF2576456}" dt="2021-11-09T16:33:07.532" v="704" actId="26606"/>
          <ac:spMkLst>
            <pc:docMk/>
            <pc:sldMk cId="3685130573" sldId="260"/>
            <ac:spMk id="10" creationId="{53CF6D67-C5A8-4ADD-9E8E-1E38CA1D3166}"/>
          </ac:spMkLst>
        </pc:spChg>
        <pc:spChg chg="add del">
          <ac:chgData name="Umesh Gupta" userId="35470c46-d51d-41c5-aa07-3535d40f1513" providerId="ADAL" clId="{82667CB5-5A2E-4137-9E3F-2AFDF2576456}" dt="2021-11-09T16:33:07.532" v="704" actId="26606"/>
          <ac:spMkLst>
            <pc:docMk/>
            <pc:sldMk cId="3685130573" sldId="260"/>
            <ac:spMk id="12" creationId="{86909FA0-B515-4681-B7A8-FA281D133B94}"/>
          </ac:spMkLst>
        </pc:spChg>
        <pc:spChg chg="add del">
          <ac:chgData name="Umesh Gupta" userId="35470c46-d51d-41c5-aa07-3535d40f1513" providerId="ADAL" clId="{82667CB5-5A2E-4137-9E3F-2AFDF2576456}" dt="2021-11-09T16:33:07.532" v="704" actId="26606"/>
          <ac:spMkLst>
            <pc:docMk/>
            <pc:sldMk cId="3685130573" sldId="260"/>
            <ac:spMk id="14" creationId="{21C9FE86-FCC3-4A31-AA1C-C882262B7FE7}"/>
          </ac:spMkLst>
        </pc:spChg>
        <pc:spChg chg="add del">
          <ac:chgData name="Umesh Gupta" userId="35470c46-d51d-41c5-aa07-3535d40f1513" providerId="ADAL" clId="{82667CB5-5A2E-4137-9E3F-2AFDF2576456}" dt="2021-11-09T16:33:07.532" v="704" actId="26606"/>
          <ac:spMkLst>
            <pc:docMk/>
            <pc:sldMk cId="3685130573" sldId="260"/>
            <ac:spMk id="16" creationId="{7D96243B-ECED-4B71-8E06-AE9A285EAD20}"/>
          </ac:spMkLst>
        </pc:spChg>
        <pc:spChg chg="add del">
          <ac:chgData name="Umesh Gupta" userId="35470c46-d51d-41c5-aa07-3535d40f1513" providerId="ADAL" clId="{82667CB5-5A2E-4137-9E3F-2AFDF2576456}" dt="2021-11-09T16:33:07.532" v="704" actId="26606"/>
          <ac:spMkLst>
            <pc:docMk/>
            <pc:sldMk cId="3685130573" sldId="260"/>
            <ac:spMk id="18" creationId="{A09989E4-EFDC-4A90-A633-E0525FB4139E}"/>
          </ac:spMkLst>
        </pc:spChg>
        <pc:spChg chg="add del">
          <ac:chgData name="Umesh Gupta" userId="35470c46-d51d-41c5-aa07-3535d40f1513" providerId="ADAL" clId="{82667CB5-5A2E-4137-9E3F-2AFDF2576456}" dt="2021-11-09T16:34:07.757" v="714" actId="26606"/>
          <ac:spMkLst>
            <pc:docMk/>
            <pc:sldMk cId="3685130573" sldId="260"/>
            <ac:spMk id="25" creationId="{7905BA41-EE6E-4F80-8636-447F22DD729A}"/>
          </ac:spMkLst>
        </pc:spChg>
        <pc:spChg chg="add del">
          <ac:chgData name="Umesh Gupta" userId="35470c46-d51d-41c5-aa07-3535d40f1513" providerId="ADAL" clId="{82667CB5-5A2E-4137-9E3F-2AFDF2576456}" dt="2021-11-09T16:34:07.757" v="714" actId="26606"/>
          <ac:spMkLst>
            <pc:docMk/>
            <pc:sldMk cId="3685130573" sldId="260"/>
            <ac:spMk id="27" creationId="{CD7549B2-EE05-4558-8C64-AC46755F2B25}"/>
          </ac:spMkLst>
        </pc:spChg>
        <pc:spChg chg="add del">
          <ac:chgData name="Umesh Gupta" userId="35470c46-d51d-41c5-aa07-3535d40f1513" providerId="ADAL" clId="{82667CB5-5A2E-4137-9E3F-2AFDF2576456}" dt="2021-11-09T16:33:53.144" v="709" actId="26606"/>
          <ac:spMkLst>
            <pc:docMk/>
            <pc:sldMk cId="3685130573" sldId="260"/>
            <ac:spMk id="32" creationId="{3E443FD7-A66B-4AA0-872D-B088B9BC5F17}"/>
          </ac:spMkLst>
        </pc:spChg>
        <pc:spChg chg="add del">
          <ac:chgData name="Umesh Gupta" userId="35470c46-d51d-41c5-aa07-3535d40f1513" providerId="ADAL" clId="{82667CB5-5A2E-4137-9E3F-2AFDF2576456}" dt="2021-11-09T16:33:53.144" v="709" actId="26606"/>
          <ac:spMkLst>
            <pc:docMk/>
            <pc:sldMk cId="3685130573" sldId="260"/>
            <ac:spMk id="34" creationId="{C04BE0EF-3561-49B4-9A29-F283168A91C7}"/>
          </ac:spMkLst>
        </pc:spChg>
        <pc:spChg chg="add del">
          <ac:chgData name="Umesh Gupta" userId="35470c46-d51d-41c5-aa07-3535d40f1513" providerId="ADAL" clId="{82667CB5-5A2E-4137-9E3F-2AFDF2576456}" dt="2021-11-09T16:34:02.473" v="711" actId="26606"/>
          <ac:spMkLst>
            <pc:docMk/>
            <pc:sldMk cId="3685130573" sldId="260"/>
            <ac:spMk id="36" creationId="{89F9D4E8-0639-444B-949B-9518585061AF}"/>
          </ac:spMkLst>
        </pc:spChg>
        <pc:spChg chg="add del">
          <ac:chgData name="Umesh Gupta" userId="35470c46-d51d-41c5-aa07-3535d40f1513" providerId="ADAL" clId="{82667CB5-5A2E-4137-9E3F-2AFDF2576456}" dt="2021-11-09T16:34:02.473" v="711" actId="26606"/>
          <ac:spMkLst>
            <pc:docMk/>
            <pc:sldMk cId="3685130573" sldId="260"/>
            <ac:spMk id="37" creationId="{8555C5B3-193A-4749-9AFD-682E53CDDE8F}"/>
          </ac:spMkLst>
        </pc:spChg>
        <pc:spChg chg="add del">
          <ac:chgData name="Umesh Gupta" userId="35470c46-d51d-41c5-aa07-3535d40f1513" providerId="ADAL" clId="{82667CB5-5A2E-4137-9E3F-2AFDF2576456}" dt="2021-11-09T16:34:02.473" v="711" actId="26606"/>
          <ac:spMkLst>
            <pc:docMk/>
            <pc:sldMk cId="3685130573" sldId="260"/>
            <ac:spMk id="38" creationId="{7E3DA7A2-ED70-4BBA-AB72-00AD461FA405}"/>
          </ac:spMkLst>
        </pc:spChg>
        <pc:spChg chg="add del">
          <ac:chgData name="Umesh Gupta" userId="35470c46-d51d-41c5-aa07-3535d40f1513" providerId="ADAL" clId="{82667CB5-5A2E-4137-9E3F-2AFDF2576456}" dt="2021-11-09T16:34:02.473" v="711" actId="26606"/>
          <ac:spMkLst>
            <pc:docMk/>
            <pc:sldMk cId="3685130573" sldId="260"/>
            <ac:spMk id="39" creationId="{2EAE06A6-F76A-41C9-827A-C561B004485C}"/>
          </ac:spMkLst>
        </pc:spChg>
        <pc:spChg chg="add del">
          <ac:chgData name="Umesh Gupta" userId="35470c46-d51d-41c5-aa07-3535d40f1513" providerId="ADAL" clId="{82667CB5-5A2E-4137-9E3F-2AFDF2576456}" dt="2021-11-09T16:34:02.473" v="711" actId="26606"/>
          <ac:spMkLst>
            <pc:docMk/>
            <pc:sldMk cId="3685130573" sldId="260"/>
            <ac:spMk id="40" creationId="{FC485432-3647-4218-B5D3-15D3FA222B13}"/>
          </ac:spMkLst>
        </pc:spChg>
        <pc:spChg chg="add del">
          <ac:chgData name="Umesh Gupta" userId="35470c46-d51d-41c5-aa07-3535d40f1513" providerId="ADAL" clId="{82667CB5-5A2E-4137-9E3F-2AFDF2576456}" dt="2021-11-09T16:34:02.473" v="711" actId="26606"/>
          <ac:spMkLst>
            <pc:docMk/>
            <pc:sldMk cId="3685130573" sldId="260"/>
            <ac:spMk id="42" creationId="{F4AFDDCA-6ABA-4D23-8A5C-1BF0F4308148}"/>
          </ac:spMkLst>
        </pc:spChg>
        <pc:spChg chg="add del">
          <ac:chgData name="Umesh Gupta" userId="35470c46-d51d-41c5-aa07-3535d40f1513" providerId="ADAL" clId="{82667CB5-5A2E-4137-9E3F-2AFDF2576456}" dt="2021-11-09T16:34:07.734" v="713" actId="26606"/>
          <ac:spMkLst>
            <pc:docMk/>
            <pc:sldMk cId="3685130573" sldId="260"/>
            <ac:spMk id="44" creationId="{ACBE1851-2230-47A9-B000-CE9046EA61B9}"/>
          </ac:spMkLst>
        </pc:spChg>
        <pc:spChg chg="add">
          <ac:chgData name="Umesh Gupta" userId="35470c46-d51d-41c5-aa07-3535d40f1513" providerId="ADAL" clId="{82667CB5-5A2E-4137-9E3F-2AFDF2576456}" dt="2021-11-09T16:34:07.757" v="714" actId="26606"/>
          <ac:spMkLst>
            <pc:docMk/>
            <pc:sldMk cId="3685130573" sldId="260"/>
            <ac:spMk id="47" creationId="{8555C5B3-193A-4749-9AFD-682E53CDDE8F}"/>
          </ac:spMkLst>
        </pc:spChg>
        <pc:spChg chg="add">
          <ac:chgData name="Umesh Gupta" userId="35470c46-d51d-41c5-aa07-3535d40f1513" providerId="ADAL" clId="{82667CB5-5A2E-4137-9E3F-2AFDF2576456}" dt="2021-11-09T16:34:07.757" v="714" actId="26606"/>
          <ac:spMkLst>
            <pc:docMk/>
            <pc:sldMk cId="3685130573" sldId="260"/>
            <ac:spMk id="48" creationId="{2EAE06A6-F76A-41C9-827A-C561B004485C}"/>
          </ac:spMkLst>
        </pc:spChg>
        <pc:spChg chg="add">
          <ac:chgData name="Umesh Gupta" userId="35470c46-d51d-41c5-aa07-3535d40f1513" providerId="ADAL" clId="{82667CB5-5A2E-4137-9E3F-2AFDF2576456}" dt="2021-11-09T16:34:07.757" v="714" actId="26606"/>
          <ac:spMkLst>
            <pc:docMk/>
            <pc:sldMk cId="3685130573" sldId="260"/>
            <ac:spMk id="49" creationId="{89F9D4E8-0639-444B-949B-9518585061AF}"/>
          </ac:spMkLst>
        </pc:spChg>
        <pc:spChg chg="add">
          <ac:chgData name="Umesh Gupta" userId="35470c46-d51d-41c5-aa07-3535d40f1513" providerId="ADAL" clId="{82667CB5-5A2E-4137-9E3F-2AFDF2576456}" dt="2021-11-09T16:34:07.757" v="714" actId="26606"/>
          <ac:spMkLst>
            <pc:docMk/>
            <pc:sldMk cId="3685130573" sldId="260"/>
            <ac:spMk id="50" creationId="{7E3DA7A2-ED70-4BBA-AB72-00AD461FA405}"/>
          </ac:spMkLst>
        </pc:spChg>
        <pc:spChg chg="add">
          <ac:chgData name="Umesh Gupta" userId="35470c46-d51d-41c5-aa07-3535d40f1513" providerId="ADAL" clId="{82667CB5-5A2E-4137-9E3F-2AFDF2576456}" dt="2021-11-09T16:34:07.757" v="714" actId="26606"/>
          <ac:spMkLst>
            <pc:docMk/>
            <pc:sldMk cId="3685130573" sldId="260"/>
            <ac:spMk id="51" creationId="{FC485432-3647-4218-B5D3-15D3FA222B13}"/>
          </ac:spMkLst>
        </pc:spChg>
        <pc:spChg chg="add">
          <ac:chgData name="Umesh Gupta" userId="35470c46-d51d-41c5-aa07-3535d40f1513" providerId="ADAL" clId="{82667CB5-5A2E-4137-9E3F-2AFDF2576456}" dt="2021-11-09T16:34:07.757" v="714" actId="26606"/>
          <ac:spMkLst>
            <pc:docMk/>
            <pc:sldMk cId="3685130573" sldId="260"/>
            <ac:spMk id="52" creationId="{F4AFDDCA-6ABA-4D23-8A5C-1BF0F4308148}"/>
          </ac:spMkLst>
        </pc:spChg>
        <pc:picChg chg="add del">
          <ac:chgData name="Umesh Gupta" userId="35470c46-d51d-41c5-aa07-3535d40f1513" providerId="ADAL" clId="{82667CB5-5A2E-4137-9E3F-2AFDF2576456}" dt="2021-11-09T16:32:30.333" v="691" actId="26606"/>
          <ac:picMkLst>
            <pc:docMk/>
            <pc:sldMk cId="3685130573" sldId="260"/>
            <ac:picMk id="5" creationId="{F05BB452-471E-4A67-9BBA-FD6DB0DC361C}"/>
          </ac:picMkLst>
        </pc:picChg>
        <pc:picChg chg="add mod">
          <ac:chgData name="Umesh Gupta" userId="35470c46-d51d-41c5-aa07-3535d40f1513" providerId="ADAL" clId="{82667CB5-5A2E-4137-9E3F-2AFDF2576456}" dt="2021-11-09T16:34:07.757" v="714" actId="26606"/>
          <ac:picMkLst>
            <pc:docMk/>
            <pc:sldMk cId="3685130573" sldId="260"/>
            <ac:picMk id="22" creationId="{69BEEBA3-6151-4344-851B-B5D1DDBB89C6}"/>
          </ac:picMkLst>
        </pc:picChg>
        <pc:cxnChg chg="add del">
          <ac:chgData name="Umesh Gupta" userId="35470c46-d51d-41c5-aa07-3535d40f1513" providerId="ADAL" clId="{82667CB5-5A2E-4137-9E3F-2AFDF2576456}" dt="2021-11-09T16:34:07.734" v="713" actId="26606"/>
          <ac:cxnSpMkLst>
            <pc:docMk/>
            <pc:sldMk cId="3685130573" sldId="260"/>
            <ac:cxnSpMk id="45" creationId="{23B93832-6514-44F4-849B-5EE2C8A2337D}"/>
          </ac:cxnSpMkLst>
        </pc:cxnChg>
      </pc:sldChg>
      <pc:sldChg chg="addSp delSp modSp add mod">
        <pc:chgData name="Umesh Gupta" userId="35470c46-d51d-41c5-aa07-3535d40f1513" providerId="ADAL" clId="{82667CB5-5A2E-4137-9E3F-2AFDF2576456}" dt="2021-11-09T15:36:43.996" v="281" actId="20577"/>
        <pc:sldMkLst>
          <pc:docMk/>
          <pc:sldMk cId="1224032123" sldId="261"/>
        </pc:sldMkLst>
        <pc:spChg chg="add del mod">
          <ac:chgData name="Umesh Gupta" userId="35470c46-d51d-41c5-aa07-3535d40f1513" providerId="ADAL" clId="{82667CB5-5A2E-4137-9E3F-2AFDF2576456}" dt="2021-11-09T15:28:46.163" v="248"/>
          <ac:spMkLst>
            <pc:docMk/>
            <pc:sldMk cId="1224032123" sldId="261"/>
            <ac:spMk id="4" creationId="{A8189916-911D-4725-B095-231F956962DC}"/>
          </ac:spMkLst>
        </pc:spChg>
        <pc:spChg chg="add mod">
          <ac:chgData name="Umesh Gupta" userId="35470c46-d51d-41c5-aa07-3535d40f1513" providerId="ADAL" clId="{82667CB5-5A2E-4137-9E3F-2AFDF2576456}" dt="2021-11-09T15:36:43.996" v="281" actId="20577"/>
          <ac:spMkLst>
            <pc:docMk/>
            <pc:sldMk cId="1224032123" sldId="261"/>
            <ac:spMk id="14" creationId="{0AA2132B-2911-4F40-9C0C-DDE032B1E00E}"/>
          </ac:spMkLst>
        </pc:spChg>
        <pc:picChg chg="del">
          <ac:chgData name="Umesh Gupta" userId="35470c46-d51d-41c5-aa07-3535d40f1513" providerId="ADAL" clId="{82667CB5-5A2E-4137-9E3F-2AFDF2576456}" dt="2021-11-09T15:28:12.784" v="246" actId="478"/>
          <ac:picMkLst>
            <pc:docMk/>
            <pc:sldMk cId="1224032123" sldId="261"/>
            <ac:picMk id="5" creationId="{45485951-3784-4A61-AF16-437933E2C4DA}"/>
          </ac:picMkLst>
        </pc:picChg>
        <pc:picChg chg="add mod ord">
          <ac:chgData name="Umesh Gupta" userId="35470c46-d51d-41c5-aa07-3535d40f1513" providerId="ADAL" clId="{82667CB5-5A2E-4137-9E3F-2AFDF2576456}" dt="2021-11-09T15:28:50.993" v="250" actId="1076"/>
          <ac:picMkLst>
            <pc:docMk/>
            <pc:sldMk cId="1224032123" sldId="261"/>
            <ac:picMk id="7" creationId="{5ABD0943-0431-41E6-8C30-68D1778CDDC9}"/>
          </ac:picMkLst>
        </pc:picChg>
      </pc:sldChg>
      <pc:sldChg chg="addSp delSp modSp add del mod">
        <pc:chgData name="Umesh Gupta" userId="35470c46-d51d-41c5-aa07-3535d40f1513" providerId="ADAL" clId="{82667CB5-5A2E-4137-9E3F-2AFDF2576456}" dt="2021-11-09T15:27:40.981" v="242" actId="2696"/>
        <pc:sldMkLst>
          <pc:docMk/>
          <pc:sldMk cId="2199074598" sldId="261"/>
        </pc:sldMkLst>
        <pc:spChg chg="add mod">
          <ac:chgData name="Umesh Gupta" userId="35470c46-d51d-41c5-aa07-3535d40f1513" providerId="ADAL" clId="{82667CB5-5A2E-4137-9E3F-2AFDF2576456}" dt="2021-11-09T15:27:13.275" v="241" actId="478"/>
          <ac:spMkLst>
            <pc:docMk/>
            <pc:sldMk cId="2199074598" sldId="261"/>
            <ac:spMk id="6" creationId="{E3AF29F3-0BFC-496B-8A87-FB2E99788147}"/>
          </ac:spMkLst>
        </pc:spChg>
        <pc:picChg chg="add">
          <ac:chgData name="Umesh Gupta" userId="35470c46-d51d-41c5-aa07-3535d40f1513" providerId="ADAL" clId="{82667CB5-5A2E-4137-9E3F-2AFDF2576456}" dt="2021-11-09T15:27:11.201" v="240"/>
          <ac:picMkLst>
            <pc:docMk/>
            <pc:sldMk cId="2199074598" sldId="261"/>
            <ac:picMk id="3" creationId="{9D5022FE-77A7-4D7C-A688-4FA1FC088C5E}"/>
          </ac:picMkLst>
        </pc:picChg>
        <pc:picChg chg="del">
          <ac:chgData name="Umesh Gupta" userId="35470c46-d51d-41c5-aa07-3535d40f1513" providerId="ADAL" clId="{82667CB5-5A2E-4137-9E3F-2AFDF2576456}" dt="2021-11-09T15:27:13.275" v="241" actId="478"/>
          <ac:picMkLst>
            <pc:docMk/>
            <pc:sldMk cId="2199074598" sldId="261"/>
            <ac:picMk id="5" creationId="{45485951-3784-4A61-AF16-437933E2C4DA}"/>
          </ac:picMkLst>
        </pc:picChg>
      </pc:sldChg>
      <pc:sldChg chg="addSp delSp modSp add mod">
        <pc:chgData name="Umesh Gupta" userId="35470c46-d51d-41c5-aa07-3535d40f1513" providerId="ADAL" clId="{82667CB5-5A2E-4137-9E3F-2AFDF2576456}" dt="2021-11-09T15:56:52.636" v="424" actId="20577"/>
        <pc:sldMkLst>
          <pc:docMk/>
          <pc:sldMk cId="3761358930" sldId="262"/>
        </pc:sldMkLst>
        <pc:spChg chg="mod">
          <ac:chgData name="Umesh Gupta" userId="35470c46-d51d-41c5-aa07-3535d40f1513" providerId="ADAL" clId="{82667CB5-5A2E-4137-9E3F-2AFDF2576456}" dt="2021-11-09T15:38:05.385" v="318" actId="20577"/>
          <ac:spMkLst>
            <pc:docMk/>
            <pc:sldMk cId="3761358930" sldId="262"/>
            <ac:spMk id="2" creationId="{85653CB2-7063-4B13-8D80-D76FA3E87091}"/>
          </ac:spMkLst>
        </pc:spChg>
        <pc:spChg chg="add mod">
          <ac:chgData name="Umesh Gupta" userId="35470c46-d51d-41c5-aa07-3535d40f1513" providerId="ADAL" clId="{82667CB5-5A2E-4137-9E3F-2AFDF2576456}" dt="2021-11-09T15:56:52.636" v="424" actId="20577"/>
          <ac:spMkLst>
            <pc:docMk/>
            <pc:sldMk cId="3761358930" sldId="262"/>
            <ac:spMk id="4" creationId="{985FFA04-E5FC-444F-9387-09C7844A55EA}"/>
          </ac:spMkLst>
        </pc:spChg>
        <pc:spChg chg="del">
          <ac:chgData name="Umesh Gupta" userId="35470c46-d51d-41c5-aa07-3535d40f1513" providerId="ADAL" clId="{82667CB5-5A2E-4137-9E3F-2AFDF2576456}" dt="2021-11-09T15:37:48.279" v="284" actId="478"/>
          <ac:spMkLst>
            <pc:docMk/>
            <pc:sldMk cId="3761358930" sldId="262"/>
            <ac:spMk id="14" creationId="{0AA2132B-2911-4F40-9C0C-DDE032B1E00E}"/>
          </ac:spMkLst>
        </pc:spChg>
        <pc:picChg chg="del">
          <ac:chgData name="Umesh Gupta" userId="35470c46-d51d-41c5-aa07-3535d40f1513" providerId="ADAL" clId="{82667CB5-5A2E-4137-9E3F-2AFDF2576456}" dt="2021-11-09T15:37:43.331" v="283" actId="478"/>
          <ac:picMkLst>
            <pc:docMk/>
            <pc:sldMk cId="3761358930" sldId="262"/>
            <ac:picMk id="7" creationId="{5ABD0943-0431-41E6-8C30-68D1778CDDC9}"/>
          </ac:picMkLst>
        </pc:picChg>
      </pc:sldChg>
      <pc:sldChg chg="addSp modSp add mod ord">
        <pc:chgData name="Umesh Gupta" userId="35470c46-d51d-41c5-aa07-3535d40f1513" providerId="ADAL" clId="{82667CB5-5A2E-4137-9E3F-2AFDF2576456}" dt="2021-11-09T16:28:59.681" v="678" actId="1076"/>
        <pc:sldMkLst>
          <pc:docMk/>
          <pc:sldMk cId="961001399" sldId="263"/>
        </pc:sldMkLst>
        <pc:spChg chg="mod">
          <ac:chgData name="Umesh Gupta" userId="35470c46-d51d-41c5-aa07-3535d40f1513" providerId="ADAL" clId="{82667CB5-5A2E-4137-9E3F-2AFDF2576456}" dt="2021-11-09T16:19:35.941" v="534" actId="20577"/>
          <ac:spMkLst>
            <pc:docMk/>
            <pc:sldMk cId="961001399" sldId="263"/>
            <ac:spMk id="4" creationId="{985FFA04-E5FC-444F-9387-09C7844A55EA}"/>
          </ac:spMkLst>
        </pc:spChg>
        <pc:picChg chg="add mod">
          <ac:chgData name="Umesh Gupta" userId="35470c46-d51d-41c5-aa07-3535d40f1513" providerId="ADAL" clId="{82667CB5-5A2E-4137-9E3F-2AFDF2576456}" dt="2021-11-09T16:28:59.681" v="678" actId="1076"/>
          <ac:picMkLst>
            <pc:docMk/>
            <pc:sldMk cId="961001399" sldId="263"/>
            <ac:picMk id="5" creationId="{E402E233-6348-46A2-9CB3-5C3CB02D230B}"/>
          </ac:picMkLst>
        </pc:picChg>
      </pc:sldChg>
      <pc:sldChg chg="addSp modSp add mod">
        <pc:chgData name="Umesh Gupta" userId="35470c46-d51d-41c5-aa07-3535d40f1513" providerId="ADAL" clId="{82667CB5-5A2E-4137-9E3F-2AFDF2576456}" dt="2021-11-09T15:55:53.597" v="408" actId="14100"/>
        <pc:sldMkLst>
          <pc:docMk/>
          <pc:sldMk cId="3878704839" sldId="264"/>
        </pc:sldMkLst>
        <pc:spChg chg="mod">
          <ac:chgData name="Umesh Gupta" userId="35470c46-d51d-41c5-aa07-3535d40f1513" providerId="ADAL" clId="{82667CB5-5A2E-4137-9E3F-2AFDF2576456}" dt="2021-11-09T15:46:37.566" v="382" actId="6549"/>
          <ac:spMkLst>
            <pc:docMk/>
            <pc:sldMk cId="3878704839" sldId="264"/>
            <ac:spMk id="4" creationId="{985FFA04-E5FC-444F-9387-09C7844A55EA}"/>
          </ac:spMkLst>
        </pc:spChg>
        <pc:spChg chg="add mod">
          <ac:chgData name="Umesh Gupta" userId="35470c46-d51d-41c5-aa07-3535d40f1513" providerId="ADAL" clId="{82667CB5-5A2E-4137-9E3F-2AFDF2576456}" dt="2021-11-09T15:55:53.597" v="408" actId="14100"/>
          <ac:spMkLst>
            <pc:docMk/>
            <pc:sldMk cId="3878704839" sldId="264"/>
            <ac:spMk id="11" creationId="{0738E010-D658-4A20-898E-A72880CC38C6}"/>
          </ac:spMkLst>
        </pc:spChg>
        <pc:picChg chg="add mod">
          <ac:chgData name="Umesh Gupta" userId="35470c46-d51d-41c5-aa07-3535d40f1513" providerId="ADAL" clId="{82667CB5-5A2E-4137-9E3F-2AFDF2576456}" dt="2021-11-09T15:47:45.598" v="386" actId="1076"/>
          <ac:picMkLst>
            <pc:docMk/>
            <pc:sldMk cId="3878704839" sldId="264"/>
            <ac:picMk id="3" creationId="{2569C144-25DB-4602-9BE8-20E2766BBA6F}"/>
          </ac:picMkLst>
        </pc:picChg>
      </pc:sldChg>
      <pc:sldChg chg="addSp delSp modSp add mod">
        <pc:chgData name="Umesh Gupta" userId="35470c46-d51d-41c5-aa07-3535d40f1513" providerId="ADAL" clId="{82667CB5-5A2E-4137-9E3F-2AFDF2576456}" dt="2021-11-09T16:00:39.226" v="448" actId="1076"/>
        <pc:sldMkLst>
          <pc:docMk/>
          <pc:sldMk cId="334168007" sldId="265"/>
        </pc:sldMkLst>
        <pc:spChg chg="mod">
          <ac:chgData name="Umesh Gupta" userId="35470c46-d51d-41c5-aa07-3535d40f1513" providerId="ADAL" clId="{82667CB5-5A2E-4137-9E3F-2AFDF2576456}" dt="2021-11-09T15:59:42.982" v="442" actId="26606"/>
          <ac:spMkLst>
            <pc:docMk/>
            <pc:sldMk cId="334168007" sldId="265"/>
            <ac:spMk id="2" creationId="{85653CB2-7063-4B13-8D80-D76FA3E87091}"/>
          </ac:spMkLst>
        </pc:spChg>
        <pc:spChg chg="del">
          <ac:chgData name="Umesh Gupta" userId="35470c46-d51d-41c5-aa07-3535d40f1513" providerId="ADAL" clId="{82667CB5-5A2E-4137-9E3F-2AFDF2576456}" dt="2021-11-09T15:56:02.584" v="410" actId="478"/>
          <ac:spMkLst>
            <pc:docMk/>
            <pc:sldMk cId="334168007" sldId="265"/>
            <ac:spMk id="4" creationId="{985FFA04-E5FC-444F-9387-09C7844A55EA}"/>
          </ac:spMkLst>
        </pc:spChg>
        <pc:spChg chg="add del mod">
          <ac:chgData name="Umesh Gupta" userId="35470c46-d51d-41c5-aa07-3535d40f1513" providerId="ADAL" clId="{82667CB5-5A2E-4137-9E3F-2AFDF2576456}" dt="2021-11-09T15:56:17.533" v="411" actId="478"/>
          <ac:spMkLst>
            <pc:docMk/>
            <pc:sldMk cId="334168007" sldId="265"/>
            <ac:spMk id="6" creationId="{76E7A144-2164-459B-8E66-1340A73B63D3}"/>
          </ac:spMkLst>
        </pc:spChg>
        <pc:spChg chg="add del mod">
          <ac:chgData name="Umesh Gupta" userId="35470c46-d51d-41c5-aa07-3535d40f1513" providerId="ADAL" clId="{82667CB5-5A2E-4137-9E3F-2AFDF2576456}" dt="2021-11-09T15:58:26.380" v="433" actId="478"/>
          <ac:spMkLst>
            <pc:docMk/>
            <pc:sldMk cId="334168007" sldId="265"/>
            <ac:spMk id="7" creationId="{0CD09A67-0F5C-49D4-B79E-37532CDCB0FC}"/>
          </ac:spMkLst>
        </pc:spChg>
        <pc:spChg chg="del">
          <ac:chgData name="Umesh Gupta" userId="35470c46-d51d-41c5-aa07-3535d40f1513" providerId="ADAL" clId="{82667CB5-5A2E-4137-9E3F-2AFDF2576456}" dt="2021-11-09T15:56:00.602" v="409" actId="478"/>
          <ac:spMkLst>
            <pc:docMk/>
            <pc:sldMk cId="334168007" sldId="265"/>
            <ac:spMk id="11" creationId="{0738E010-D658-4A20-898E-A72880CC38C6}"/>
          </ac:spMkLst>
        </pc:spChg>
        <pc:spChg chg="add mod">
          <ac:chgData name="Umesh Gupta" userId="35470c46-d51d-41c5-aa07-3535d40f1513" providerId="ADAL" clId="{82667CB5-5A2E-4137-9E3F-2AFDF2576456}" dt="2021-11-09T16:00:24.725" v="446" actId="20577"/>
          <ac:spMkLst>
            <pc:docMk/>
            <pc:sldMk cId="334168007" sldId="265"/>
            <ac:spMk id="27" creationId="{251D1524-1D2E-4DA3-AE65-145061BB552E}"/>
          </ac:spMkLst>
        </pc:spChg>
        <pc:spChg chg="add mod">
          <ac:chgData name="Umesh Gupta" userId="35470c46-d51d-41c5-aa07-3535d40f1513" providerId="ADAL" clId="{82667CB5-5A2E-4137-9E3F-2AFDF2576456}" dt="2021-11-09T16:00:39.226" v="448" actId="1076"/>
          <ac:spMkLst>
            <pc:docMk/>
            <pc:sldMk cId="334168007" sldId="265"/>
            <ac:spMk id="29" creationId="{4FC250A8-5976-4B01-B4E9-5093C7B8594B}"/>
          </ac:spMkLst>
        </pc:spChg>
        <pc:spChg chg="add del">
          <ac:chgData name="Umesh Gupta" userId="35470c46-d51d-41c5-aa07-3535d40f1513" providerId="ADAL" clId="{82667CB5-5A2E-4137-9E3F-2AFDF2576456}" dt="2021-11-09T15:59:43.013" v="443" actId="26606"/>
          <ac:spMkLst>
            <pc:docMk/>
            <pc:sldMk cId="334168007" sldId="265"/>
            <ac:spMk id="36" creationId="{2151139A-886F-4B97-8815-729AD3831BBD}"/>
          </ac:spMkLst>
        </pc:spChg>
        <pc:spChg chg="add del">
          <ac:chgData name="Umesh Gupta" userId="35470c46-d51d-41c5-aa07-3535d40f1513" providerId="ADAL" clId="{82667CB5-5A2E-4137-9E3F-2AFDF2576456}" dt="2021-11-09T15:59:43.013" v="443" actId="26606"/>
          <ac:spMkLst>
            <pc:docMk/>
            <pc:sldMk cId="334168007" sldId="265"/>
            <ac:spMk id="38" creationId="{AB5E08C4-8CDD-4623-A5B8-E998C6DEE3B7}"/>
          </ac:spMkLst>
        </pc:spChg>
        <pc:spChg chg="add del">
          <ac:chgData name="Umesh Gupta" userId="35470c46-d51d-41c5-aa07-3535d40f1513" providerId="ADAL" clId="{82667CB5-5A2E-4137-9E3F-2AFDF2576456}" dt="2021-11-09T15:59:43.013" v="443" actId="26606"/>
          <ac:spMkLst>
            <pc:docMk/>
            <pc:sldMk cId="334168007" sldId="265"/>
            <ac:spMk id="40" creationId="{15F33878-D502-4FFA-8ACE-F2AECDB2A23F}"/>
          </ac:spMkLst>
        </pc:spChg>
        <pc:spChg chg="add del">
          <ac:chgData name="Umesh Gupta" userId="35470c46-d51d-41c5-aa07-3535d40f1513" providerId="ADAL" clId="{82667CB5-5A2E-4137-9E3F-2AFDF2576456}" dt="2021-11-09T15:59:43.013" v="443" actId="26606"/>
          <ac:spMkLst>
            <pc:docMk/>
            <pc:sldMk cId="334168007" sldId="265"/>
            <ac:spMk id="42" creationId="{D3539FEE-81D3-4406-802E-60B20B16F4F6}"/>
          </ac:spMkLst>
        </pc:spChg>
        <pc:spChg chg="add del">
          <ac:chgData name="Umesh Gupta" userId="35470c46-d51d-41c5-aa07-3535d40f1513" providerId="ADAL" clId="{82667CB5-5A2E-4137-9E3F-2AFDF2576456}" dt="2021-11-09T15:59:43.013" v="443" actId="26606"/>
          <ac:spMkLst>
            <pc:docMk/>
            <pc:sldMk cId="334168007" sldId="265"/>
            <ac:spMk id="44" creationId="{DC701763-729E-462F-A5A8-E0DEFEB1E2E4}"/>
          </ac:spMkLst>
        </pc:spChg>
        <pc:spChg chg="add del">
          <ac:chgData name="Umesh Gupta" userId="35470c46-d51d-41c5-aa07-3535d40f1513" providerId="ADAL" clId="{82667CB5-5A2E-4137-9E3F-2AFDF2576456}" dt="2021-11-09T15:59:42.982" v="442" actId="26606"/>
          <ac:spMkLst>
            <pc:docMk/>
            <pc:sldMk cId="334168007" sldId="265"/>
            <ac:spMk id="49" creationId="{823AC064-BC96-4F32-8AE1-B2FD38754823}"/>
          </ac:spMkLst>
        </pc:spChg>
        <pc:spChg chg="add">
          <ac:chgData name="Umesh Gupta" userId="35470c46-d51d-41c5-aa07-3535d40f1513" providerId="ADAL" clId="{82667CB5-5A2E-4137-9E3F-2AFDF2576456}" dt="2021-11-09T15:59:43.013" v="443" actId="26606"/>
          <ac:spMkLst>
            <pc:docMk/>
            <pc:sldMk cId="334168007" sldId="265"/>
            <ac:spMk id="55" creationId="{D3539FEE-81D3-4406-802E-60B20B16F4F6}"/>
          </ac:spMkLst>
        </pc:spChg>
        <pc:spChg chg="add">
          <ac:chgData name="Umesh Gupta" userId="35470c46-d51d-41c5-aa07-3535d40f1513" providerId="ADAL" clId="{82667CB5-5A2E-4137-9E3F-2AFDF2576456}" dt="2021-11-09T15:59:43.013" v="443" actId="26606"/>
          <ac:spMkLst>
            <pc:docMk/>
            <pc:sldMk cId="334168007" sldId="265"/>
            <ac:spMk id="56" creationId="{2151139A-886F-4B97-8815-729AD3831BBD}"/>
          </ac:spMkLst>
        </pc:spChg>
        <pc:spChg chg="add">
          <ac:chgData name="Umesh Gupta" userId="35470c46-d51d-41c5-aa07-3535d40f1513" providerId="ADAL" clId="{82667CB5-5A2E-4137-9E3F-2AFDF2576456}" dt="2021-11-09T15:59:43.013" v="443" actId="26606"/>
          <ac:spMkLst>
            <pc:docMk/>
            <pc:sldMk cId="334168007" sldId="265"/>
            <ac:spMk id="57" creationId="{DC701763-729E-462F-A5A8-E0DEFEB1E2E4}"/>
          </ac:spMkLst>
        </pc:spChg>
        <pc:spChg chg="add">
          <ac:chgData name="Umesh Gupta" userId="35470c46-d51d-41c5-aa07-3535d40f1513" providerId="ADAL" clId="{82667CB5-5A2E-4137-9E3F-2AFDF2576456}" dt="2021-11-09T15:59:43.013" v="443" actId="26606"/>
          <ac:spMkLst>
            <pc:docMk/>
            <pc:sldMk cId="334168007" sldId="265"/>
            <ac:spMk id="58" creationId="{AB5E08C4-8CDD-4623-A5B8-E998C6DEE3B7}"/>
          </ac:spMkLst>
        </pc:spChg>
        <pc:spChg chg="add">
          <ac:chgData name="Umesh Gupta" userId="35470c46-d51d-41c5-aa07-3535d40f1513" providerId="ADAL" clId="{82667CB5-5A2E-4137-9E3F-2AFDF2576456}" dt="2021-11-09T15:59:43.013" v="443" actId="26606"/>
          <ac:spMkLst>
            <pc:docMk/>
            <pc:sldMk cId="334168007" sldId="265"/>
            <ac:spMk id="59" creationId="{15F33878-D502-4FFA-8ACE-F2AECDB2A23F}"/>
          </ac:spMkLst>
        </pc:spChg>
        <pc:picChg chg="del">
          <ac:chgData name="Umesh Gupta" userId="35470c46-d51d-41c5-aa07-3535d40f1513" providerId="ADAL" clId="{82667CB5-5A2E-4137-9E3F-2AFDF2576456}" dt="2021-11-09T15:56:18.535" v="412" actId="478"/>
          <ac:picMkLst>
            <pc:docMk/>
            <pc:sldMk cId="334168007" sldId="265"/>
            <ac:picMk id="3" creationId="{2569C144-25DB-4602-9BE8-20E2766BBA6F}"/>
          </ac:picMkLst>
        </pc:picChg>
        <pc:picChg chg="add mod ord">
          <ac:chgData name="Umesh Gupta" userId="35470c46-d51d-41c5-aa07-3535d40f1513" providerId="ADAL" clId="{82667CB5-5A2E-4137-9E3F-2AFDF2576456}" dt="2021-11-09T15:59:43.013" v="443" actId="26606"/>
          <ac:picMkLst>
            <pc:docMk/>
            <pc:sldMk cId="334168007" sldId="265"/>
            <ac:picMk id="9" creationId="{AC3E7CC7-667C-41E6-9F09-2AF7A965BE3A}"/>
          </ac:picMkLst>
        </pc:picChg>
        <pc:picChg chg="add mod">
          <ac:chgData name="Umesh Gupta" userId="35470c46-d51d-41c5-aa07-3535d40f1513" providerId="ADAL" clId="{82667CB5-5A2E-4137-9E3F-2AFDF2576456}" dt="2021-11-09T15:59:43.013" v="443" actId="26606"/>
          <ac:picMkLst>
            <pc:docMk/>
            <pc:sldMk cId="334168007" sldId="265"/>
            <ac:picMk id="12" creationId="{F89AAF29-68C2-4C2D-9977-A549EB073049}"/>
          </ac:picMkLst>
        </pc:picChg>
        <pc:cxnChg chg="add del">
          <ac:chgData name="Umesh Gupta" userId="35470c46-d51d-41c5-aa07-3535d40f1513" providerId="ADAL" clId="{82667CB5-5A2E-4137-9E3F-2AFDF2576456}" dt="2021-11-09T15:59:42.982" v="442" actId="26606"/>
          <ac:cxnSpMkLst>
            <pc:docMk/>
            <pc:sldMk cId="334168007" sldId="265"/>
            <ac:cxnSpMk id="51" creationId="{7E7C77BC-7138-40B1-A15B-20F57A494629}"/>
          </ac:cxnSpMkLst>
        </pc:cxnChg>
        <pc:cxnChg chg="add del">
          <ac:chgData name="Umesh Gupta" userId="35470c46-d51d-41c5-aa07-3535d40f1513" providerId="ADAL" clId="{82667CB5-5A2E-4137-9E3F-2AFDF2576456}" dt="2021-11-09T15:59:42.982" v="442" actId="26606"/>
          <ac:cxnSpMkLst>
            <pc:docMk/>
            <pc:sldMk cId="334168007" sldId="265"/>
            <ac:cxnSpMk id="53" creationId="{DB146403-F3D6-484B-B2ED-97F9565D0370}"/>
          </ac:cxnSpMkLst>
        </pc:cxnChg>
      </pc:sldChg>
      <pc:sldChg chg="addSp delSp modSp add mod">
        <pc:chgData name="Umesh Gupta" userId="35470c46-d51d-41c5-aa07-3535d40f1513" providerId="ADAL" clId="{82667CB5-5A2E-4137-9E3F-2AFDF2576456}" dt="2021-11-09T16:13:27.711" v="502" actId="1076"/>
        <pc:sldMkLst>
          <pc:docMk/>
          <pc:sldMk cId="3611644754" sldId="266"/>
        </pc:sldMkLst>
        <pc:spChg chg="del mod">
          <ac:chgData name="Umesh Gupta" userId="35470c46-d51d-41c5-aa07-3535d40f1513" providerId="ADAL" clId="{82667CB5-5A2E-4137-9E3F-2AFDF2576456}" dt="2021-11-09T16:01:25.276" v="454" actId="478"/>
          <ac:spMkLst>
            <pc:docMk/>
            <pc:sldMk cId="3611644754" sldId="266"/>
            <ac:spMk id="4" creationId="{985FFA04-E5FC-444F-9387-09C7844A55EA}"/>
          </ac:spMkLst>
        </pc:spChg>
        <pc:spChg chg="add del">
          <ac:chgData name="Umesh Gupta" userId="35470c46-d51d-41c5-aa07-3535d40f1513" providerId="ADAL" clId="{82667CB5-5A2E-4137-9E3F-2AFDF2576456}" dt="2021-11-09T16:03:23.338" v="467" actId="478"/>
          <ac:spMkLst>
            <pc:docMk/>
            <pc:sldMk cId="3611644754" sldId="266"/>
            <ac:spMk id="7" creationId="{EC935DA8-0262-4459-B1A5-C3570D6420BC}"/>
          </ac:spMkLst>
        </pc:spChg>
        <pc:spChg chg="mod">
          <ac:chgData name="Umesh Gupta" userId="35470c46-d51d-41c5-aa07-3535d40f1513" providerId="ADAL" clId="{82667CB5-5A2E-4137-9E3F-2AFDF2576456}" dt="2021-11-09T16:05:46.936" v="476" actId="5793"/>
          <ac:spMkLst>
            <pc:docMk/>
            <pc:sldMk cId="3611644754" sldId="266"/>
            <ac:spMk id="11" creationId="{0738E010-D658-4A20-898E-A72880CC38C6}"/>
          </ac:spMkLst>
        </pc:spChg>
        <pc:spChg chg="add del">
          <ac:chgData name="Umesh Gupta" userId="35470c46-d51d-41c5-aa07-3535d40f1513" providerId="ADAL" clId="{82667CB5-5A2E-4137-9E3F-2AFDF2576456}" dt="2021-11-09T16:02:38.542" v="463" actId="478"/>
          <ac:spMkLst>
            <pc:docMk/>
            <pc:sldMk cId="3611644754" sldId="266"/>
            <ac:spMk id="12" creationId="{6112E291-1BBD-46FE-9353-67D3519AC03E}"/>
          </ac:spMkLst>
        </pc:spChg>
        <pc:spChg chg="add del mod">
          <ac:chgData name="Umesh Gupta" userId="35470c46-d51d-41c5-aa07-3535d40f1513" providerId="ADAL" clId="{82667CB5-5A2E-4137-9E3F-2AFDF2576456}" dt="2021-11-09T16:02:50.559" v="465" actId="478"/>
          <ac:spMkLst>
            <pc:docMk/>
            <pc:sldMk cId="3611644754" sldId="266"/>
            <ac:spMk id="14" creationId="{01EE31D8-2EC8-4322-B757-D8CEF5124908}"/>
          </ac:spMkLst>
        </pc:spChg>
        <pc:spChg chg="add mod">
          <ac:chgData name="Umesh Gupta" userId="35470c46-d51d-41c5-aa07-3535d40f1513" providerId="ADAL" clId="{82667CB5-5A2E-4137-9E3F-2AFDF2576456}" dt="2021-11-09T16:11:46.305" v="490" actId="14100"/>
          <ac:spMkLst>
            <pc:docMk/>
            <pc:sldMk cId="3611644754" sldId="266"/>
            <ac:spMk id="19" creationId="{C1EB962C-7379-4712-8B6C-39DDE8A619EC}"/>
          </ac:spMkLst>
        </pc:spChg>
        <pc:picChg chg="del">
          <ac:chgData name="Umesh Gupta" userId="35470c46-d51d-41c5-aa07-3535d40f1513" providerId="ADAL" clId="{82667CB5-5A2E-4137-9E3F-2AFDF2576456}" dt="2021-11-09T16:01:16.980" v="451" actId="478"/>
          <ac:picMkLst>
            <pc:docMk/>
            <pc:sldMk cId="3611644754" sldId="266"/>
            <ac:picMk id="3" creationId="{2569C144-25DB-4602-9BE8-20E2766BBA6F}"/>
          </ac:picMkLst>
        </pc:picChg>
        <pc:picChg chg="add mod">
          <ac:chgData name="Umesh Gupta" userId="35470c46-d51d-41c5-aa07-3535d40f1513" providerId="ADAL" clId="{82667CB5-5A2E-4137-9E3F-2AFDF2576456}" dt="2021-11-09T16:13:17.048" v="499" actId="1076"/>
          <ac:picMkLst>
            <pc:docMk/>
            <pc:sldMk cId="3611644754" sldId="266"/>
            <ac:picMk id="9" creationId="{7E8D582C-E82E-47A7-84B6-3C724B243C61}"/>
          </ac:picMkLst>
        </pc:picChg>
        <pc:picChg chg="add mod">
          <ac:chgData name="Umesh Gupta" userId="35470c46-d51d-41c5-aa07-3535d40f1513" providerId="ADAL" clId="{82667CB5-5A2E-4137-9E3F-2AFDF2576456}" dt="2021-11-09T16:13:27.711" v="502" actId="1076"/>
          <ac:picMkLst>
            <pc:docMk/>
            <pc:sldMk cId="3611644754" sldId="266"/>
            <ac:picMk id="15" creationId="{AFC86F12-2BC9-4968-B350-F53196801F93}"/>
          </ac:picMkLst>
        </pc:picChg>
      </pc:sldChg>
      <pc:sldChg chg="add del">
        <pc:chgData name="Umesh Gupta" userId="35470c46-d51d-41c5-aa07-3535d40f1513" providerId="ADAL" clId="{82667CB5-5A2E-4137-9E3F-2AFDF2576456}" dt="2021-11-09T16:30:41.523" v="679" actId="47"/>
        <pc:sldMkLst>
          <pc:docMk/>
          <pc:sldMk cId="888319609" sldId="267"/>
        </pc:sldMkLst>
      </pc:sldChg>
      <pc:sldChg chg="addSp delSp modSp add mod">
        <pc:chgData name="Umesh Gupta" userId="35470c46-d51d-41c5-aa07-3535d40f1513" providerId="ADAL" clId="{82667CB5-5A2E-4137-9E3F-2AFDF2576456}" dt="2021-11-09T16:27:29.426" v="669" actId="1076"/>
        <pc:sldMkLst>
          <pc:docMk/>
          <pc:sldMk cId="4077131089" sldId="268"/>
        </pc:sldMkLst>
        <pc:spChg chg="del mod">
          <ac:chgData name="Umesh Gupta" userId="35470c46-d51d-41c5-aa07-3535d40f1513" providerId="ADAL" clId="{82667CB5-5A2E-4137-9E3F-2AFDF2576456}" dt="2021-11-09T16:23:30.940" v="638" actId="478"/>
          <ac:spMkLst>
            <pc:docMk/>
            <pc:sldMk cId="4077131089" sldId="268"/>
            <ac:spMk id="4" creationId="{985FFA04-E5FC-444F-9387-09C7844A55EA}"/>
          </ac:spMkLst>
        </pc:spChg>
        <pc:spChg chg="add mod">
          <ac:chgData name="Umesh Gupta" userId="35470c46-d51d-41c5-aa07-3535d40f1513" providerId="ADAL" clId="{82667CB5-5A2E-4137-9E3F-2AFDF2576456}" dt="2021-11-09T16:23:37.144" v="640" actId="14100"/>
          <ac:spMkLst>
            <pc:docMk/>
            <pc:sldMk cId="4077131089" sldId="268"/>
            <ac:spMk id="10" creationId="{7CA9BCCE-434A-4542-9AFC-556488A1EBE2}"/>
          </ac:spMkLst>
        </pc:spChg>
        <pc:spChg chg="add mod">
          <ac:chgData name="Umesh Gupta" userId="35470c46-d51d-41c5-aa07-3535d40f1513" providerId="ADAL" clId="{82667CB5-5A2E-4137-9E3F-2AFDF2576456}" dt="2021-11-09T16:25:54.096" v="660" actId="1076"/>
          <ac:spMkLst>
            <pc:docMk/>
            <pc:sldMk cId="4077131089" sldId="268"/>
            <ac:spMk id="14" creationId="{4932FF2A-732C-41C9-B9A1-922B89002569}"/>
          </ac:spMkLst>
        </pc:spChg>
        <pc:spChg chg="add mod">
          <ac:chgData name="Umesh Gupta" userId="35470c46-d51d-41c5-aa07-3535d40f1513" providerId="ADAL" clId="{82667CB5-5A2E-4137-9E3F-2AFDF2576456}" dt="2021-11-09T16:26:40.367" v="665" actId="1076"/>
          <ac:spMkLst>
            <pc:docMk/>
            <pc:sldMk cId="4077131089" sldId="268"/>
            <ac:spMk id="16" creationId="{320FDBAB-6A75-4DBA-918E-5A6DDE83A67A}"/>
          </ac:spMkLst>
        </pc:spChg>
        <pc:picChg chg="add mod">
          <ac:chgData name="Umesh Gupta" userId="35470c46-d51d-41c5-aa07-3535d40f1513" providerId="ADAL" clId="{82667CB5-5A2E-4137-9E3F-2AFDF2576456}" dt="2021-11-09T16:24:37.670" v="648" actId="1076"/>
          <ac:picMkLst>
            <pc:docMk/>
            <pc:sldMk cId="4077131089" sldId="268"/>
            <ac:picMk id="6" creationId="{B3F570AB-0F54-406E-AC6E-A0974880295C}"/>
          </ac:picMkLst>
        </pc:picChg>
        <pc:picChg chg="add mod">
          <ac:chgData name="Umesh Gupta" userId="35470c46-d51d-41c5-aa07-3535d40f1513" providerId="ADAL" clId="{82667CB5-5A2E-4137-9E3F-2AFDF2576456}" dt="2021-11-09T16:27:29.426" v="669" actId="1076"/>
          <ac:picMkLst>
            <pc:docMk/>
            <pc:sldMk cId="4077131089" sldId="268"/>
            <ac:picMk id="11" creationId="{3F44EED2-5554-43CC-A641-2347FBE83178}"/>
          </ac:picMkLst>
        </pc:picChg>
      </pc:sldChg>
    </pc:docChg>
  </pc:docChgLst>
  <pc:docChgLst>
    <pc:chgData name="Umesh Gupta" userId="35470c46-d51d-41c5-aa07-3535d40f1513" providerId="ADAL" clId="{152E897F-6A63-4DC1-977E-2334549EA1BE}"/>
    <pc:docChg chg="modSld">
      <pc:chgData name="Umesh Gupta" userId="35470c46-d51d-41c5-aa07-3535d40f1513" providerId="ADAL" clId="{152E897F-6A63-4DC1-977E-2334549EA1BE}" dt="2021-11-13T04:36:30.585" v="293"/>
      <pc:docMkLst>
        <pc:docMk/>
      </pc:docMkLst>
      <pc:sldChg chg="modSp mod">
        <pc:chgData name="Umesh Gupta" userId="35470c46-d51d-41c5-aa07-3535d40f1513" providerId="ADAL" clId="{152E897F-6A63-4DC1-977E-2334549EA1BE}" dt="2021-11-10T03:57:27.203" v="1" actId="20577"/>
        <pc:sldMkLst>
          <pc:docMk/>
          <pc:sldMk cId="636869269" sldId="256"/>
        </pc:sldMkLst>
        <pc:spChg chg="mod">
          <ac:chgData name="Umesh Gupta" userId="35470c46-d51d-41c5-aa07-3535d40f1513" providerId="ADAL" clId="{152E897F-6A63-4DC1-977E-2334549EA1BE}" dt="2021-11-10T03:57:27.203" v="1" actId="20577"/>
          <ac:spMkLst>
            <pc:docMk/>
            <pc:sldMk cId="636869269" sldId="256"/>
            <ac:spMk id="2" creationId="{5A37A88A-CF21-4331-BFA7-13AD603DA985}"/>
          </ac:spMkLst>
        </pc:spChg>
      </pc:sldChg>
      <pc:sldChg chg="addSp delSp modSp mod">
        <pc:chgData name="Umesh Gupta" userId="35470c46-d51d-41c5-aa07-3535d40f1513" providerId="ADAL" clId="{152E897F-6A63-4DC1-977E-2334549EA1BE}" dt="2021-11-12T08:43:46.132" v="72" actId="9405"/>
        <pc:sldMkLst>
          <pc:docMk/>
          <pc:sldMk cId="2578341345" sldId="259"/>
        </pc:sldMkLst>
        <pc:grpChg chg="del mod">
          <ac:chgData name="Umesh Gupta" userId="35470c46-d51d-41c5-aa07-3535d40f1513" providerId="ADAL" clId="{152E897F-6A63-4DC1-977E-2334549EA1BE}" dt="2021-11-12T05:39:01.555" v="23"/>
          <ac:grpSpMkLst>
            <pc:docMk/>
            <pc:sldMk cId="2578341345" sldId="259"/>
            <ac:grpSpMk id="9" creationId="{188FFA43-5545-4B8D-AE1C-DE3CFB316C32}"/>
          </ac:grpSpMkLst>
        </pc:grpChg>
        <pc:grpChg chg="mod">
          <ac:chgData name="Umesh Gupta" userId="35470c46-d51d-41c5-aa07-3535d40f1513" providerId="ADAL" clId="{152E897F-6A63-4DC1-977E-2334549EA1BE}" dt="2021-11-12T05:36:49.293" v="16"/>
          <ac:grpSpMkLst>
            <pc:docMk/>
            <pc:sldMk cId="2578341345" sldId="259"/>
            <ac:grpSpMk id="12" creationId="{156D832F-AC31-4D7E-8EE7-F4AA23DCF28B}"/>
          </ac:grpSpMkLst>
        </pc:grpChg>
        <pc:grpChg chg="del mod">
          <ac:chgData name="Umesh Gupta" userId="35470c46-d51d-41c5-aa07-3535d40f1513" providerId="ADAL" clId="{152E897F-6A63-4DC1-977E-2334549EA1BE}" dt="2021-11-12T05:40:10.073" v="42"/>
          <ac:grpSpMkLst>
            <pc:docMk/>
            <pc:sldMk cId="2578341345" sldId="259"/>
            <ac:grpSpMk id="19" creationId="{6B2F9DC2-CE32-40DB-8F57-81CB52264B43}"/>
          </ac:grpSpMkLst>
        </pc:grpChg>
        <pc:grpChg chg="del mod">
          <ac:chgData name="Umesh Gupta" userId="35470c46-d51d-41c5-aa07-3535d40f1513" providerId="ADAL" clId="{152E897F-6A63-4DC1-977E-2334549EA1BE}" dt="2021-11-12T05:39:36.828" v="32"/>
          <ac:grpSpMkLst>
            <pc:docMk/>
            <pc:sldMk cId="2578341345" sldId="259"/>
            <ac:grpSpMk id="23" creationId="{20A6CFBE-973D-4FB9-941F-6F8B10630E3E}"/>
          </ac:grpSpMkLst>
        </pc:grpChg>
        <pc:grpChg chg="mod">
          <ac:chgData name="Umesh Gupta" userId="35470c46-d51d-41c5-aa07-3535d40f1513" providerId="ADAL" clId="{152E897F-6A63-4DC1-977E-2334549EA1BE}" dt="2021-11-12T08:39:41.239" v="52"/>
          <ac:grpSpMkLst>
            <pc:docMk/>
            <pc:sldMk cId="2578341345" sldId="259"/>
            <ac:grpSpMk id="23" creationId="{BC91A47F-ADF1-4250-BF6C-461DBBA01613}"/>
          </ac:grpSpMkLst>
        </pc:grpChg>
        <pc:grpChg chg="del mod">
          <ac:chgData name="Umesh Gupta" userId="35470c46-d51d-41c5-aa07-3535d40f1513" providerId="ADAL" clId="{152E897F-6A63-4DC1-977E-2334549EA1BE}" dt="2021-11-12T05:40:17.560" v="47"/>
          <ac:grpSpMkLst>
            <pc:docMk/>
            <pc:sldMk cId="2578341345" sldId="259"/>
            <ac:grpSpMk id="29" creationId="{008213BF-E78C-486D-9621-4BACB00B8C21}"/>
          </ac:grpSpMkLst>
        </pc:grpChg>
        <pc:grpChg chg="mod">
          <ac:chgData name="Umesh Gupta" userId="35470c46-d51d-41c5-aa07-3535d40f1513" providerId="ADAL" clId="{152E897F-6A63-4DC1-977E-2334549EA1BE}" dt="2021-11-12T05:39:52.498" v="36"/>
          <ac:grpSpMkLst>
            <pc:docMk/>
            <pc:sldMk cId="2578341345" sldId="259"/>
            <ac:grpSpMk id="33" creationId="{5B123948-9BCA-480D-AF44-7F17DE7C229F}"/>
          </ac:grpSpMkLst>
        </pc:grpChg>
        <pc:grpChg chg="mod">
          <ac:chgData name="Umesh Gupta" userId="35470c46-d51d-41c5-aa07-3535d40f1513" providerId="ADAL" clId="{152E897F-6A63-4DC1-977E-2334549EA1BE}" dt="2021-11-12T05:39:53.744" v="39"/>
          <ac:grpSpMkLst>
            <pc:docMk/>
            <pc:sldMk cId="2578341345" sldId="259"/>
            <ac:grpSpMk id="37" creationId="{5C7ACB9C-5A23-4352-8B44-E2AE991C07B9}"/>
          </ac:grpSpMkLst>
        </pc:grpChg>
        <pc:grpChg chg="mod">
          <ac:chgData name="Umesh Gupta" userId="35470c46-d51d-41c5-aa07-3535d40f1513" providerId="ADAL" clId="{152E897F-6A63-4DC1-977E-2334549EA1BE}" dt="2021-11-12T05:40:10.073" v="42"/>
          <ac:grpSpMkLst>
            <pc:docMk/>
            <pc:sldMk cId="2578341345" sldId="259"/>
            <ac:grpSpMk id="43" creationId="{59931302-0583-4D2C-8693-4D2D727EC77B}"/>
          </ac:grpSpMkLst>
        </pc:grpChg>
        <pc:grpChg chg="mod">
          <ac:chgData name="Umesh Gupta" userId="35470c46-d51d-41c5-aa07-3535d40f1513" providerId="ADAL" clId="{152E897F-6A63-4DC1-977E-2334549EA1BE}" dt="2021-11-12T05:40:17.560" v="47"/>
          <ac:grpSpMkLst>
            <pc:docMk/>
            <pc:sldMk cId="2578341345" sldId="259"/>
            <ac:grpSpMk id="49" creationId="{8C720775-6AD5-4B67-BB3E-F2AE940D3932}"/>
          </ac:grpSpMkLst>
        </pc:grpChg>
        <pc:grpChg chg="mod">
          <ac:chgData name="Umesh Gupta" userId="35470c46-d51d-41c5-aa07-3535d40f1513" providerId="ADAL" clId="{152E897F-6A63-4DC1-977E-2334549EA1BE}" dt="2021-11-12T08:41:55.224" v="61"/>
          <ac:grpSpMkLst>
            <pc:docMk/>
            <pc:sldMk cId="2578341345" sldId="259"/>
            <ac:grpSpMk id="59" creationId="{EEFAF671-069F-40D2-97D1-3009B1AF7B7A}"/>
          </ac:grpSpMkLst>
        </pc:grpChg>
        <pc:grpChg chg="mod">
          <ac:chgData name="Umesh Gupta" userId="35470c46-d51d-41c5-aa07-3535d40f1513" providerId="ADAL" clId="{152E897F-6A63-4DC1-977E-2334549EA1BE}" dt="2021-11-12T08:42:13.988" v="64"/>
          <ac:grpSpMkLst>
            <pc:docMk/>
            <pc:sldMk cId="2578341345" sldId="259"/>
            <ac:grpSpMk id="62" creationId="{00A9850A-6258-46B9-BD4B-86808E3B1F51}"/>
          </ac:grpSpMkLst>
        </pc:grpChg>
        <pc:grpChg chg="mod">
          <ac:chgData name="Umesh Gupta" userId="35470c46-d51d-41c5-aa07-3535d40f1513" providerId="ADAL" clId="{152E897F-6A63-4DC1-977E-2334549EA1BE}" dt="2021-11-12T08:43:16.643" v="67"/>
          <ac:grpSpMkLst>
            <pc:docMk/>
            <pc:sldMk cId="2578341345" sldId="259"/>
            <ac:grpSpMk id="65" creationId="{8FA11CC2-E02D-43BB-BD30-BB0FD9482B16}"/>
          </ac:grpSpMkLst>
        </pc:grpChg>
        <pc:grpChg chg="mod">
          <ac:chgData name="Umesh Gupta" userId="35470c46-d51d-41c5-aa07-3535d40f1513" providerId="ADAL" clId="{152E897F-6A63-4DC1-977E-2334549EA1BE}" dt="2021-11-12T08:43:45.592" v="71"/>
          <ac:grpSpMkLst>
            <pc:docMk/>
            <pc:sldMk cId="2578341345" sldId="259"/>
            <ac:grpSpMk id="69" creationId="{F1C29B5A-3686-42BB-A80D-4E0DB71EEC10}"/>
          </ac:grpSpMkLst>
        </pc:grpChg>
        <pc:inkChg chg="add del">
          <ac:chgData name="Umesh Gupta" userId="35470c46-d51d-41c5-aa07-3535d40f1513" providerId="ADAL" clId="{152E897F-6A63-4DC1-977E-2334549EA1BE}" dt="2021-11-10T04:00:48.793" v="3"/>
          <ac:inkMkLst>
            <pc:docMk/>
            <pc:sldMk cId="2578341345" sldId="259"/>
            <ac:inkMk id="3" creationId="{3C038DE6-F4B0-4E73-A199-3D3E9C9C8204}"/>
          </ac:inkMkLst>
        </pc:inkChg>
        <pc:inkChg chg="add">
          <ac:chgData name="Umesh Gupta" userId="35470c46-d51d-41c5-aa07-3535d40f1513" providerId="ADAL" clId="{152E897F-6A63-4DC1-977E-2334549EA1BE}" dt="2021-11-12T05:36:09.195" v="8" actId="9405"/>
          <ac:inkMkLst>
            <pc:docMk/>
            <pc:sldMk cId="2578341345" sldId="259"/>
            <ac:inkMk id="3" creationId="{6CC2D4C4-81BF-418F-83B5-62A564FE7780}"/>
          </ac:inkMkLst>
        </pc:inkChg>
        <pc:inkChg chg="add">
          <ac:chgData name="Umesh Gupta" userId="35470c46-d51d-41c5-aa07-3535d40f1513" providerId="ADAL" clId="{152E897F-6A63-4DC1-977E-2334549EA1BE}" dt="2021-11-12T05:36:19.114" v="9" actId="9405"/>
          <ac:inkMkLst>
            <pc:docMk/>
            <pc:sldMk cId="2578341345" sldId="259"/>
            <ac:inkMk id="4" creationId="{11BDAA18-413C-4E74-AD97-DCEFED2917E8}"/>
          </ac:inkMkLst>
        </pc:inkChg>
        <pc:inkChg chg="add del">
          <ac:chgData name="Umesh Gupta" userId="35470c46-d51d-41c5-aa07-3535d40f1513" providerId="ADAL" clId="{152E897F-6A63-4DC1-977E-2334549EA1BE}" dt="2021-11-10T04:01:00.366" v="7"/>
          <ac:inkMkLst>
            <pc:docMk/>
            <pc:sldMk cId="2578341345" sldId="259"/>
            <ac:inkMk id="4" creationId="{A9C9AB6C-C5AC-45BD-9386-D33D433A0990}"/>
          </ac:inkMkLst>
        </pc:inkChg>
        <pc:inkChg chg="add">
          <ac:chgData name="Umesh Gupta" userId="35470c46-d51d-41c5-aa07-3535d40f1513" providerId="ADAL" clId="{152E897F-6A63-4DC1-977E-2334549EA1BE}" dt="2021-11-12T05:36:23.111" v="10" actId="9405"/>
          <ac:inkMkLst>
            <pc:docMk/>
            <pc:sldMk cId="2578341345" sldId="259"/>
            <ac:inkMk id="6" creationId="{04EC4061-E607-45A1-B510-EC76A77FBC46}"/>
          </ac:inkMkLst>
        </pc:inkChg>
        <pc:inkChg chg="add del">
          <ac:chgData name="Umesh Gupta" userId="35470c46-d51d-41c5-aa07-3535d40f1513" providerId="ADAL" clId="{152E897F-6A63-4DC1-977E-2334549EA1BE}" dt="2021-11-10T04:01:00.364" v="6"/>
          <ac:inkMkLst>
            <pc:docMk/>
            <pc:sldMk cId="2578341345" sldId="259"/>
            <ac:inkMk id="6" creationId="{92DC6BB2-0D85-4B3A-8615-995E4D135EC0}"/>
          </ac:inkMkLst>
        </pc:inkChg>
        <pc:inkChg chg="add mod">
          <ac:chgData name="Umesh Gupta" userId="35470c46-d51d-41c5-aa07-3535d40f1513" providerId="ADAL" clId="{152E897F-6A63-4DC1-977E-2334549EA1BE}" dt="2021-11-12T05:40:10.073" v="42"/>
          <ac:inkMkLst>
            <pc:docMk/>
            <pc:sldMk cId="2578341345" sldId="259"/>
            <ac:inkMk id="7" creationId="{AE48F008-3410-4895-9416-A2F3B4916AD2}"/>
          </ac:inkMkLst>
        </pc:inkChg>
        <pc:inkChg chg="add mod">
          <ac:chgData name="Umesh Gupta" userId="35470c46-d51d-41c5-aa07-3535d40f1513" providerId="ADAL" clId="{152E897F-6A63-4DC1-977E-2334549EA1BE}" dt="2021-11-12T05:40:10.073" v="42"/>
          <ac:inkMkLst>
            <pc:docMk/>
            <pc:sldMk cId="2578341345" sldId="259"/>
            <ac:inkMk id="8" creationId="{A1536F64-9180-4CA5-9B27-67EE3819A2C8}"/>
          </ac:inkMkLst>
        </pc:inkChg>
        <pc:inkChg chg="add mod">
          <ac:chgData name="Umesh Gupta" userId="35470c46-d51d-41c5-aa07-3535d40f1513" providerId="ADAL" clId="{152E897F-6A63-4DC1-977E-2334549EA1BE}" dt="2021-11-12T08:39:41.239" v="52"/>
          <ac:inkMkLst>
            <pc:docMk/>
            <pc:sldMk cId="2578341345" sldId="259"/>
            <ac:inkMk id="9" creationId="{2E7A1A3F-918F-4D58-BFA7-3D33FCC685FA}"/>
          </ac:inkMkLst>
        </pc:inkChg>
        <pc:inkChg chg="add mod">
          <ac:chgData name="Umesh Gupta" userId="35470c46-d51d-41c5-aa07-3535d40f1513" providerId="ADAL" clId="{152E897F-6A63-4DC1-977E-2334549EA1BE}" dt="2021-11-12T05:36:49.293" v="16"/>
          <ac:inkMkLst>
            <pc:docMk/>
            <pc:sldMk cId="2578341345" sldId="259"/>
            <ac:inkMk id="10" creationId="{DBDA8E3C-2A0E-4BFD-AD43-23D216D0CA29}"/>
          </ac:inkMkLst>
        </pc:inkChg>
        <pc:inkChg chg="add mod">
          <ac:chgData name="Umesh Gupta" userId="35470c46-d51d-41c5-aa07-3535d40f1513" providerId="ADAL" clId="{152E897F-6A63-4DC1-977E-2334549EA1BE}" dt="2021-11-12T05:36:49.293" v="16"/>
          <ac:inkMkLst>
            <pc:docMk/>
            <pc:sldMk cId="2578341345" sldId="259"/>
            <ac:inkMk id="11" creationId="{194DD7B6-7C60-49B4-88B8-ED4139426C52}"/>
          </ac:inkMkLst>
        </pc:inkChg>
        <pc:inkChg chg="add">
          <ac:chgData name="Umesh Gupta" userId="35470c46-d51d-41c5-aa07-3535d40f1513" providerId="ADAL" clId="{152E897F-6A63-4DC1-977E-2334549EA1BE}" dt="2021-11-12T05:37:23.749" v="17" actId="9405"/>
          <ac:inkMkLst>
            <pc:docMk/>
            <pc:sldMk cId="2578341345" sldId="259"/>
            <ac:inkMk id="13" creationId="{1B643538-DB5E-49BD-A594-1E5AB917E08A}"/>
          </ac:inkMkLst>
        </pc:inkChg>
        <pc:inkChg chg="add">
          <ac:chgData name="Umesh Gupta" userId="35470c46-d51d-41c5-aa07-3535d40f1513" providerId="ADAL" clId="{152E897F-6A63-4DC1-977E-2334549EA1BE}" dt="2021-11-12T05:37:30.237" v="18" actId="9405"/>
          <ac:inkMkLst>
            <pc:docMk/>
            <pc:sldMk cId="2578341345" sldId="259"/>
            <ac:inkMk id="14" creationId="{F92F1D79-24AA-4155-8C55-F6F85BA61E6E}"/>
          </ac:inkMkLst>
        </pc:inkChg>
        <pc:inkChg chg="add">
          <ac:chgData name="Umesh Gupta" userId="35470c46-d51d-41c5-aa07-3535d40f1513" providerId="ADAL" clId="{152E897F-6A63-4DC1-977E-2334549EA1BE}" dt="2021-11-12T05:37:37.764" v="19" actId="9405"/>
          <ac:inkMkLst>
            <pc:docMk/>
            <pc:sldMk cId="2578341345" sldId="259"/>
            <ac:inkMk id="15" creationId="{4A9BE6B2-9204-4CFD-A27F-DD1985E867BC}"/>
          </ac:inkMkLst>
        </pc:inkChg>
        <pc:inkChg chg="add">
          <ac:chgData name="Umesh Gupta" userId="35470c46-d51d-41c5-aa07-3535d40f1513" providerId="ADAL" clId="{152E897F-6A63-4DC1-977E-2334549EA1BE}" dt="2021-11-12T05:38:13.157" v="20" actId="9405"/>
          <ac:inkMkLst>
            <pc:docMk/>
            <pc:sldMk cId="2578341345" sldId="259"/>
            <ac:inkMk id="16" creationId="{A2A86696-E66A-4CD6-A8C1-D45B2C2A2B57}"/>
          </ac:inkMkLst>
        </pc:inkChg>
        <pc:inkChg chg="add mod">
          <ac:chgData name="Umesh Gupta" userId="35470c46-d51d-41c5-aa07-3535d40f1513" providerId="ADAL" clId="{152E897F-6A63-4DC1-977E-2334549EA1BE}" dt="2021-11-12T05:40:10.073" v="42"/>
          <ac:inkMkLst>
            <pc:docMk/>
            <pc:sldMk cId="2578341345" sldId="259"/>
            <ac:inkMk id="17" creationId="{FB60A44E-0DB7-4CD8-8A7B-9789B97DDEE1}"/>
          </ac:inkMkLst>
        </pc:inkChg>
        <pc:inkChg chg="add mod">
          <ac:chgData name="Umesh Gupta" userId="35470c46-d51d-41c5-aa07-3535d40f1513" providerId="ADAL" clId="{152E897F-6A63-4DC1-977E-2334549EA1BE}" dt="2021-11-12T05:40:10.073" v="42"/>
          <ac:inkMkLst>
            <pc:docMk/>
            <pc:sldMk cId="2578341345" sldId="259"/>
            <ac:inkMk id="18" creationId="{1EB873EA-F62A-4486-8604-9864E6603413}"/>
          </ac:inkMkLst>
        </pc:inkChg>
        <pc:inkChg chg="add mod">
          <ac:chgData name="Umesh Gupta" userId="35470c46-d51d-41c5-aa07-3535d40f1513" providerId="ADAL" clId="{152E897F-6A63-4DC1-977E-2334549EA1BE}" dt="2021-11-12T08:39:41.239" v="52"/>
          <ac:inkMkLst>
            <pc:docMk/>
            <pc:sldMk cId="2578341345" sldId="259"/>
            <ac:inkMk id="19" creationId="{24B733F2-9A11-4273-9210-04920B8D5169}"/>
          </ac:inkMkLst>
        </pc:inkChg>
        <pc:inkChg chg="add mod">
          <ac:chgData name="Umesh Gupta" userId="35470c46-d51d-41c5-aa07-3535d40f1513" providerId="ADAL" clId="{152E897F-6A63-4DC1-977E-2334549EA1BE}" dt="2021-11-12T05:40:17.560" v="47"/>
          <ac:inkMkLst>
            <pc:docMk/>
            <pc:sldMk cId="2578341345" sldId="259"/>
            <ac:inkMk id="20" creationId="{12425094-7636-41D0-BC0C-779DD3D8C4EC}"/>
          </ac:inkMkLst>
        </pc:inkChg>
        <pc:inkChg chg="add mod">
          <ac:chgData name="Umesh Gupta" userId="35470c46-d51d-41c5-aa07-3535d40f1513" providerId="ADAL" clId="{152E897F-6A63-4DC1-977E-2334549EA1BE}" dt="2021-11-12T05:40:17.560" v="47"/>
          <ac:inkMkLst>
            <pc:docMk/>
            <pc:sldMk cId="2578341345" sldId="259"/>
            <ac:inkMk id="21" creationId="{A50D9F13-5C6E-4859-9ED0-E503928FB3CD}"/>
          </ac:inkMkLst>
        </pc:inkChg>
        <pc:inkChg chg="add mod">
          <ac:chgData name="Umesh Gupta" userId="35470c46-d51d-41c5-aa07-3535d40f1513" providerId="ADAL" clId="{152E897F-6A63-4DC1-977E-2334549EA1BE}" dt="2021-11-12T05:40:17.560" v="47"/>
          <ac:inkMkLst>
            <pc:docMk/>
            <pc:sldMk cId="2578341345" sldId="259"/>
            <ac:inkMk id="22" creationId="{1A3AEBB3-8E25-4728-9579-2C7954E62A1F}"/>
          </ac:inkMkLst>
        </pc:inkChg>
        <pc:inkChg chg="add">
          <ac:chgData name="Umesh Gupta" userId="35470c46-d51d-41c5-aa07-3535d40f1513" providerId="ADAL" clId="{152E897F-6A63-4DC1-977E-2334549EA1BE}" dt="2021-11-12T05:39:12.611" v="28" actId="9405"/>
          <ac:inkMkLst>
            <pc:docMk/>
            <pc:sldMk cId="2578341345" sldId="259"/>
            <ac:inkMk id="24" creationId="{E022BC13-AEDB-4C3A-952E-11BC4B2FBEA1}"/>
          </ac:inkMkLst>
        </pc:inkChg>
        <pc:inkChg chg="add">
          <ac:chgData name="Umesh Gupta" userId="35470c46-d51d-41c5-aa07-3535d40f1513" providerId="ADAL" clId="{152E897F-6A63-4DC1-977E-2334549EA1BE}" dt="2021-11-12T05:39:22.907" v="29" actId="9405"/>
          <ac:inkMkLst>
            <pc:docMk/>
            <pc:sldMk cId="2578341345" sldId="259"/>
            <ac:inkMk id="25" creationId="{6CA91E73-78AF-4EBA-B4FB-DFF39B89634F}"/>
          </ac:inkMkLst>
        </pc:inkChg>
        <pc:inkChg chg="add mod">
          <ac:chgData name="Umesh Gupta" userId="35470c46-d51d-41c5-aa07-3535d40f1513" providerId="ADAL" clId="{152E897F-6A63-4DC1-977E-2334549EA1BE}" dt="2021-11-12T05:40:17.560" v="47"/>
          <ac:inkMkLst>
            <pc:docMk/>
            <pc:sldMk cId="2578341345" sldId="259"/>
            <ac:inkMk id="26" creationId="{E8AAEE43-7933-4CF5-9EC9-DF6806BC8DCE}"/>
          </ac:inkMkLst>
        </pc:inkChg>
        <pc:inkChg chg="add mod">
          <ac:chgData name="Umesh Gupta" userId="35470c46-d51d-41c5-aa07-3535d40f1513" providerId="ADAL" clId="{152E897F-6A63-4DC1-977E-2334549EA1BE}" dt="2021-11-12T05:40:17.560" v="47"/>
          <ac:inkMkLst>
            <pc:docMk/>
            <pc:sldMk cId="2578341345" sldId="259"/>
            <ac:inkMk id="27" creationId="{B8D89784-B2F3-4222-ACCC-AE71EBFFD96E}"/>
          </ac:inkMkLst>
        </pc:inkChg>
        <pc:inkChg chg="add">
          <ac:chgData name="Umesh Gupta" userId="35470c46-d51d-41c5-aa07-3535d40f1513" providerId="ADAL" clId="{152E897F-6A63-4DC1-977E-2334549EA1BE}" dt="2021-11-12T08:40:11.690" v="53" actId="9405"/>
          <ac:inkMkLst>
            <pc:docMk/>
            <pc:sldMk cId="2578341345" sldId="259"/>
            <ac:inkMk id="29" creationId="{B7809D05-9EFE-4611-82B4-43A7C707B82A}"/>
          </ac:inkMkLst>
        </pc:inkChg>
        <pc:inkChg chg="add">
          <ac:chgData name="Umesh Gupta" userId="35470c46-d51d-41c5-aa07-3535d40f1513" providerId="ADAL" clId="{152E897F-6A63-4DC1-977E-2334549EA1BE}" dt="2021-11-12T05:39:49.930" v="33" actId="9405"/>
          <ac:inkMkLst>
            <pc:docMk/>
            <pc:sldMk cId="2578341345" sldId="259"/>
            <ac:inkMk id="30" creationId="{5119048D-2E79-4CB2-B5D5-5ED4A76941B2}"/>
          </ac:inkMkLst>
        </pc:inkChg>
        <pc:inkChg chg="add mod">
          <ac:chgData name="Umesh Gupta" userId="35470c46-d51d-41c5-aa07-3535d40f1513" providerId="ADAL" clId="{152E897F-6A63-4DC1-977E-2334549EA1BE}" dt="2021-11-12T05:39:52.498" v="36"/>
          <ac:inkMkLst>
            <pc:docMk/>
            <pc:sldMk cId="2578341345" sldId="259"/>
            <ac:inkMk id="31" creationId="{E760D9F1-A3BA-4FFF-B83F-9926011AFDC3}"/>
          </ac:inkMkLst>
        </pc:inkChg>
        <pc:inkChg chg="add mod">
          <ac:chgData name="Umesh Gupta" userId="35470c46-d51d-41c5-aa07-3535d40f1513" providerId="ADAL" clId="{152E897F-6A63-4DC1-977E-2334549EA1BE}" dt="2021-11-12T05:39:52.498" v="36"/>
          <ac:inkMkLst>
            <pc:docMk/>
            <pc:sldMk cId="2578341345" sldId="259"/>
            <ac:inkMk id="32" creationId="{ADC5AB37-4445-415C-875B-2EF13FFB3FE9}"/>
          </ac:inkMkLst>
        </pc:inkChg>
        <pc:inkChg chg="add mod">
          <ac:chgData name="Umesh Gupta" userId="35470c46-d51d-41c5-aa07-3535d40f1513" providerId="ADAL" clId="{152E897F-6A63-4DC1-977E-2334549EA1BE}" dt="2021-11-12T05:39:53.744" v="39"/>
          <ac:inkMkLst>
            <pc:docMk/>
            <pc:sldMk cId="2578341345" sldId="259"/>
            <ac:inkMk id="34" creationId="{51CD4CAE-C7DE-49F6-A671-07B19904194A}"/>
          </ac:inkMkLst>
        </pc:inkChg>
        <pc:inkChg chg="add mod">
          <ac:chgData name="Umesh Gupta" userId="35470c46-d51d-41c5-aa07-3535d40f1513" providerId="ADAL" clId="{152E897F-6A63-4DC1-977E-2334549EA1BE}" dt="2021-11-12T05:39:53.744" v="39"/>
          <ac:inkMkLst>
            <pc:docMk/>
            <pc:sldMk cId="2578341345" sldId="259"/>
            <ac:inkMk id="35" creationId="{56EB0260-5E94-4728-968E-11FD6105C8F9}"/>
          </ac:inkMkLst>
        </pc:inkChg>
        <pc:inkChg chg="add">
          <ac:chgData name="Umesh Gupta" userId="35470c46-d51d-41c5-aa07-3535d40f1513" providerId="ADAL" clId="{152E897F-6A63-4DC1-977E-2334549EA1BE}" dt="2021-11-12T05:40:00.526" v="40" actId="9405"/>
          <ac:inkMkLst>
            <pc:docMk/>
            <pc:sldMk cId="2578341345" sldId="259"/>
            <ac:inkMk id="39" creationId="{F39BF045-B0AE-48A4-AC16-C16C03B87CC5}"/>
          </ac:inkMkLst>
        </pc:inkChg>
        <pc:inkChg chg="add mod">
          <ac:chgData name="Umesh Gupta" userId="35470c46-d51d-41c5-aa07-3535d40f1513" providerId="ADAL" clId="{152E897F-6A63-4DC1-977E-2334549EA1BE}" dt="2021-11-12T05:40:10.073" v="42"/>
          <ac:inkMkLst>
            <pc:docMk/>
            <pc:sldMk cId="2578341345" sldId="259"/>
            <ac:inkMk id="41" creationId="{AFB21431-01E4-4B6A-A470-EA77E7E96AA7}"/>
          </ac:inkMkLst>
        </pc:inkChg>
        <pc:inkChg chg="add mod">
          <ac:chgData name="Umesh Gupta" userId="35470c46-d51d-41c5-aa07-3535d40f1513" providerId="ADAL" clId="{152E897F-6A63-4DC1-977E-2334549EA1BE}" dt="2021-11-12T05:40:17.560" v="47"/>
          <ac:inkMkLst>
            <pc:docMk/>
            <pc:sldMk cId="2578341345" sldId="259"/>
            <ac:inkMk id="45" creationId="{F29BAD14-9F6F-4A2B-B939-8438111352C0}"/>
          </ac:inkMkLst>
        </pc:inkChg>
        <pc:inkChg chg="add mod">
          <ac:chgData name="Umesh Gupta" userId="35470c46-d51d-41c5-aa07-3535d40f1513" providerId="ADAL" clId="{152E897F-6A63-4DC1-977E-2334549EA1BE}" dt="2021-11-12T05:40:17.560" v="47"/>
          <ac:inkMkLst>
            <pc:docMk/>
            <pc:sldMk cId="2578341345" sldId="259"/>
            <ac:inkMk id="46" creationId="{967237A9-9DEB-4C68-8333-C3D385D6FAEF}"/>
          </ac:inkMkLst>
        </pc:inkChg>
        <pc:inkChg chg="add mod">
          <ac:chgData name="Umesh Gupta" userId="35470c46-d51d-41c5-aa07-3535d40f1513" providerId="ADAL" clId="{152E897F-6A63-4DC1-977E-2334549EA1BE}" dt="2021-11-12T05:40:17.560" v="47"/>
          <ac:inkMkLst>
            <pc:docMk/>
            <pc:sldMk cId="2578341345" sldId="259"/>
            <ac:inkMk id="47" creationId="{DD997680-B56B-4A04-B7E6-A69148B7B662}"/>
          </ac:inkMkLst>
        </pc:inkChg>
        <pc:inkChg chg="add mod">
          <ac:chgData name="Umesh Gupta" userId="35470c46-d51d-41c5-aa07-3535d40f1513" providerId="ADAL" clId="{152E897F-6A63-4DC1-977E-2334549EA1BE}" dt="2021-11-12T05:40:17.560" v="47"/>
          <ac:inkMkLst>
            <pc:docMk/>
            <pc:sldMk cId="2578341345" sldId="259"/>
            <ac:inkMk id="48" creationId="{2B58CD52-CE35-4960-8065-7D3725E7C828}"/>
          </ac:inkMkLst>
        </pc:inkChg>
        <pc:inkChg chg="add">
          <ac:chgData name="Umesh Gupta" userId="35470c46-d51d-41c5-aa07-3535d40f1513" providerId="ADAL" clId="{152E897F-6A63-4DC1-977E-2334549EA1BE}" dt="2021-11-12T05:40:25.981" v="48" actId="9405"/>
          <ac:inkMkLst>
            <pc:docMk/>
            <pc:sldMk cId="2578341345" sldId="259"/>
            <ac:inkMk id="50" creationId="{E7A2F178-903D-4F2D-9A4E-6E67BC86BB32}"/>
          </ac:inkMkLst>
        </pc:inkChg>
        <pc:inkChg chg="add">
          <ac:chgData name="Umesh Gupta" userId="35470c46-d51d-41c5-aa07-3535d40f1513" providerId="ADAL" clId="{152E897F-6A63-4DC1-977E-2334549EA1BE}" dt="2021-11-12T05:40:28.095" v="49" actId="9405"/>
          <ac:inkMkLst>
            <pc:docMk/>
            <pc:sldMk cId="2578341345" sldId="259"/>
            <ac:inkMk id="51" creationId="{1F90562C-7820-4EC0-95D5-A53750722F55}"/>
          </ac:inkMkLst>
        </pc:inkChg>
        <pc:inkChg chg="add">
          <ac:chgData name="Umesh Gupta" userId="35470c46-d51d-41c5-aa07-3535d40f1513" providerId="ADAL" clId="{152E897F-6A63-4DC1-977E-2334549EA1BE}" dt="2021-11-12T08:40:14.404" v="54" actId="9405"/>
          <ac:inkMkLst>
            <pc:docMk/>
            <pc:sldMk cId="2578341345" sldId="259"/>
            <ac:inkMk id="52" creationId="{66C40776-DD6C-4D3A-BC48-0D9CA63E8C2D}"/>
          </ac:inkMkLst>
        </pc:inkChg>
        <pc:inkChg chg="add">
          <ac:chgData name="Umesh Gupta" userId="35470c46-d51d-41c5-aa07-3535d40f1513" providerId="ADAL" clId="{152E897F-6A63-4DC1-977E-2334549EA1BE}" dt="2021-11-12T08:40:16.403" v="55" actId="9405"/>
          <ac:inkMkLst>
            <pc:docMk/>
            <pc:sldMk cId="2578341345" sldId="259"/>
            <ac:inkMk id="53" creationId="{B667F16E-B5DD-4BCD-9732-5047B64CC186}"/>
          </ac:inkMkLst>
        </pc:inkChg>
        <pc:inkChg chg="add">
          <ac:chgData name="Umesh Gupta" userId="35470c46-d51d-41c5-aa07-3535d40f1513" providerId="ADAL" clId="{152E897F-6A63-4DC1-977E-2334549EA1BE}" dt="2021-11-12T08:40:25.403" v="56" actId="9405"/>
          <ac:inkMkLst>
            <pc:docMk/>
            <pc:sldMk cId="2578341345" sldId="259"/>
            <ac:inkMk id="54" creationId="{C839F056-5B7C-4199-B20C-D7A4C4604076}"/>
          </ac:inkMkLst>
        </pc:inkChg>
        <pc:inkChg chg="add">
          <ac:chgData name="Umesh Gupta" userId="35470c46-d51d-41c5-aa07-3535d40f1513" providerId="ADAL" clId="{152E897F-6A63-4DC1-977E-2334549EA1BE}" dt="2021-11-12T08:40:30.183" v="57" actId="9405"/>
          <ac:inkMkLst>
            <pc:docMk/>
            <pc:sldMk cId="2578341345" sldId="259"/>
            <ac:inkMk id="55" creationId="{4881E4D8-EA70-4159-827A-2707FD8B999E}"/>
          </ac:inkMkLst>
        </pc:inkChg>
        <pc:inkChg chg="add">
          <ac:chgData name="Umesh Gupta" userId="35470c46-d51d-41c5-aa07-3535d40f1513" providerId="ADAL" clId="{152E897F-6A63-4DC1-977E-2334549EA1BE}" dt="2021-11-12T08:41:37.679" v="58" actId="9405"/>
          <ac:inkMkLst>
            <pc:docMk/>
            <pc:sldMk cId="2578341345" sldId="259"/>
            <ac:inkMk id="56" creationId="{99B641F1-0622-4231-9CFD-ABE31815D43A}"/>
          </ac:inkMkLst>
        </pc:inkChg>
        <pc:inkChg chg="add mod">
          <ac:chgData name="Umesh Gupta" userId="35470c46-d51d-41c5-aa07-3535d40f1513" providerId="ADAL" clId="{152E897F-6A63-4DC1-977E-2334549EA1BE}" dt="2021-11-12T08:41:55.224" v="61"/>
          <ac:inkMkLst>
            <pc:docMk/>
            <pc:sldMk cId="2578341345" sldId="259"/>
            <ac:inkMk id="57" creationId="{30154C86-BA82-4B6A-A104-24E353A3BBD3}"/>
          </ac:inkMkLst>
        </pc:inkChg>
        <pc:inkChg chg="add mod">
          <ac:chgData name="Umesh Gupta" userId="35470c46-d51d-41c5-aa07-3535d40f1513" providerId="ADAL" clId="{152E897F-6A63-4DC1-977E-2334549EA1BE}" dt="2021-11-12T08:41:55.224" v="61"/>
          <ac:inkMkLst>
            <pc:docMk/>
            <pc:sldMk cId="2578341345" sldId="259"/>
            <ac:inkMk id="58" creationId="{833CB40A-5C6A-4C26-9F75-E814ECF8BD5F}"/>
          </ac:inkMkLst>
        </pc:inkChg>
        <pc:inkChg chg="add mod">
          <ac:chgData name="Umesh Gupta" userId="35470c46-d51d-41c5-aa07-3535d40f1513" providerId="ADAL" clId="{152E897F-6A63-4DC1-977E-2334549EA1BE}" dt="2021-11-12T08:42:13.988" v="64"/>
          <ac:inkMkLst>
            <pc:docMk/>
            <pc:sldMk cId="2578341345" sldId="259"/>
            <ac:inkMk id="60" creationId="{72D3D2EE-6CFD-4DCF-A668-6B19BBC0DE3A}"/>
          </ac:inkMkLst>
        </pc:inkChg>
        <pc:inkChg chg="add mod">
          <ac:chgData name="Umesh Gupta" userId="35470c46-d51d-41c5-aa07-3535d40f1513" providerId="ADAL" clId="{152E897F-6A63-4DC1-977E-2334549EA1BE}" dt="2021-11-12T08:42:13.988" v="64"/>
          <ac:inkMkLst>
            <pc:docMk/>
            <pc:sldMk cId="2578341345" sldId="259"/>
            <ac:inkMk id="61" creationId="{E75A437A-4C03-4ADC-B9AB-A654966A3F0A}"/>
          </ac:inkMkLst>
        </pc:inkChg>
        <pc:inkChg chg="add mod">
          <ac:chgData name="Umesh Gupta" userId="35470c46-d51d-41c5-aa07-3535d40f1513" providerId="ADAL" clId="{152E897F-6A63-4DC1-977E-2334549EA1BE}" dt="2021-11-12T08:43:16.643" v="67"/>
          <ac:inkMkLst>
            <pc:docMk/>
            <pc:sldMk cId="2578341345" sldId="259"/>
            <ac:inkMk id="63" creationId="{6C33D904-D9CE-4A86-95B8-1BC7A316D356}"/>
          </ac:inkMkLst>
        </pc:inkChg>
        <pc:inkChg chg="add mod">
          <ac:chgData name="Umesh Gupta" userId="35470c46-d51d-41c5-aa07-3535d40f1513" providerId="ADAL" clId="{152E897F-6A63-4DC1-977E-2334549EA1BE}" dt="2021-11-12T08:43:16.643" v="67"/>
          <ac:inkMkLst>
            <pc:docMk/>
            <pc:sldMk cId="2578341345" sldId="259"/>
            <ac:inkMk id="64" creationId="{F71C7307-C4A8-4941-91E8-96E79D7CAE29}"/>
          </ac:inkMkLst>
        </pc:inkChg>
        <pc:inkChg chg="add mod">
          <ac:chgData name="Umesh Gupta" userId="35470c46-d51d-41c5-aa07-3535d40f1513" providerId="ADAL" clId="{152E897F-6A63-4DC1-977E-2334549EA1BE}" dt="2021-11-12T08:43:45.592" v="71"/>
          <ac:inkMkLst>
            <pc:docMk/>
            <pc:sldMk cId="2578341345" sldId="259"/>
            <ac:inkMk id="66" creationId="{DD1BB689-EF79-4D85-A9A9-351D69D757AE}"/>
          </ac:inkMkLst>
        </pc:inkChg>
        <pc:inkChg chg="add mod">
          <ac:chgData name="Umesh Gupta" userId="35470c46-d51d-41c5-aa07-3535d40f1513" providerId="ADAL" clId="{152E897F-6A63-4DC1-977E-2334549EA1BE}" dt="2021-11-12T08:43:45.592" v="71"/>
          <ac:inkMkLst>
            <pc:docMk/>
            <pc:sldMk cId="2578341345" sldId="259"/>
            <ac:inkMk id="67" creationId="{1D02F45A-EC7A-4693-B89A-02EFB39180B0}"/>
          </ac:inkMkLst>
        </pc:inkChg>
        <pc:inkChg chg="add">
          <ac:chgData name="Umesh Gupta" userId="35470c46-d51d-41c5-aa07-3535d40f1513" providerId="ADAL" clId="{152E897F-6A63-4DC1-977E-2334549EA1BE}" dt="2021-11-12T08:43:44.697" v="70" actId="9405"/>
          <ac:inkMkLst>
            <pc:docMk/>
            <pc:sldMk cId="2578341345" sldId="259"/>
            <ac:inkMk id="68" creationId="{9579F3DE-49DA-4988-BBDC-B5E73F0D325F}"/>
          </ac:inkMkLst>
        </pc:inkChg>
        <pc:inkChg chg="add">
          <ac:chgData name="Umesh Gupta" userId="35470c46-d51d-41c5-aa07-3535d40f1513" providerId="ADAL" clId="{152E897F-6A63-4DC1-977E-2334549EA1BE}" dt="2021-11-12T08:43:46.132" v="72" actId="9405"/>
          <ac:inkMkLst>
            <pc:docMk/>
            <pc:sldMk cId="2578341345" sldId="259"/>
            <ac:inkMk id="70" creationId="{4FC97BB6-15FB-4197-9367-E93E719519BB}"/>
          </ac:inkMkLst>
        </pc:inkChg>
      </pc:sldChg>
      <pc:sldChg chg="addSp mod">
        <pc:chgData name="Umesh Gupta" userId="35470c46-d51d-41c5-aa07-3535d40f1513" providerId="ADAL" clId="{152E897F-6A63-4DC1-977E-2334549EA1BE}" dt="2021-11-12T08:52:10.099" v="114" actId="9405"/>
        <pc:sldMkLst>
          <pc:docMk/>
          <pc:sldMk cId="1224032123" sldId="261"/>
        </pc:sldMkLst>
        <pc:inkChg chg="add">
          <ac:chgData name="Umesh Gupta" userId="35470c46-d51d-41c5-aa07-3535d40f1513" providerId="ADAL" clId="{152E897F-6A63-4DC1-977E-2334549EA1BE}" dt="2021-11-12T08:50:01.224" v="107" actId="9405"/>
          <ac:inkMkLst>
            <pc:docMk/>
            <pc:sldMk cId="1224032123" sldId="261"/>
            <ac:inkMk id="3" creationId="{785826E6-036A-4417-924E-8AB2FFC19DF4}"/>
          </ac:inkMkLst>
        </pc:inkChg>
        <pc:inkChg chg="add">
          <ac:chgData name="Umesh Gupta" userId="35470c46-d51d-41c5-aa07-3535d40f1513" providerId="ADAL" clId="{152E897F-6A63-4DC1-977E-2334549EA1BE}" dt="2021-11-12T08:50:04.339" v="108" actId="9405"/>
          <ac:inkMkLst>
            <pc:docMk/>
            <pc:sldMk cId="1224032123" sldId="261"/>
            <ac:inkMk id="4" creationId="{C25E9A34-C14A-4A21-9B16-8F1AAB9DF98F}"/>
          </ac:inkMkLst>
        </pc:inkChg>
        <pc:inkChg chg="add">
          <ac:chgData name="Umesh Gupta" userId="35470c46-d51d-41c5-aa07-3535d40f1513" providerId="ADAL" clId="{152E897F-6A63-4DC1-977E-2334549EA1BE}" dt="2021-11-12T08:52:08.455" v="113" actId="9405"/>
          <ac:inkMkLst>
            <pc:docMk/>
            <pc:sldMk cId="1224032123" sldId="261"/>
            <ac:inkMk id="5" creationId="{E696246F-A28C-4AF8-9547-EA3CF79DD632}"/>
          </ac:inkMkLst>
        </pc:inkChg>
        <pc:inkChg chg="add">
          <ac:chgData name="Umesh Gupta" userId="35470c46-d51d-41c5-aa07-3535d40f1513" providerId="ADAL" clId="{152E897F-6A63-4DC1-977E-2334549EA1BE}" dt="2021-11-12T08:52:10.099" v="114" actId="9405"/>
          <ac:inkMkLst>
            <pc:docMk/>
            <pc:sldMk cId="1224032123" sldId="261"/>
            <ac:inkMk id="6" creationId="{5CBF5061-90A0-4EC6-9978-2A3418D6BC48}"/>
          </ac:inkMkLst>
        </pc:inkChg>
      </pc:sldChg>
      <pc:sldChg chg="addSp delSp modSp mod">
        <pc:chgData name="Umesh Gupta" userId="35470c46-d51d-41c5-aa07-3535d40f1513" providerId="ADAL" clId="{152E897F-6A63-4DC1-977E-2334549EA1BE}" dt="2021-11-12T08:56:49.426" v="163"/>
        <pc:sldMkLst>
          <pc:docMk/>
          <pc:sldMk cId="3761358930" sldId="262"/>
        </pc:sldMkLst>
        <pc:grpChg chg="mod">
          <ac:chgData name="Umesh Gupta" userId="35470c46-d51d-41c5-aa07-3535d40f1513" providerId="ADAL" clId="{152E897F-6A63-4DC1-977E-2334549EA1BE}" dt="2021-11-12T08:47:40.609" v="75"/>
          <ac:grpSpMkLst>
            <pc:docMk/>
            <pc:sldMk cId="3761358930" sldId="262"/>
            <ac:grpSpMk id="6" creationId="{D53A4E6D-31F8-4473-A0AC-C92861AC99ED}"/>
          </ac:grpSpMkLst>
        </pc:grpChg>
        <pc:grpChg chg="mod">
          <ac:chgData name="Umesh Gupta" userId="35470c46-d51d-41c5-aa07-3535d40f1513" providerId="ADAL" clId="{152E897F-6A63-4DC1-977E-2334549EA1BE}" dt="2021-11-12T08:48:31.196" v="83"/>
          <ac:grpSpMkLst>
            <pc:docMk/>
            <pc:sldMk cId="3761358930" sldId="262"/>
            <ac:grpSpMk id="14" creationId="{DF85AE94-2286-4355-B979-8301196E1118}"/>
          </ac:grpSpMkLst>
        </pc:grpChg>
        <pc:grpChg chg="del mod">
          <ac:chgData name="Umesh Gupta" userId="35470c46-d51d-41c5-aa07-3535d40f1513" providerId="ADAL" clId="{152E897F-6A63-4DC1-977E-2334549EA1BE}" dt="2021-11-12T08:48:45.991" v="90"/>
          <ac:grpSpMkLst>
            <pc:docMk/>
            <pc:sldMk cId="3761358930" sldId="262"/>
            <ac:grpSpMk id="18" creationId="{1BA08630-CA7A-487F-8C49-4247211E655A}"/>
          </ac:grpSpMkLst>
        </pc:grpChg>
        <pc:grpChg chg="mod">
          <ac:chgData name="Umesh Gupta" userId="35470c46-d51d-41c5-aa07-3535d40f1513" providerId="ADAL" clId="{152E897F-6A63-4DC1-977E-2334549EA1BE}" dt="2021-11-12T08:48:45.991" v="90"/>
          <ac:grpSpMkLst>
            <pc:docMk/>
            <pc:sldMk cId="3761358930" sldId="262"/>
            <ac:grpSpMk id="21" creationId="{76F3EBA8-8C73-424F-93BE-8808EE5DB114}"/>
          </ac:grpSpMkLst>
        </pc:grpChg>
        <pc:grpChg chg="mod">
          <ac:chgData name="Umesh Gupta" userId="35470c46-d51d-41c5-aa07-3535d40f1513" providerId="ADAL" clId="{152E897F-6A63-4DC1-977E-2334549EA1BE}" dt="2021-11-12T08:48:55.539" v="105"/>
          <ac:grpSpMkLst>
            <pc:docMk/>
            <pc:sldMk cId="3761358930" sldId="262"/>
            <ac:grpSpMk id="37" creationId="{1D169DCB-C9B3-477E-9783-948BD57A631F}"/>
          </ac:grpSpMkLst>
        </pc:grpChg>
        <pc:grpChg chg="mod">
          <ac:chgData name="Umesh Gupta" userId="35470c46-d51d-41c5-aa07-3535d40f1513" providerId="ADAL" clId="{152E897F-6A63-4DC1-977E-2334549EA1BE}" dt="2021-11-12T08:50:22.118" v="112"/>
          <ac:grpSpMkLst>
            <pc:docMk/>
            <pc:sldMk cId="3761358930" sldId="262"/>
            <ac:grpSpMk id="46" creationId="{DDDD917C-F785-4E18-B248-9AB636F2C7AE}"/>
          </ac:grpSpMkLst>
        </pc:grpChg>
        <pc:grpChg chg="mod">
          <ac:chgData name="Umesh Gupta" userId="35470c46-d51d-41c5-aa07-3535d40f1513" providerId="ADAL" clId="{152E897F-6A63-4DC1-977E-2334549EA1BE}" dt="2021-11-12T08:52:27.550" v="124"/>
          <ac:grpSpMkLst>
            <pc:docMk/>
            <pc:sldMk cId="3761358930" sldId="262"/>
            <ac:grpSpMk id="56" creationId="{EB89E948-9DCA-4654-B678-9D1BB4F1E69B}"/>
          </ac:grpSpMkLst>
        </pc:grpChg>
        <pc:grpChg chg="mod">
          <ac:chgData name="Umesh Gupta" userId="35470c46-d51d-41c5-aa07-3535d40f1513" providerId="ADAL" clId="{152E897F-6A63-4DC1-977E-2334549EA1BE}" dt="2021-11-12T08:52:32.883" v="137"/>
          <ac:grpSpMkLst>
            <pc:docMk/>
            <pc:sldMk cId="3761358930" sldId="262"/>
            <ac:grpSpMk id="69" creationId="{F2921820-CD70-4CF5-A970-ED00A505E8D1}"/>
          </ac:grpSpMkLst>
        </pc:grpChg>
        <pc:grpChg chg="del mod">
          <ac:chgData name="Umesh Gupta" userId="35470c46-d51d-41c5-aa07-3535d40f1513" providerId="ADAL" clId="{152E897F-6A63-4DC1-977E-2334549EA1BE}" dt="2021-11-12T08:52:32.883" v="137"/>
          <ac:grpSpMkLst>
            <pc:docMk/>
            <pc:sldMk cId="3761358930" sldId="262"/>
            <ac:grpSpMk id="70" creationId="{0AF5266F-88AC-4A0A-AA92-EE3732FD2520}"/>
          </ac:grpSpMkLst>
        </pc:grpChg>
        <pc:grpChg chg="mod">
          <ac:chgData name="Umesh Gupta" userId="35470c46-d51d-41c5-aa07-3535d40f1513" providerId="ADAL" clId="{152E897F-6A63-4DC1-977E-2334549EA1BE}" dt="2021-11-12T08:52:32.883" v="137"/>
          <ac:grpSpMkLst>
            <pc:docMk/>
            <pc:sldMk cId="3761358930" sldId="262"/>
            <ac:grpSpMk id="71" creationId="{BB683792-1272-4988-9703-45FE381D46FE}"/>
          </ac:grpSpMkLst>
        </pc:grpChg>
        <pc:grpChg chg="del mod">
          <ac:chgData name="Umesh Gupta" userId="35470c46-d51d-41c5-aa07-3535d40f1513" providerId="ADAL" clId="{152E897F-6A63-4DC1-977E-2334549EA1BE}" dt="2021-11-12T08:55:26.366" v="147"/>
          <ac:grpSpMkLst>
            <pc:docMk/>
            <pc:sldMk cId="3761358930" sldId="262"/>
            <ac:grpSpMk id="75" creationId="{87D4C528-8972-4368-82FB-3C1A39517D9B}"/>
          </ac:grpSpMkLst>
        </pc:grpChg>
        <pc:grpChg chg="mod">
          <ac:chgData name="Umesh Gupta" userId="35470c46-d51d-41c5-aa07-3535d40f1513" providerId="ADAL" clId="{152E897F-6A63-4DC1-977E-2334549EA1BE}" dt="2021-11-12T08:55:26.366" v="147"/>
          <ac:grpSpMkLst>
            <pc:docMk/>
            <pc:sldMk cId="3761358930" sldId="262"/>
            <ac:grpSpMk id="81" creationId="{507C8A3D-082A-481F-994B-57DB06783617}"/>
          </ac:grpSpMkLst>
        </pc:grpChg>
        <pc:grpChg chg="mod">
          <ac:chgData name="Umesh Gupta" userId="35470c46-d51d-41c5-aa07-3535d40f1513" providerId="ADAL" clId="{152E897F-6A63-4DC1-977E-2334549EA1BE}" dt="2021-11-12T08:55:35.366" v="151"/>
          <ac:grpSpMkLst>
            <pc:docMk/>
            <pc:sldMk cId="3761358930" sldId="262"/>
            <ac:grpSpMk id="85" creationId="{840A6ED7-BF09-4F26-9658-543DFCCDA898}"/>
          </ac:grpSpMkLst>
        </pc:grpChg>
        <pc:grpChg chg="mod">
          <ac:chgData name="Umesh Gupta" userId="35470c46-d51d-41c5-aa07-3535d40f1513" providerId="ADAL" clId="{152E897F-6A63-4DC1-977E-2334549EA1BE}" dt="2021-11-12T08:56:03.667" v="156"/>
          <ac:grpSpMkLst>
            <pc:docMk/>
            <pc:sldMk cId="3761358930" sldId="262"/>
            <ac:grpSpMk id="90" creationId="{8F311436-EC64-47D4-99A9-2A0FBAC5FF54}"/>
          </ac:grpSpMkLst>
        </pc:grpChg>
        <pc:grpChg chg="mod">
          <ac:chgData name="Umesh Gupta" userId="35470c46-d51d-41c5-aa07-3535d40f1513" providerId="ADAL" clId="{152E897F-6A63-4DC1-977E-2334549EA1BE}" dt="2021-11-12T08:56:11.822" v="160"/>
          <ac:grpSpMkLst>
            <pc:docMk/>
            <pc:sldMk cId="3761358930" sldId="262"/>
            <ac:grpSpMk id="94" creationId="{579FCA9C-040C-4DDD-AF95-0F2FBDCEB59B}"/>
          </ac:grpSpMkLst>
        </pc:grpChg>
        <pc:grpChg chg="mod">
          <ac:chgData name="Umesh Gupta" userId="35470c46-d51d-41c5-aa07-3535d40f1513" providerId="ADAL" clId="{152E897F-6A63-4DC1-977E-2334549EA1BE}" dt="2021-11-12T08:56:49.426" v="163"/>
          <ac:grpSpMkLst>
            <pc:docMk/>
            <pc:sldMk cId="3761358930" sldId="262"/>
            <ac:grpSpMk id="97" creationId="{AB5CA6B8-9553-4F0F-B425-179961C0C913}"/>
          </ac:grpSpMkLst>
        </pc:grpChg>
        <pc:inkChg chg="add mod">
          <ac:chgData name="Umesh Gupta" userId="35470c46-d51d-41c5-aa07-3535d40f1513" providerId="ADAL" clId="{152E897F-6A63-4DC1-977E-2334549EA1BE}" dt="2021-11-12T08:47:40.609" v="75"/>
          <ac:inkMkLst>
            <pc:docMk/>
            <pc:sldMk cId="3761358930" sldId="262"/>
            <ac:inkMk id="3" creationId="{9037F8C0-408B-45AD-82CD-72E9B9741B63}"/>
          </ac:inkMkLst>
        </pc:inkChg>
        <pc:inkChg chg="add mod">
          <ac:chgData name="Umesh Gupta" userId="35470c46-d51d-41c5-aa07-3535d40f1513" providerId="ADAL" clId="{152E897F-6A63-4DC1-977E-2334549EA1BE}" dt="2021-11-12T08:47:40.609" v="75"/>
          <ac:inkMkLst>
            <pc:docMk/>
            <pc:sldMk cId="3761358930" sldId="262"/>
            <ac:inkMk id="5" creationId="{C0E82C8D-6D75-4302-A974-FD09A6BC2541}"/>
          </ac:inkMkLst>
        </pc:inkChg>
        <pc:inkChg chg="add mod">
          <ac:chgData name="Umesh Gupta" userId="35470c46-d51d-41c5-aa07-3535d40f1513" providerId="ADAL" clId="{152E897F-6A63-4DC1-977E-2334549EA1BE}" dt="2021-11-12T08:48:31.196" v="83"/>
          <ac:inkMkLst>
            <pc:docMk/>
            <pc:sldMk cId="3761358930" sldId="262"/>
            <ac:inkMk id="7" creationId="{AE4A32B8-019F-4027-9094-E1C855E07CEF}"/>
          </ac:inkMkLst>
        </pc:inkChg>
        <pc:inkChg chg="add mod">
          <ac:chgData name="Umesh Gupta" userId="35470c46-d51d-41c5-aa07-3535d40f1513" providerId="ADAL" clId="{152E897F-6A63-4DC1-977E-2334549EA1BE}" dt="2021-11-12T08:48:31.196" v="83"/>
          <ac:inkMkLst>
            <pc:docMk/>
            <pc:sldMk cId="3761358930" sldId="262"/>
            <ac:inkMk id="8" creationId="{12EF82D0-2448-4B74-BC5E-8E53A797054E}"/>
          </ac:inkMkLst>
        </pc:inkChg>
        <pc:inkChg chg="add mod">
          <ac:chgData name="Umesh Gupta" userId="35470c46-d51d-41c5-aa07-3535d40f1513" providerId="ADAL" clId="{152E897F-6A63-4DC1-977E-2334549EA1BE}" dt="2021-11-12T08:48:31.196" v="83"/>
          <ac:inkMkLst>
            <pc:docMk/>
            <pc:sldMk cId="3761358930" sldId="262"/>
            <ac:inkMk id="9" creationId="{4287893C-C64C-4800-93A8-4EE8422F96A8}"/>
          </ac:inkMkLst>
        </pc:inkChg>
        <pc:inkChg chg="add mod">
          <ac:chgData name="Umesh Gupta" userId="35470c46-d51d-41c5-aa07-3535d40f1513" providerId="ADAL" clId="{152E897F-6A63-4DC1-977E-2334549EA1BE}" dt="2021-11-12T08:48:31.196" v="83"/>
          <ac:inkMkLst>
            <pc:docMk/>
            <pc:sldMk cId="3761358930" sldId="262"/>
            <ac:inkMk id="10" creationId="{7AF3F0CE-734E-420C-B765-B92C7DD55F3F}"/>
          </ac:inkMkLst>
        </pc:inkChg>
        <pc:inkChg chg="add mod">
          <ac:chgData name="Umesh Gupta" userId="35470c46-d51d-41c5-aa07-3535d40f1513" providerId="ADAL" clId="{152E897F-6A63-4DC1-977E-2334549EA1BE}" dt="2021-11-12T08:48:31.196" v="83"/>
          <ac:inkMkLst>
            <pc:docMk/>
            <pc:sldMk cId="3761358930" sldId="262"/>
            <ac:inkMk id="11" creationId="{2DB1D4FB-74A5-465A-94DB-F5475A2F939D}"/>
          </ac:inkMkLst>
        </pc:inkChg>
        <pc:inkChg chg="add mod">
          <ac:chgData name="Umesh Gupta" userId="35470c46-d51d-41c5-aa07-3535d40f1513" providerId="ADAL" clId="{152E897F-6A63-4DC1-977E-2334549EA1BE}" dt="2021-11-12T08:48:31.196" v="83"/>
          <ac:inkMkLst>
            <pc:docMk/>
            <pc:sldMk cId="3761358930" sldId="262"/>
            <ac:inkMk id="12" creationId="{FA17CBB4-1F63-415B-AC96-96776D73A24B}"/>
          </ac:inkMkLst>
        </pc:inkChg>
        <pc:inkChg chg="add mod">
          <ac:chgData name="Umesh Gupta" userId="35470c46-d51d-41c5-aa07-3535d40f1513" providerId="ADAL" clId="{152E897F-6A63-4DC1-977E-2334549EA1BE}" dt="2021-11-12T08:48:31.196" v="83"/>
          <ac:inkMkLst>
            <pc:docMk/>
            <pc:sldMk cId="3761358930" sldId="262"/>
            <ac:inkMk id="13" creationId="{AD106472-DB87-42F8-A497-119C8718FB4B}"/>
          </ac:inkMkLst>
        </pc:inkChg>
        <pc:inkChg chg="add mod">
          <ac:chgData name="Umesh Gupta" userId="35470c46-d51d-41c5-aa07-3535d40f1513" providerId="ADAL" clId="{152E897F-6A63-4DC1-977E-2334549EA1BE}" dt="2021-11-12T08:48:45.991" v="90"/>
          <ac:inkMkLst>
            <pc:docMk/>
            <pc:sldMk cId="3761358930" sldId="262"/>
            <ac:inkMk id="15" creationId="{6F2C3836-BC8B-4472-8E8C-E680F6671287}"/>
          </ac:inkMkLst>
        </pc:inkChg>
        <pc:inkChg chg="add mod">
          <ac:chgData name="Umesh Gupta" userId="35470c46-d51d-41c5-aa07-3535d40f1513" providerId="ADAL" clId="{152E897F-6A63-4DC1-977E-2334549EA1BE}" dt="2021-11-12T08:48:45.991" v="90"/>
          <ac:inkMkLst>
            <pc:docMk/>
            <pc:sldMk cId="3761358930" sldId="262"/>
            <ac:inkMk id="16" creationId="{826D3F45-ADF8-455A-B293-B27770845C7A}"/>
          </ac:inkMkLst>
        </pc:inkChg>
        <pc:inkChg chg="add mod">
          <ac:chgData name="Umesh Gupta" userId="35470c46-d51d-41c5-aa07-3535d40f1513" providerId="ADAL" clId="{152E897F-6A63-4DC1-977E-2334549EA1BE}" dt="2021-11-12T08:48:45.991" v="90"/>
          <ac:inkMkLst>
            <pc:docMk/>
            <pc:sldMk cId="3761358930" sldId="262"/>
            <ac:inkMk id="17" creationId="{EEC154B5-A454-401C-A2A0-CA69A93AE837}"/>
          </ac:inkMkLst>
        </pc:inkChg>
        <pc:inkChg chg="add mod">
          <ac:chgData name="Umesh Gupta" userId="35470c46-d51d-41c5-aa07-3535d40f1513" providerId="ADAL" clId="{152E897F-6A63-4DC1-977E-2334549EA1BE}" dt="2021-11-12T08:48:45.991" v="90"/>
          <ac:inkMkLst>
            <pc:docMk/>
            <pc:sldMk cId="3761358930" sldId="262"/>
            <ac:inkMk id="19" creationId="{E02CA3A2-8F96-48AE-AAB9-E3BA30D04D89}"/>
          </ac:inkMkLst>
        </pc:inkChg>
        <pc:inkChg chg="add mod">
          <ac:chgData name="Umesh Gupta" userId="35470c46-d51d-41c5-aa07-3535d40f1513" providerId="ADAL" clId="{152E897F-6A63-4DC1-977E-2334549EA1BE}" dt="2021-11-12T08:48:45.991" v="90"/>
          <ac:inkMkLst>
            <pc:docMk/>
            <pc:sldMk cId="3761358930" sldId="262"/>
            <ac:inkMk id="20" creationId="{BAAAA4A7-F697-479D-BBC9-4E64392829D0}"/>
          </ac:inkMkLst>
        </pc:inkChg>
        <pc:inkChg chg="add mod">
          <ac:chgData name="Umesh Gupta" userId="35470c46-d51d-41c5-aa07-3535d40f1513" providerId="ADAL" clId="{152E897F-6A63-4DC1-977E-2334549EA1BE}" dt="2021-11-12T08:48:55.539" v="105"/>
          <ac:inkMkLst>
            <pc:docMk/>
            <pc:sldMk cId="3761358930" sldId="262"/>
            <ac:inkMk id="22" creationId="{03859F2A-320F-4B30-8374-A73C10C935A4}"/>
          </ac:inkMkLst>
        </pc:inkChg>
        <pc:inkChg chg="add mod">
          <ac:chgData name="Umesh Gupta" userId="35470c46-d51d-41c5-aa07-3535d40f1513" providerId="ADAL" clId="{152E897F-6A63-4DC1-977E-2334549EA1BE}" dt="2021-11-12T08:48:55.539" v="105"/>
          <ac:inkMkLst>
            <pc:docMk/>
            <pc:sldMk cId="3761358930" sldId="262"/>
            <ac:inkMk id="23" creationId="{48E47B89-2B0A-49D1-A4AC-5FA81B77AD97}"/>
          </ac:inkMkLst>
        </pc:inkChg>
        <pc:inkChg chg="add mod">
          <ac:chgData name="Umesh Gupta" userId="35470c46-d51d-41c5-aa07-3535d40f1513" providerId="ADAL" clId="{152E897F-6A63-4DC1-977E-2334549EA1BE}" dt="2021-11-12T08:48:55.539" v="105"/>
          <ac:inkMkLst>
            <pc:docMk/>
            <pc:sldMk cId="3761358930" sldId="262"/>
            <ac:inkMk id="24" creationId="{9446DE66-EF54-4874-8991-4909DD0F1F45}"/>
          </ac:inkMkLst>
        </pc:inkChg>
        <pc:inkChg chg="add mod">
          <ac:chgData name="Umesh Gupta" userId="35470c46-d51d-41c5-aa07-3535d40f1513" providerId="ADAL" clId="{152E897F-6A63-4DC1-977E-2334549EA1BE}" dt="2021-11-12T08:48:55.539" v="105"/>
          <ac:inkMkLst>
            <pc:docMk/>
            <pc:sldMk cId="3761358930" sldId="262"/>
            <ac:inkMk id="25" creationId="{014CE7F6-0CC1-42ED-A7A5-AF7F2499A6FD}"/>
          </ac:inkMkLst>
        </pc:inkChg>
        <pc:inkChg chg="add mod">
          <ac:chgData name="Umesh Gupta" userId="35470c46-d51d-41c5-aa07-3535d40f1513" providerId="ADAL" clId="{152E897F-6A63-4DC1-977E-2334549EA1BE}" dt="2021-11-12T08:48:55.539" v="105"/>
          <ac:inkMkLst>
            <pc:docMk/>
            <pc:sldMk cId="3761358930" sldId="262"/>
            <ac:inkMk id="26" creationId="{B46CF447-9311-43B4-B166-E86A6390EE64}"/>
          </ac:inkMkLst>
        </pc:inkChg>
        <pc:inkChg chg="add mod">
          <ac:chgData name="Umesh Gupta" userId="35470c46-d51d-41c5-aa07-3535d40f1513" providerId="ADAL" clId="{152E897F-6A63-4DC1-977E-2334549EA1BE}" dt="2021-11-12T08:48:55.539" v="105"/>
          <ac:inkMkLst>
            <pc:docMk/>
            <pc:sldMk cId="3761358930" sldId="262"/>
            <ac:inkMk id="27" creationId="{2C3ED361-6C98-4831-BEF5-8377BE81DE1C}"/>
          </ac:inkMkLst>
        </pc:inkChg>
        <pc:inkChg chg="add mod">
          <ac:chgData name="Umesh Gupta" userId="35470c46-d51d-41c5-aa07-3535d40f1513" providerId="ADAL" clId="{152E897F-6A63-4DC1-977E-2334549EA1BE}" dt="2021-11-12T08:48:55.539" v="105"/>
          <ac:inkMkLst>
            <pc:docMk/>
            <pc:sldMk cId="3761358930" sldId="262"/>
            <ac:inkMk id="28" creationId="{4341715A-E40E-4189-898F-52AF7706B23E}"/>
          </ac:inkMkLst>
        </pc:inkChg>
        <pc:inkChg chg="add mod">
          <ac:chgData name="Umesh Gupta" userId="35470c46-d51d-41c5-aa07-3535d40f1513" providerId="ADAL" clId="{152E897F-6A63-4DC1-977E-2334549EA1BE}" dt="2021-11-12T08:48:55.539" v="105"/>
          <ac:inkMkLst>
            <pc:docMk/>
            <pc:sldMk cId="3761358930" sldId="262"/>
            <ac:inkMk id="29" creationId="{370F9D76-F13C-48B7-81B3-B69A93002515}"/>
          </ac:inkMkLst>
        </pc:inkChg>
        <pc:inkChg chg="add mod">
          <ac:chgData name="Umesh Gupta" userId="35470c46-d51d-41c5-aa07-3535d40f1513" providerId="ADAL" clId="{152E897F-6A63-4DC1-977E-2334549EA1BE}" dt="2021-11-12T08:48:55.539" v="105"/>
          <ac:inkMkLst>
            <pc:docMk/>
            <pc:sldMk cId="3761358930" sldId="262"/>
            <ac:inkMk id="30" creationId="{7033E8A5-04F4-4217-A7A0-255BFF6EB12A}"/>
          </ac:inkMkLst>
        </pc:inkChg>
        <pc:inkChg chg="add mod">
          <ac:chgData name="Umesh Gupta" userId="35470c46-d51d-41c5-aa07-3535d40f1513" providerId="ADAL" clId="{152E897F-6A63-4DC1-977E-2334549EA1BE}" dt="2021-11-12T08:48:55.539" v="105"/>
          <ac:inkMkLst>
            <pc:docMk/>
            <pc:sldMk cId="3761358930" sldId="262"/>
            <ac:inkMk id="31" creationId="{1CE2C601-452C-4AE9-9D3C-ED3155ADDBB7}"/>
          </ac:inkMkLst>
        </pc:inkChg>
        <pc:inkChg chg="add mod">
          <ac:chgData name="Umesh Gupta" userId="35470c46-d51d-41c5-aa07-3535d40f1513" providerId="ADAL" clId="{152E897F-6A63-4DC1-977E-2334549EA1BE}" dt="2021-11-12T08:48:55.539" v="105"/>
          <ac:inkMkLst>
            <pc:docMk/>
            <pc:sldMk cId="3761358930" sldId="262"/>
            <ac:inkMk id="32" creationId="{641FAB03-A787-42BD-B7B0-EF59AF3139A7}"/>
          </ac:inkMkLst>
        </pc:inkChg>
        <pc:inkChg chg="add mod">
          <ac:chgData name="Umesh Gupta" userId="35470c46-d51d-41c5-aa07-3535d40f1513" providerId="ADAL" clId="{152E897F-6A63-4DC1-977E-2334549EA1BE}" dt="2021-11-12T08:48:55.539" v="105"/>
          <ac:inkMkLst>
            <pc:docMk/>
            <pc:sldMk cId="3761358930" sldId="262"/>
            <ac:inkMk id="33" creationId="{A182AD5D-490D-47FE-8122-53AAEC302766}"/>
          </ac:inkMkLst>
        </pc:inkChg>
        <pc:inkChg chg="add mod">
          <ac:chgData name="Umesh Gupta" userId="35470c46-d51d-41c5-aa07-3535d40f1513" providerId="ADAL" clId="{152E897F-6A63-4DC1-977E-2334549EA1BE}" dt="2021-11-12T08:48:55.539" v="105"/>
          <ac:inkMkLst>
            <pc:docMk/>
            <pc:sldMk cId="3761358930" sldId="262"/>
            <ac:inkMk id="34" creationId="{DEEA2183-41CD-4F62-97B2-CD311CF00641}"/>
          </ac:inkMkLst>
        </pc:inkChg>
        <pc:inkChg chg="add mod">
          <ac:chgData name="Umesh Gupta" userId="35470c46-d51d-41c5-aa07-3535d40f1513" providerId="ADAL" clId="{152E897F-6A63-4DC1-977E-2334549EA1BE}" dt="2021-11-12T08:48:55.539" v="105"/>
          <ac:inkMkLst>
            <pc:docMk/>
            <pc:sldMk cId="3761358930" sldId="262"/>
            <ac:inkMk id="35" creationId="{DBA418A9-DAFB-44F2-AB11-24E0BF10AD05}"/>
          </ac:inkMkLst>
        </pc:inkChg>
        <pc:inkChg chg="add">
          <ac:chgData name="Umesh Gupta" userId="35470c46-d51d-41c5-aa07-3535d40f1513" providerId="ADAL" clId="{152E897F-6A63-4DC1-977E-2334549EA1BE}" dt="2021-11-12T08:49:46.961" v="106" actId="9405"/>
          <ac:inkMkLst>
            <pc:docMk/>
            <pc:sldMk cId="3761358930" sldId="262"/>
            <ac:inkMk id="39" creationId="{A3B1F089-BBD2-4186-A4BB-F5DB381E9CC6}"/>
          </ac:inkMkLst>
        </pc:inkChg>
        <pc:inkChg chg="add">
          <ac:chgData name="Umesh Gupta" userId="35470c46-d51d-41c5-aa07-3535d40f1513" providerId="ADAL" clId="{152E897F-6A63-4DC1-977E-2334549EA1BE}" dt="2021-11-12T08:50:11.849" v="109" actId="9405"/>
          <ac:inkMkLst>
            <pc:docMk/>
            <pc:sldMk cId="3761358930" sldId="262"/>
            <ac:inkMk id="41" creationId="{2A233250-FBCD-494C-B8EF-99BED0EBCAD5}"/>
          </ac:inkMkLst>
        </pc:inkChg>
        <pc:inkChg chg="add mod">
          <ac:chgData name="Umesh Gupta" userId="35470c46-d51d-41c5-aa07-3535d40f1513" providerId="ADAL" clId="{152E897F-6A63-4DC1-977E-2334549EA1BE}" dt="2021-11-12T08:50:22.118" v="112"/>
          <ac:inkMkLst>
            <pc:docMk/>
            <pc:sldMk cId="3761358930" sldId="262"/>
            <ac:inkMk id="43" creationId="{6CED1AF6-B9B6-4B87-9609-968C9447243A}"/>
          </ac:inkMkLst>
        </pc:inkChg>
        <pc:inkChg chg="add mod">
          <ac:chgData name="Umesh Gupta" userId="35470c46-d51d-41c5-aa07-3535d40f1513" providerId="ADAL" clId="{152E897F-6A63-4DC1-977E-2334549EA1BE}" dt="2021-11-12T08:50:22.118" v="112"/>
          <ac:inkMkLst>
            <pc:docMk/>
            <pc:sldMk cId="3761358930" sldId="262"/>
            <ac:inkMk id="45" creationId="{DDB238B3-C7AE-4BE1-9CDA-7DA70A3F1939}"/>
          </ac:inkMkLst>
        </pc:inkChg>
        <pc:inkChg chg="add">
          <ac:chgData name="Umesh Gupta" userId="35470c46-d51d-41c5-aa07-3535d40f1513" providerId="ADAL" clId="{152E897F-6A63-4DC1-977E-2334549EA1BE}" dt="2021-11-12T08:52:16.999" v="115" actId="9405"/>
          <ac:inkMkLst>
            <pc:docMk/>
            <pc:sldMk cId="3761358930" sldId="262"/>
            <ac:inkMk id="47" creationId="{442BBD84-8F4C-464B-A038-86C54BFA9BF9}"/>
          </ac:inkMkLst>
        </pc:inkChg>
        <pc:inkChg chg="add mod">
          <ac:chgData name="Umesh Gupta" userId="35470c46-d51d-41c5-aa07-3535d40f1513" providerId="ADAL" clId="{152E897F-6A63-4DC1-977E-2334549EA1BE}" dt="2021-11-12T08:52:27.550" v="124"/>
          <ac:inkMkLst>
            <pc:docMk/>
            <pc:sldMk cId="3761358930" sldId="262"/>
            <ac:inkMk id="48" creationId="{44F50917-9FE7-4A7A-8373-B6A921318FDB}"/>
          </ac:inkMkLst>
        </pc:inkChg>
        <pc:inkChg chg="add mod">
          <ac:chgData name="Umesh Gupta" userId="35470c46-d51d-41c5-aa07-3535d40f1513" providerId="ADAL" clId="{152E897F-6A63-4DC1-977E-2334549EA1BE}" dt="2021-11-12T08:52:27.550" v="124"/>
          <ac:inkMkLst>
            <pc:docMk/>
            <pc:sldMk cId="3761358930" sldId="262"/>
            <ac:inkMk id="49" creationId="{B87109A1-338A-4C7A-9D00-928B40BE4E02}"/>
          </ac:inkMkLst>
        </pc:inkChg>
        <pc:inkChg chg="add mod">
          <ac:chgData name="Umesh Gupta" userId="35470c46-d51d-41c5-aa07-3535d40f1513" providerId="ADAL" clId="{152E897F-6A63-4DC1-977E-2334549EA1BE}" dt="2021-11-12T08:52:27.550" v="124"/>
          <ac:inkMkLst>
            <pc:docMk/>
            <pc:sldMk cId="3761358930" sldId="262"/>
            <ac:inkMk id="50" creationId="{FF127379-17EC-4A17-8F46-FCE9F2B499D7}"/>
          </ac:inkMkLst>
        </pc:inkChg>
        <pc:inkChg chg="add mod">
          <ac:chgData name="Umesh Gupta" userId="35470c46-d51d-41c5-aa07-3535d40f1513" providerId="ADAL" clId="{152E897F-6A63-4DC1-977E-2334549EA1BE}" dt="2021-11-12T08:52:27.550" v="124"/>
          <ac:inkMkLst>
            <pc:docMk/>
            <pc:sldMk cId="3761358930" sldId="262"/>
            <ac:inkMk id="51" creationId="{BEC6820C-5098-4FDC-9BDF-757E6F10DB2B}"/>
          </ac:inkMkLst>
        </pc:inkChg>
        <pc:inkChg chg="add mod">
          <ac:chgData name="Umesh Gupta" userId="35470c46-d51d-41c5-aa07-3535d40f1513" providerId="ADAL" clId="{152E897F-6A63-4DC1-977E-2334549EA1BE}" dt="2021-11-12T08:52:27.550" v="124"/>
          <ac:inkMkLst>
            <pc:docMk/>
            <pc:sldMk cId="3761358930" sldId="262"/>
            <ac:inkMk id="52" creationId="{F0D3F516-724E-4FC0-BA3A-ED386B4CA509}"/>
          </ac:inkMkLst>
        </pc:inkChg>
        <pc:inkChg chg="add mod">
          <ac:chgData name="Umesh Gupta" userId="35470c46-d51d-41c5-aa07-3535d40f1513" providerId="ADAL" clId="{152E897F-6A63-4DC1-977E-2334549EA1BE}" dt="2021-11-12T08:52:27.550" v="124"/>
          <ac:inkMkLst>
            <pc:docMk/>
            <pc:sldMk cId="3761358930" sldId="262"/>
            <ac:inkMk id="53" creationId="{78FB6E1E-DA0C-42FF-8BFA-DA4500B852B3}"/>
          </ac:inkMkLst>
        </pc:inkChg>
        <pc:inkChg chg="add mod">
          <ac:chgData name="Umesh Gupta" userId="35470c46-d51d-41c5-aa07-3535d40f1513" providerId="ADAL" clId="{152E897F-6A63-4DC1-977E-2334549EA1BE}" dt="2021-11-12T08:52:27.550" v="124"/>
          <ac:inkMkLst>
            <pc:docMk/>
            <pc:sldMk cId="3761358930" sldId="262"/>
            <ac:inkMk id="54" creationId="{C32EAC23-FA2C-49EF-832C-675EBB1443A5}"/>
          </ac:inkMkLst>
        </pc:inkChg>
        <pc:inkChg chg="add mod">
          <ac:chgData name="Umesh Gupta" userId="35470c46-d51d-41c5-aa07-3535d40f1513" providerId="ADAL" clId="{152E897F-6A63-4DC1-977E-2334549EA1BE}" dt="2021-11-12T08:52:27.550" v="124"/>
          <ac:inkMkLst>
            <pc:docMk/>
            <pc:sldMk cId="3761358930" sldId="262"/>
            <ac:inkMk id="55" creationId="{626F075F-27BC-425F-8F63-6F3FE7EE5434}"/>
          </ac:inkMkLst>
        </pc:inkChg>
        <pc:inkChg chg="add mod">
          <ac:chgData name="Umesh Gupta" userId="35470c46-d51d-41c5-aa07-3535d40f1513" providerId="ADAL" clId="{152E897F-6A63-4DC1-977E-2334549EA1BE}" dt="2021-11-12T08:52:32.883" v="137"/>
          <ac:inkMkLst>
            <pc:docMk/>
            <pc:sldMk cId="3761358930" sldId="262"/>
            <ac:inkMk id="57" creationId="{77CF75C5-83DD-47E2-AB75-CAA1543207CA}"/>
          </ac:inkMkLst>
        </pc:inkChg>
        <pc:inkChg chg="add mod">
          <ac:chgData name="Umesh Gupta" userId="35470c46-d51d-41c5-aa07-3535d40f1513" providerId="ADAL" clId="{152E897F-6A63-4DC1-977E-2334549EA1BE}" dt="2021-11-12T08:52:32.883" v="137"/>
          <ac:inkMkLst>
            <pc:docMk/>
            <pc:sldMk cId="3761358930" sldId="262"/>
            <ac:inkMk id="58" creationId="{46BC6D3B-16DC-4EEC-8464-3FF9CAF49357}"/>
          </ac:inkMkLst>
        </pc:inkChg>
        <pc:inkChg chg="add mod">
          <ac:chgData name="Umesh Gupta" userId="35470c46-d51d-41c5-aa07-3535d40f1513" providerId="ADAL" clId="{152E897F-6A63-4DC1-977E-2334549EA1BE}" dt="2021-11-12T08:52:32.883" v="137"/>
          <ac:inkMkLst>
            <pc:docMk/>
            <pc:sldMk cId="3761358930" sldId="262"/>
            <ac:inkMk id="59" creationId="{C9D68360-0D0A-4746-8A70-D80B6C8D99EC}"/>
          </ac:inkMkLst>
        </pc:inkChg>
        <pc:inkChg chg="add mod">
          <ac:chgData name="Umesh Gupta" userId="35470c46-d51d-41c5-aa07-3535d40f1513" providerId="ADAL" clId="{152E897F-6A63-4DC1-977E-2334549EA1BE}" dt="2021-11-12T08:52:32.883" v="137"/>
          <ac:inkMkLst>
            <pc:docMk/>
            <pc:sldMk cId="3761358930" sldId="262"/>
            <ac:inkMk id="60" creationId="{A960AC8B-E07C-4309-B475-4336369DD556}"/>
          </ac:inkMkLst>
        </pc:inkChg>
        <pc:inkChg chg="add mod">
          <ac:chgData name="Umesh Gupta" userId="35470c46-d51d-41c5-aa07-3535d40f1513" providerId="ADAL" clId="{152E897F-6A63-4DC1-977E-2334549EA1BE}" dt="2021-11-12T08:52:32.883" v="137"/>
          <ac:inkMkLst>
            <pc:docMk/>
            <pc:sldMk cId="3761358930" sldId="262"/>
            <ac:inkMk id="61" creationId="{5B9FCD89-559D-489F-A544-3E8348CD6754}"/>
          </ac:inkMkLst>
        </pc:inkChg>
        <pc:inkChg chg="add mod">
          <ac:chgData name="Umesh Gupta" userId="35470c46-d51d-41c5-aa07-3535d40f1513" providerId="ADAL" clId="{152E897F-6A63-4DC1-977E-2334549EA1BE}" dt="2021-11-12T08:52:32.883" v="137"/>
          <ac:inkMkLst>
            <pc:docMk/>
            <pc:sldMk cId="3761358930" sldId="262"/>
            <ac:inkMk id="62" creationId="{68B32879-E4E5-4612-987F-C04E91DE2EA4}"/>
          </ac:inkMkLst>
        </pc:inkChg>
        <pc:inkChg chg="add mod">
          <ac:chgData name="Umesh Gupta" userId="35470c46-d51d-41c5-aa07-3535d40f1513" providerId="ADAL" clId="{152E897F-6A63-4DC1-977E-2334549EA1BE}" dt="2021-11-12T08:52:32.883" v="137"/>
          <ac:inkMkLst>
            <pc:docMk/>
            <pc:sldMk cId="3761358930" sldId="262"/>
            <ac:inkMk id="63" creationId="{55D3D910-0698-434F-9E73-BC42D3FC9112}"/>
          </ac:inkMkLst>
        </pc:inkChg>
        <pc:inkChg chg="add mod">
          <ac:chgData name="Umesh Gupta" userId="35470c46-d51d-41c5-aa07-3535d40f1513" providerId="ADAL" clId="{152E897F-6A63-4DC1-977E-2334549EA1BE}" dt="2021-11-12T08:52:32.883" v="137"/>
          <ac:inkMkLst>
            <pc:docMk/>
            <pc:sldMk cId="3761358930" sldId="262"/>
            <ac:inkMk id="64" creationId="{96464162-2570-43B9-B734-AD166CB87CF0}"/>
          </ac:inkMkLst>
        </pc:inkChg>
        <pc:inkChg chg="add mod">
          <ac:chgData name="Umesh Gupta" userId="35470c46-d51d-41c5-aa07-3535d40f1513" providerId="ADAL" clId="{152E897F-6A63-4DC1-977E-2334549EA1BE}" dt="2021-11-12T08:52:32.883" v="137"/>
          <ac:inkMkLst>
            <pc:docMk/>
            <pc:sldMk cId="3761358930" sldId="262"/>
            <ac:inkMk id="65" creationId="{0B0D5C7C-C53F-411C-95AE-EC2E6AEEAA7A}"/>
          </ac:inkMkLst>
        </pc:inkChg>
        <pc:inkChg chg="add mod">
          <ac:chgData name="Umesh Gupta" userId="35470c46-d51d-41c5-aa07-3535d40f1513" providerId="ADAL" clId="{152E897F-6A63-4DC1-977E-2334549EA1BE}" dt="2021-11-12T08:52:32.883" v="137"/>
          <ac:inkMkLst>
            <pc:docMk/>
            <pc:sldMk cId="3761358930" sldId="262"/>
            <ac:inkMk id="66" creationId="{75823A40-B7C7-4E8B-BE09-25A6285DAB38}"/>
          </ac:inkMkLst>
        </pc:inkChg>
        <pc:inkChg chg="add mod">
          <ac:chgData name="Umesh Gupta" userId="35470c46-d51d-41c5-aa07-3535d40f1513" providerId="ADAL" clId="{152E897F-6A63-4DC1-977E-2334549EA1BE}" dt="2021-11-12T08:52:32.883" v="137"/>
          <ac:inkMkLst>
            <pc:docMk/>
            <pc:sldMk cId="3761358930" sldId="262"/>
            <ac:inkMk id="67" creationId="{F6EDCCC8-C9A9-4E3F-9D1C-A51F54FB6BE6}"/>
          </ac:inkMkLst>
        </pc:inkChg>
        <pc:inkChg chg="add mod">
          <ac:chgData name="Umesh Gupta" userId="35470c46-d51d-41c5-aa07-3535d40f1513" providerId="ADAL" clId="{152E897F-6A63-4DC1-977E-2334549EA1BE}" dt="2021-11-12T08:52:32.883" v="137"/>
          <ac:inkMkLst>
            <pc:docMk/>
            <pc:sldMk cId="3761358930" sldId="262"/>
            <ac:inkMk id="68" creationId="{C14F8C8A-7E70-42CE-9E5E-C6AA96EC96E4}"/>
          </ac:inkMkLst>
        </pc:inkChg>
        <pc:inkChg chg="add">
          <ac:chgData name="Umesh Gupta" userId="35470c46-d51d-41c5-aa07-3535d40f1513" providerId="ADAL" clId="{152E897F-6A63-4DC1-977E-2334549EA1BE}" dt="2021-11-12T08:52:37.292" v="138" actId="9405"/>
          <ac:inkMkLst>
            <pc:docMk/>
            <pc:sldMk cId="3761358930" sldId="262"/>
            <ac:inkMk id="72" creationId="{F41F4AD4-FF47-430E-A04B-CA92F6E24D8B}"/>
          </ac:inkMkLst>
        </pc:inkChg>
        <pc:inkChg chg="add mod">
          <ac:chgData name="Umesh Gupta" userId="35470c46-d51d-41c5-aa07-3535d40f1513" providerId="ADAL" clId="{152E897F-6A63-4DC1-977E-2334549EA1BE}" dt="2021-11-12T08:55:26.366" v="147"/>
          <ac:inkMkLst>
            <pc:docMk/>
            <pc:sldMk cId="3761358930" sldId="262"/>
            <ac:inkMk id="73" creationId="{058ACCB3-01B7-4A5E-ACA6-4E8E65BBCBE6}"/>
          </ac:inkMkLst>
        </pc:inkChg>
        <pc:inkChg chg="add mod">
          <ac:chgData name="Umesh Gupta" userId="35470c46-d51d-41c5-aa07-3535d40f1513" providerId="ADAL" clId="{152E897F-6A63-4DC1-977E-2334549EA1BE}" dt="2021-11-12T08:55:26.366" v="147"/>
          <ac:inkMkLst>
            <pc:docMk/>
            <pc:sldMk cId="3761358930" sldId="262"/>
            <ac:inkMk id="74" creationId="{DC3F4070-9559-41D9-BB78-F1583483D500}"/>
          </ac:inkMkLst>
        </pc:inkChg>
        <pc:inkChg chg="add">
          <ac:chgData name="Umesh Gupta" userId="35470c46-d51d-41c5-aa07-3535d40f1513" providerId="ADAL" clId="{152E897F-6A63-4DC1-977E-2334549EA1BE}" dt="2021-11-12T08:55:04.318" v="142" actId="9405"/>
          <ac:inkMkLst>
            <pc:docMk/>
            <pc:sldMk cId="3761358930" sldId="262"/>
            <ac:inkMk id="76" creationId="{48005F83-7117-4711-BA70-1B3E287ED0FD}"/>
          </ac:inkMkLst>
        </pc:inkChg>
        <pc:inkChg chg="add">
          <ac:chgData name="Umesh Gupta" userId="35470c46-d51d-41c5-aa07-3535d40f1513" providerId="ADAL" clId="{152E897F-6A63-4DC1-977E-2334549EA1BE}" dt="2021-11-12T08:55:08.961" v="143" actId="9405"/>
          <ac:inkMkLst>
            <pc:docMk/>
            <pc:sldMk cId="3761358930" sldId="262"/>
            <ac:inkMk id="77" creationId="{F714E143-D4A0-46A1-A54A-99EC426F6C90}"/>
          </ac:inkMkLst>
        </pc:inkChg>
        <pc:inkChg chg="add">
          <ac:chgData name="Umesh Gupta" userId="35470c46-d51d-41c5-aa07-3535d40f1513" providerId="ADAL" clId="{152E897F-6A63-4DC1-977E-2334549EA1BE}" dt="2021-11-12T08:55:10.936" v="144" actId="9405"/>
          <ac:inkMkLst>
            <pc:docMk/>
            <pc:sldMk cId="3761358930" sldId="262"/>
            <ac:inkMk id="78" creationId="{1529714A-C45B-4685-9332-88B8451949B4}"/>
          </ac:inkMkLst>
        </pc:inkChg>
        <pc:inkChg chg="add mod">
          <ac:chgData name="Umesh Gupta" userId="35470c46-d51d-41c5-aa07-3535d40f1513" providerId="ADAL" clId="{152E897F-6A63-4DC1-977E-2334549EA1BE}" dt="2021-11-12T08:55:26.366" v="147"/>
          <ac:inkMkLst>
            <pc:docMk/>
            <pc:sldMk cId="3761358930" sldId="262"/>
            <ac:inkMk id="79" creationId="{4D34DE56-2942-48AF-9712-C1337C66A290}"/>
          </ac:inkMkLst>
        </pc:inkChg>
        <pc:inkChg chg="add mod">
          <ac:chgData name="Umesh Gupta" userId="35470c46-d51d-41c5-aa07-3535d40f1513" providerId="ADAL" clId="{152E897F-6A63-4DC1-977E-2334549EA1BE}" dt="2021-11-12T08:55:26.366" v="147"/>
          <ac:inkMkLst>
            <pc:docMk/>
            <pc:sldMk cId="3761358930" sldId="262"/>
            <ac:inkMk id="80" creationId="{6696DB8E-70C1-4ACE-A874-EBDE57A6C06D}"/>
          </ac:inkMkLst>
        </pc:inkChg>
        <pc:inkChg chg="add mod">
          <ac:chgData name="Umesh Gupta" userId="35470c46-d51d-41c5-aa07-3535d40f1513" providerId="ADAL" clId="{152E897F-6A63-4DC1-977E-2334549EA1BE}" dt="2021-11-12T08:55:35.366" v="151"/>
          <ac:inkMkLst>
            <pc:docMk/>
            <pc:sldMk cId="3761358930" sldId="262"/>
            <ac:inkMk id="82" creationId="{E99240BE-256A-431B-8E20-AF7F6DCB23E4}"/>
          </ac:inkMkLst>
        </pc:inkChg>
        <pc:inkChg chg="add mod">
          <ac:chgData name="Umesh Gupta" userId="35470c46-d51d-41c5-aa07-3535d40f1513" providerId="ADAL" clId="{152E897F-6A63-4DC1-977E-2334549EA1BE}" dt="2021-11-12T08:55:35.366" v="151"/>
          <ac:inkMkLst>
            <pc:docMk/>
            <pc:sldMk cId="3761358930" sldId="262"/>
            <ac:inkMk id="83" creationId="{2C2D152D-5DC1-4FDD-8596-2B9AA1A98B92}"/>
          </ac:inkMkLst>
        </pc:inkChg>
        <pc:inkChg chg="add mod">
          <ac:chgData name="Umesh Gupta" userId="35470c46-d51d-41c5-aa07-3535d40f1513" providerId="ADAL" clId="{152E897F-6A63-4DC1-977E-2334549EA1BE}" dt="2021-11-12T08:55:35.366" v="151"/>
          <ac:inkMkLst>
            <pc:docMk/>
            <pc:sldMk cId="3761358930" sldId="262"/>
            <ac:inkMk id="84" creationId="{BE2F0440-1B81-4F3F-9418-D2BA5382303E}"/>
          </ac:inkMkLst>
        </pc:inkChg>
        <pc:inkChg chg="add">
          <ac:chgData name="Umesh Gupta" userId="35470c46-d51d-41c5-aa07-3535d40f1513" providerId="ADAL" clId="{152E897F-6A63-4DC1-977E-2334549EA1BE}" dt="2021-11-12T08:55:56.086" v="152" actId="9405"/>
          <ac:inkMkLst>
            <pc:docMk/>
            <pc:sldMk cId="3761358930" sldId="262"/>
            <ac:inkMk id="86" creationId="{2DE000F9-5FDB-4AA5-9E83-ACEC6FB80F68}"/>
          </ac:inkMkLst>
        </pc:inkChg>
        <pc:inkChg chg="add">
          <ac:chgData name="Umesh Gupta" userId="35470c46-d51d-41c5-aa07-3535d40f1513" providerId="ADAL" clId="{152E897F-6A63-4DC1-977E-2334549EA1BE}" dt="2021-11-12T08:55:59.314" v="153" actId="9405"/>
          <ac:inkMkLst>
            <pc:docMk/>
            <pc:sldMk cId="3761358930" sldId="262"/>
            <ac:inkMk id="87" creationId="{CD6CE92F-87B9-49F8-8F88-24AAEB638146}"/>
          </ac:inkMkLst>
        </pc:inkChg>
        <pc:inkChg chg="add mod">
          <ac:chgData name="Umesh Gupta" userId="35470c46-d51d-41c5-aa07-3535d40f1513" providerId="ADAL" clId="{152E897F-6A63-4DC1-977E-2334549EA1BE}" dt="2021-11-12T08:56:03.667" v="156"/>
          <ac:inkMkLst>
            <pc:docMk/>
            <pc:sldMk cId="3761358930" sldId="262"/>
            <ac:inkMk id="88" creationId="{0DB513D9-16B1-45DA-A21E-77088B7E3152}"/>
          </ac:inkMkLst>
        </pc:inkChg>
        <pc:inkChg chg="add mod">
          <ac:chgData name="Umesh Gupta" userId="35470c46-d51d-41c5-aa07-3535d40f1513" providerId="ADAL" clId="{152E897F-6A63-4DC1-977E-2334549EA1BE}" dt="2021-11-12T08:56:03.667" v="156"/>
          <ac:inkMkLst>
            <pc:docMk/>
            <pc:sldMk cId="3761358930" sldId="262"/>
            <ac:inkMk id="89" creationId="{64FFEAC2-30F6-4CE7-AE1C-6F6F6F5F5D32}"/>
          </ac:inkMkLst>
        </pc:inkChg>
        <pc:inkChg chg="add mod">
          <ac:chgData name="Umesh Gupta" userId="35470c46-d51d-41c5-aa07-3535d40f1513" providerId="ADAL" clId="{152E897F-6A63-4DC1-977E-2334549EA1BE}" dt="2021-11-12T08:56:11.822" v="160"/>
          <ac:inkMkLst>
            <pc:docMk/>
            <pc:sldMk cId="3761358930" sldId="262"/>
            <ac:inkMk id="91" creationId="{CBAF30D5-F049-40E5-9312-D1EFF68B4F5B}"/>
          </ac:inkMkLst>
        </pc:inkChg>
        <pc:inkChg chg="add mod">
          <ac:chgData name="Umesh Gupta" userId="35470c46-d51d-41c5-aa07-3535d40f1513" providerId="ADAL" clId="{152E897F-6A63-4DC1-977E-2334549EA1BE}" dt="2021-11-12T08:56:11.822" v="160"/>
          <ac:inkMkLst>
            <pc:docMk/>
            <pc:sldMk cId="3761358930" sldId="262"/>
            <ac:inkMk id="92" creationId="{12138A12-6A29-4ECE-838E-DB318E60DEEB}"/>
          </ac:inkMkLst>
        </pc:inkChg>
        <pc:inkChg chg="add mod">
          <ac:chgData name="Umesh Gupta" userId="35470c46-d51d-41c5-aa07-3535d40f1513" providerId="ADAL" clId="{152E897F-6A63-4DC1-977E-2334549EA1BE}" dt="2021-11-12T08:56:11.822" v="160"/>
          <ac:inkMkLst>
            <pc:docMk/>
            <pc:sldMk cId="3761358930" sldId="262"/>
            <ac:inkMk id="93" creationId="{AB9AEC89-AEDA-4A91-A5C3-D349346EBF82}"/>
          </ac:inkMkLst>
        </pc:inkChg>
        <pc:inkChg chg="add mod">
          <ac:chgData name="Umesh Gupta" userId="35470c46-d51d-41c5-aa07-3535d40f1513" providerId="ADAL" clId="{152E897F-6A63-4DC1-977E-2334549EA1BE}" dt="2021-11-12T08:56:49.426" v="163"/>
          <ac:inkMkLst>
            <pc:docMk/>
            <pc:sldMk cId="3761358930" sldId="262"/>
            <ac:inkMk id="95" creationId="{A184A739-373C-4D15-8F5D-08B05C9F4507}"/>
          </ac:inkMkLst>
        </pc:inkChg>
        <pc:inkChg chg="add mod">
          <ac:chgData name="Umesh Gupta" userId="35470c46-d51d-41c5-aa07-3535d40f1513" providerId="ADAL" clId="{152E897F-6A63-4DC1-977E-2334549EA1BE}" dt="2021-11-12T08:56:49.426" v="163"/>
          <ac:inkMkLst>
            <pc:docMk/>
            <pc:sldMk cId="3761358930" sldId="262"/>
            <ac:inkMk id="96" creationId="{EE014CD0-8D1B-4EC8-9D7C-F5D076BAE86F}"/>
          </ac:inkMkLst>
        </pc:inkChg>
      </pc:sldChg>
      <pc:sldChg chg="addSp delSp modSp mod">
        <pc:chgData name="Umesh Gupta" userId="35470c46-d51d-41c5-aa07-3535d40f1513" providerId="ADAL" clId="{152E897F-6A63-4DC1-977E-2334549EA1BE}" dt="2021-11-12T08:59:42.577" v="216"/>
        <pc:sldMkLst>
          <pc:docMk/>
          <pc:sldMk cId="961001399" sldId="263"/>
        </pc:sldMkLst>
        <pc:grpChg chg="del mod">
          <ac:chgData name="Umesh Gupta" userId="35470c46-d51d-41c5-aa07-3535d40f1513" providerId="ADAL" clId="{152E897F-6A63-4DC1-977E-2334549EA1BE}" dt="2021-11-12T08:57:16.759" v="170"/>
          <ac:grpSpMkLst>
            <pc:docMk/>
            <pc:sldMk cId="961001399" sldId="263"/>
            <ac:grpSpMk id="8" creationId="{DCFDFE01-0428-4B53-9B2E-B03D6C2F6FB9}"/>
          </ac:grpSpMkLst>
        </pc:grpChg>
        <pc:grpChg chg="mod">
          <ac:chgData name="Umesh Gupta" userId="35470c46-d51d-41c5-aa07-3535d40f1513" providerId="ADAL" clId="{152E897F-6A63-4DC1-977E-2334549EA1BE}" dt="2021-11-12T08:57:16.759" v="170"/>
          <ac:grpSpMkLst>
            <pc:docMk/>
            <pc:sldMk cId="961001399" sldId="263"/>
            <ac:grpSpMk id="11" creationId="{E009E5EB-C188-45B4-B93C-287B892441AF}"/>
          </ac:grpSpMkLst>
        </pc:grpChg>
        <pc:grpChg chg="mod">
          <ac:chgData name="Umesh Gupta" userId="35470c46-d51d-41c5-aa07-3535d40f1513" providerId="ADAL" clId="{152E897F-6A63-4DC1-977E-2334549EA1BE}" dt="2021-11-12T08:58:22.284" v="176"/>
          <ac:grpSpMkLst>
            <pc:docMk/>
            <pc:sldMk cId="961001399" sldId="263"/>
            <ac:grpSpMk id="17" creationId="{56F95C13-BC88-4E80-A064-8541B874574E}"/>
          </ac:grpSpMkLst>
        </pc:grpChg>
        <pc:grpChg chg="del mod">
          <ac:chgData name="Umesh Gupta" userId="35470c46-d51d-41c5-aa07-3535d40f1513" providerId="ADAL" clId="{152E897F-6A63-4DC1-977E-2334549EA1BE}" dt="2021-11-12T08:58:42.245" v="187"/>
          <ac:grpSpMkLst>
            <pc:docMk/>
            <pc:sldMk cId="961001399" sldId="263"/>
            <ac:grpSpMk id="20" creationId="{3750E966-767A-4C52-9E89-B74014286AC2}"/>
          </ac:grpSpMkLst>
        </pc:grpChg>
        <pc:grpChg chg="del mod">
          <ac:chgData name="Umesh Gupta" userId="35470c46-d51d-41c5-aa07-3535d40f1513" providerId="ADAL" clId="{152E897F-6A63-4DC1-977E-2334549EA1BE}" dt="2021-11-12T08:58:51.871" v="194"/>
          <ac:grpSpMkLst>
            <pc:docMk/>
            <pc:sldMk cId="961001399" sldId="263"/>
            <ac:grpSpMk id="28" creationId="{92BDA6E2-D750-4FBB-8A47-8B34EC445C58}"/>
          </ac:grpSpMkLst>
        </pc:grpChg>
        <pc:grpChg chg="del mod">
          <ac:chgData name="Umesh Gupta" userId="35470c46-d51d-41c5-aa07-3535d40f1513" providerId="ADAL" clId="{152E897F-6A63-4DC1-977E-2334549EA1BE}" dt="2021-11-12T08:59:36.550" v="214"/>
          <ac:grpSpMkLst>
            <pc:docMk/>
            <pc:sldMk cId="961001399" sldId="263"/>
            <ac:grpSpMk id="35" creationId="{F607CEAF-14E5-41FD-AFC1-09054CC1775D}"/>
          </ac:grpSpMkLst>
        </pc:grpChg>
        <pc:grpChg chg="mod">
          <ac:chgData name="Umesh Gupta" userId="35470c46-d51d-41c5-aa07-3535d40f1513" providerId="ADAL" clId="{152E897F-6A63-4DC1-977E-2334549EA1BE}" dt="2021-11-12T08:58:54.026" v="197"/>
          <ac:grpSpMkLst>
            <pc:docMk/>
            <pc:sldMk cId="961001399" sldId="263"/>
            <ac:grpSpMk id="41" creationId="{A56C8E0E-7019-472A-8ABC-48ACFCBC19BC}"/>
          </ac:grpSpMkLst>
        </pc:grpChg>
        <pc:grpChg chg="del mod">
          <ac:chgData name="Umesh Gupta" userId="35470c46-d51d-41c5-aa07-3535d40f1513" providerId="ADAL" clId="{152E897F-6A63-4DC1-977E-2334549EA1BE}" dt="2021-11-12T08:59:16.181" v="205"/>
          <ac:grpSpMkLst>
            <pc:docMk/>
            <pc:sldMk cId="961001399" sldId="263"/>
            <ac:grpSpMk id="46" creationId="{F93132F9-CBC1-4D45-9E64-1B71EA061945}"/>
          </ac:grpSpMkLst>
        </pc:grpChg>
        <pc:grpChg chg="mod">
          <ac:chgData name="Umesh Gupta" userId="35470c46-d51d-41c5-aa07-3535d40f1513" providerId="ADAL" clId="{152E897F-6A63-4DC1-977E-2334549EA1BE}" dt="2021-11-12T08:59:16.181" v="205"/>
          <ac:grpSpMkLst>
            <pc:docMk/>
            <pc:sldMk cId="961001399" sldId="263"/>
            <ac:grpSpMk id="51" creationId="{CB3E11AF-9642-4775-AC4C-B34ABB46E98E}"/>
          </ac:grpSpMkLst>
        </pc:grpChg>
        <pc:grpChg chg="del mod">
          <ac:chgData name="Umesh Gupta" userId="35470c46-d51d-41c5-aa07-3535d40f1513" providerId="ADAL" clId="{152E897F-6A63-4DC1-977E-2334549EA1BE}" dt="2021-11-12T08:59:42.577" v="216"/>
          <ac:grpSpMkLst>
            <pc:docMk/>
            <pc:sldMk cId="961001399" sldId="263"/>
            <ac:grpSpMk id="60" creationId="{E087FDA6-4651-44D3-A66B-9AEEF193B2BA}"/>
          </ac:grpSpMkLst>
        </pc:grpChg>
        <pc:grpChg chg="mod">
          <ac:chgData name="Umesh Gupta" userId="35470c46-d51d-41c5-aa07-3535d40f1513" providerId="ADAL" clId="{152E897F-6A63-4DC1-977E-2334549EA1BE}" dt="2021-11-12T08:59:42.577" v="216"/>
          <ac:grpSpMkLst>
            <pc:docMk/>
            <pc:sldMk cId="961001399" sldId="263"/>
            <ac:grpSpMk id="62" creationId="{DAF58160-E4E2-4460-956D-DE37E82247EE}"/>
          </ac:grpSpMkLst>
        </pc:grpChg>
        <pc:inkChg chg="add mod">
          <ac:chgData name="Umesh Gupta" userId="35470c46-d51d-41c5-aa07-3535d40f1513" providerId="ADAL" clId="{152E897F-6A63-4DC1-977E-2334549EA1BE}" dt="2021-11-12T08:57:16.759" v="170"/>
          <ac:inkMkLst>
            <pc:docMk/>
            <pc:sldMk cId="961001399" sldId="263"/>
            <ac:inkMk id="3" creationId="{06FA91FF-E9AA-4B4D-B563-E20C8DC4EA3A}"/>
          </ac:inkMkLst>
        </pc:inkChg>
        <pc:inkChg chg="add mod">
          <ac:chgData name="Umesh Gupta" userId="35470c46-d51d-41c5-aa07-3535d40f1513" providerId="ADAL" clId="{152E897F-6A63-4DC1-977E-2334549EA1BE}" dt="2021-11-12T08:57:16.759" v="170"/>
          <ac:inkMkLst>
            <pc:docMk/>
            <pc:sldMk cId="961001399" sldId="263"/>
            <ac:inkMk id="6" creationId="{4CE85864-4358-4C78-821D-5DF8703079D8}"/>
          </ac:inkMkLst>
        </pc:inkChg>
        <pc:inkChg chg="add mod">
          <ac:chgData name="Umesh Gupta" userId="35470c46-d51d-41c5-aa07-3535d40f1513" providerId="ADAL" clId="{152E897F-6A63-4DC1-977E-2334549EA1BE}" dt="2021-11-12T08:57:16.759" v="170"/>
          <ac:inkMkLst>
            <pc:docMk/>
            <pc:sldMk cId="961001399" sldId="263"/>
            <ac:inkMk id="7" creationId="{8B1250A8-6C54-4625-9F29-DBF5B34F3C31}"/>
          </ac:inkMkLst>
        </pc:inkChg>
        <pc:inkChg chg="add mod">
          <ac:chgData name="Umesh Gupta" userId="35470c46-d51d-41c5-aa07-3535d40f1513" providerId="ADAL" clId="{152E897F-6A63-4DC1-977E-2334549EA1BE}" dt="2021-11-12T08:57:16.759" v="170"/>
          <ac:inkMkLst>
            <pc:docMk/>
            <pc:sldMk cId="961001399" sldId="263"/>
            <ac:inkMk id="9" creationId="{4DF4C8DE-676D-4103-997B-8D914F424E3A}"/>
          </ac:inkMkLst>
        </pc:inkChg>
        <pc:inkChg chg="add mod">
          <ac:chgData name="Umesh Gupta" userId="35470c46-d51d-41c5-aa07-3535d40f1513" providerId="ADAL" clId="{152E897F-6A63-4DC1-977E-2334549EA1BE}" dt="2021-11-12T08:57:16.759" v="170"/>
          <ac:inkMkLst>
            <pc:docMk/>
            <pc:sldMk cId="961001399" sldId="263"/>
            <ac:inkMk id="10" creationId="{2593208E-698E-4AB6-98EF-88F794343CCF}"/>
          </ac:inkMkLst>
        </pc:inkChg>
        <pc:inkChg chg="add">
          <ac:chgData name="Umesh Gupta" userId="35470c46-d51d-41c5-aa07-3535d40f1513" providerId="ADAL" clId="{152E897F-6A63-4DC1-977E-2334549EA1BE}" dt="2021-11-12T08:57:21.607" v="171" actId="9405"/>
          <ac:inkMkLst>
            <pc:docMk/>
            <pc:sldMk cId="961001399" sldId="263"/>
            <ac:inkMk id="12" creationId="{C3F51DF5-ED5B-43F1-975A-002AB36E9C6C}"/>
          </ac:inkMkLst>
        </pc:inkChg>
        <pc:inkChg chg="add">
          <ac:chgData name="Umesh Gupta" userId="35470c46-d51d-41c5-aa07-3535d40f1513" providerId="ADAL" clId="{152E897F-6A63-4DC1-977E-2334549EA1BE}" dt="2021-11-12T08:57:34.886" v="172" actId="9405"/>
          <ac:inkMkLst>
            <pc:docMk/>
            <pc:sldMk cId="961001399" sldId="263"/>
            <ac:inkMk id="13" creationId="{72BC149B-959F-47EC-89F5-C0284EDD86DD}"/>
          </ac:inkMkLst>
        </pc:inkChg>
        <pc:inkChg chg="add">
          <ac:chgData name="Umesh Gupta" userId="35470c46-d51d-41c5-aa07-3535d40f1513" providerId="ADAL" clId="{152E897F-6A63-4DC1-977E-2334549EA1BE}" dt="2021-11-12T08:57:41.214" v="173" actId="9405"/>
          <ac:inkMkLst>
            <pc:docMk/>
            <pc:sldMk cId="961001399" sldId="263"/>
            <ac:inkMk id="14" creationId="{79E6D0E5-2DE4-4C17-9CE5-434275D70F22}"/>
          </ac:inkMkLst>
        </pc:inkChg>
        <pc:inkChg chg="add mod">
          <ac:chgData name="Umesh Gupta" userId="35470c46-d51d-41c5-aa07-3535d40f1513" providerId="ADAL" clId="{152E897F-6A63-4DC1-977E-2334549EA1BE}" dt="2021-11-12T08:58:22.284" v="176"/>
          <ac:inkMkLst>
            <pc:docMk/>
            <pc:sldMk cId="961001399" sldId="263"/>
            <ac:inkMk id="15" creationId="{7933CB97-1474-4A92-8736-8CF48AB6FC9E}"/>
          </ac:inkMkLst>
        </pc:inkChg>
        <pc:inkChg chg="add mod">
          <ac:chgData name="Umesh Gupta" userId="35470c46-d51d-41c5-aa07-3535d40f1513" providerId="ADAL" clId="{152E897F-6A63-4DC1-977E-2334549EA1BE}" dt="2021-11-12T08:58:22.284" v="176"/>
          <ac:inkMkLst>
            <pc:docMk/>
            <pc:sldMk cId="961001399" sldId="263"/>
            <ac:inkMk id="16" creationId="{E48D3B2F-1DA8-4D77-9A80-276E60A09037}"/>
          </ac:inkMkLst>
        </pc:inkChg>
        <pc:inkChg chg="add mod">
          <ac:chgData name="Umesh Gupta" userId="35470c46-d51d-41c5-aa07-3535d40f1513" providerId="ADAL" clId="{152E897F-6A63-4DC1-977E-2334549EA1BE}" dt="2021-11-12T08:59:42.577" v="216"/>
          <ac:inkMkLst>
            <pc:docMk/>
            <pc:sldMk cId="961001399" sldId="263"/>
            <ac:inkMk id="18" creationId="{C9A12357-CA37-48BA-B22A-1249A45C7F83}"/>
          </ac:inkMkLst>
        </pc:inkChg>
        <pc:inkChg chg="add mod">
          <ac:chgData name="Umesh Gupta" userId="35470c46-d51d-41c5-aa07-3535d40f1513" providerId="ADAL" clId="{152E897F-6A63-4DC1-977E-2334549EA1BE}" dt="2021-11-12T08:59:42.577" v="216"/>
          <ac:inkMkLst>
            <pc:docMk/>
            <pc:sldMk cId="961001399" sldId="263"/>
            <ac:inkMk id="19" creationId="{6CF101F0-6CE4-4A6F-BE07-D4A05C7D775D}"/>
          </ac:inkMkLst>
        </pc:inkChg>
        <pc:inkChg chg="add mod">
          <ac:chgData name="Umesh Gupta" userId="35470c46-d51d-41c5-aa07-3535d40f1513" providerId="ADAL" clId="{152E897F-6A63-4DC1-977E-2334549EA1BE}" dt="2021-11-12T08:59:42.577" v="216"/>
          <ac:inkMkLst>
            <pc:docMk/>
            <pc:sldMk cId="961001399" sldId="263"/>
            <ac:inkMk id="21" creationId="{25CD2E0D-F32B-4508-9652-CB86776A480C}"/>
          </ac:inkMkLst>
        </pc:inkChg>
        <pc:inkChg chg="add mod">
          <ac:chgData name="Umesh Gupta" userId="35470c46-d51d-41c5-aa07-3535d40f1513" providerId="ADAL" clId="{152E897F-6A63-4DC1-977E-2334549EA1BE}" dt="2021-11-12T08:59:42.577" v="216"/>
          <ac:inkMkLst>
            <pc:docMk/>
            <pc:sldMk cId="961001399" sldId="263"/>
            <ac:inkMk id="22" creationId="{07E7BD38-1A2E-4900-BE01-D87BAF8CFF17}"/>
          </ac:inkMkLst>
        </pc:inkChg>
        <pc:inkChg chg="add mod">
          <ac:chgData name="Umesh Gupta" userId="35470c46-d51d-41c5-aa07-3535d40f1513" providerId="ADAL" clId="{152E897F-6A63-4DC1-977E-2334549EA1BE}" dt="2021-11-12T08:59:42.577" v="216"/>
          <ac:inkMkLst>
            <pc:docMk/>
            <pc:sldMk cId="961001399" sldId="263"/>
            <ac:inkMk id="23" creationId="{AC5A7086-C32A-4B34-A281-88095C59D958}"/>
          </ac:inkMkLst>
        </pc:inkChg>
        <pc:inkChg chg="add mod">
          <ac:chgData name="Umesh Gupta" userId="35470c46-d51d-41c5-aa07-3535d40f1513" providerId="ADAL" clId="{152E897F-6A63-4DC1-977E-2334549EA1BE}" dt="2021-11-12T08:59:42.577" v="216"/>
          <ac:inkMkLst>
            <pc:docMk/>
            <pc:sldMk cId="961001399" sldId="263"/>
            <ac:inkMk id="24" creationId="{49D55CF3-7F07-471B-B28B-121DFA4ADC0E}"/>
          </ac:inkMkLst>
        </pc:inkChg>
        <pc:inkChg chg="add mod">
          <ac:chgData name="Umesh Gupta" userId="35470c46-d51d-41c5-aa07-3535d40f1513" providerId="ADAL" clId="{152E897F-6A63-4DC1-977E-2334549EA1BE}" dt="2021-11-12T08:59:42.577" v="216"/>
          <ac:inkMkLst>
            <pc:docMk/>
            <pc:sldMk cId="961001399" sldId="263"/>
            <ac:inkMk id="25" creationId="{70A3EA64-69FD-4A93-9DAF-6D410092BAE8}"/>
          </ac:inkMkLst>
        </pc:inkChg>
        <pc:inkChg chg="add mod">
          <ac:chgData name="Umesh Gupta" userId="35470c46-d51d-41c5-aa07-3535d40f1513" providerId="ADAL" clId="{152E897F-6A63-4DC1-977E-2334549EA1BE}" dt="2021-11-12T08:59:42.577" v="216"/>
          <ac:inkMkLst>
            <pc:docMk/>
            <pc:sldMk cId="961001399" sldId="263"/>
            <ac:inkMk id="26" creationId="{3EE42DD0-D9F0-4709-B7A4-026E419D1AF0}"/>
          </ac:inkMkLst>
        </pc:inkChg>
        <pc:inkChg chg="add mod">
          <ac:chgData name="Umesh Gupta" userId="35470c46-d51d-41c5-aa07-3535d40f1513" providerId="ADAL" clId="{152E897F-6A63-4DC1-977E-2334549EA1BE}" dt="2021-11-12T08:59:42.577" v="216"/>
          <ac:inkMkLst>
            <pc:docMk/>
            <pc:sldMk cId="961001399" sldId="263"/>
            <ac:inkMk id="27" creationId="{A495777D-D8F1-451E-98E5-2C69B57702B2}"/>
          </ac:inkMkLst>
        </pc:inkChg>
        <pc:inkChg chg="add mod">
          <ac:chgData name="Umesh Gupta" userId="35470c46-d51d-41c5-aa07-3535d40f1513" providerId="ADAL" clId="{152E897F-6A63-4DC1-977E-2334549EA1BE}" dt="2021-11-12T08:59:42.577" v="216"/>
          <ac:inkMkLst>
            <pc:docMk/>
            <pc:sldMk cId="961001399" sldId="263"/>
            <ac:inkMk id="29" creationId="{27785EE7-0E45-45FE-A464-78406C5585D2}"/>
          </ac:inkMkLst>
        </pc:inkChg>
        <pc:inkChg chg="add mod">
          <ac:chgData name="Umesh Gupta" userId="35470c46-d51d-41c5-aa07-3535d40f1513" providerId="ADAL" clId="{152E897F-6A63-4DC1-977E-2334549EA1BE}" dt="2021-11-12T08:59:42.577" v="216"/>
          <ac:inkMkLst>
            <pc:docMk/>
            <pc:sldMk cId="961001399" sldId="263"/>
            <ac:inkMk id="30" creationId="{E46827DF-E59B-453B-81EE-4055B7F4D6E0}"/>
          </ac:inkMkLst>
        </pc:inkChg>
        <pc:inkChg chg="add mod">
          <ac:chgData name="Umesh Gupta" userId="35470c46-d51d-41c5-aa07-3535d40f1513" providerId="ADAL" clId="{152E897F-6A63-4DC1-977E-2334549EA1BE}" dt="2021-11-12T08:59:42.577" v="216"/>
          <ac:inkMkLst>
            <pc:docMk/>
            <pc:sldMk cId="961001399" sldId="263"/>
            <ac:inkMk id="31" creationId="{634EB9F4-7DBA-4AF6-838A-69909537D194}"/>
          </ac:inkMkLst>
        </pc:inkChg>
        <pc:inkChg chg="add mod">
          <ac:chgData name="Umesh Gupta" userId="35470c46-d51d-41c5-aa07-3535d40f1513" providerId="ADAL" clId="{152E897F-6A63-4DC1-977E-2334549EA1BE}" dt="2021-11-12T08:59:42.577" v="216"/>
          <ac:inkMkLst>
            <pc:docMk/>
            <pc:sldMk cId="961001399" sldId="263"/>
            <ac:inkMk id="32" creationId="{A2022BCE-3D8C-4DFF-AE78-264F9A199895}"/>
          </ac:inkMkLst>
        </pc:inkChg>
        <pc:inkChg chg="add mod">
          <ac:chgData name="Umesh Gupta" userId="35470c46-d51d-41c5-aa07-3535d40f1513" providerId="ADAL" clId="{152E897F-6A63-4DC1-977E-2334549EA1BE}" dt="2021-11-12T08:59:42.577" v="216"/>
          <ac:inkMkLst>
            <pc:docMk/>
            <pc:sldMk cId="961001399" sldId="263"/>
            <ac:inkMk id="33" creationId="{ED0C1D4A-53A6-46A0-A018-7C6CE1BF087A}"/>
          </ac:inkMkLst>
        </pc:inkChg>
        <pc:inkChg chg="add mod">
          <ac:chgData name="Umesh Gupta" userId="35470c46-d51d-41c5-aa07-3535d40f1513" providerId="ADAL" clId="{152E897F-6A63-4DC1-977E-2334549EA1BE}" dt="2021-11-12T08:59:42.577" v="216"/>
          <ac:inkMkLst>
            <pc:docMk/>
            <pc:sldMk cId="961001399" sldId="263"/>
            <ac:inkMk id="34" creationId="{87815499-FD3B-4EDF-BC27-24282DA70396}"/>
          </ac:inkMkLst>
        </pc:inkChg>
        <pc:inkChg chg="add mod">
          <ac:chgData name="Umesh Gupta" userId="35470c46-d51d-41c5-aa07-3535d40f1513" providerId="ADAL" clId="{152E897F-6A63-4DC1-977E-2334549EA1BE}" dt="2021-11-12T08:58:54.026" v="197"/>
          <ac:inkMkLst>
            <pc:docMk/>
            <pc:sldMk cId="961001399" sldId="263"/>
            <ac:inkMk id="37" creationId="{43E6E258-BB46-4EDA-B060-0B86D5167B13}"/>
          </ac:inkMkLst>
        </pc:inkChg>
        <pc:inkChg chg="add mod">
          <ac:chgData name="Umesh Gupta" userId="35470c46-d51d-41c5-aa07-3535d40f1513" providerId="ADAL" clId="{152E897F-6A63-4DC1-977E-2334549EA1BE}" dt="2021-11-12T08:58:54.026" v="197"/>
          <ac:inkMkLst>
            <pc:docMk/>
            <pc:sldMk cId="961001399" sldId="263"/>
            <ac:inkMk id="39" creationId="{BCAF7664-4309-44CB-96B3-32C5BDE884AB}"/>
          </ac:inkMkLst>
        </pc:inkChg>
        <pc:inkChg chg="add mod">
          <ac:chgData name="Umesh Gupta" userId="35470c46-d51d-41c5-aa07-3535d40f1513" providerId="ADAL" clId="{152E897F-6A63-4DC1-977E-2334549EA1BE}" dt="2021-11-12T08:59:16.181" v="205"/>
          <ac:inkMkLst>
            <pc:docMk/>
            <pc:sldMk cId="961001399" sldId="263"/>
            <ac:inkMk id="43" creationId="{B3A9F7DC-D207-4C1C-AC54-13BB59AFA175}"/>
          </ac:inkMkLst>
        </pc:inkChg>
        <pc:inkChg chg="add mod">
          <ac:chgData name="Umesh Gupta" userId="35470c46-d51d-41c5-aa07-3535d40f1513" providerId="ADAL" clId="{152E897F-6A63-4DC1-977E-2334549EA1BE}" dt="2021-11-12T08:59:16.181" v="205"/>
          <ac:inkMkLst>
            <pc:docMk/>
            <pc:sldMk cId="961001399" sldId="263"/>
            <ac:inkMk id="45" creationId="{FAD0CCEF-1EED-4AF4-9964-21BD08C700A3}"/>
          </ac:inkMkLst>
        </pc:inkChg>
        <pc:inkChg chg="add mod">
          <ac:chgData name="Umesh Gupta" userId="35470c46-d51d-41c5-aa07-3535d40f1513" providerId="ADAL" clId="{152E897F-6A63-4DC1-977E-2334549EA1BE}" dt="2021-11-12T08:59:16.181" v="205"/>
          <ac:inkMkLst>
            <pc:docMk/>
            <pc:sldMk cId="961001399" sldId="263"/>
            <ac:inkMk id="47" creationId="{36653729-5A71-4D18-AB3B-620396FE0BBF}"/>
          </ac:inkMkLst>
        </pc:inkChg>
        <pc:inkChg chg="add mod">
          <ac:chgData name="Umesh Gupta" userId="35470c46-d51d-41c5-aa07-3535d40f1513" providerId="ADAL" clId="{152E897F-6A63-4DC1-977E-2334549EA1BE}" dt="2021-11-12T08:59:16.181" v="205"/>
          <ac:inkMkLst>
            <pc:docMk/>
            <pc:sldMk cId="961001399" sldId="263"/>
            <ac:inkMk id="48" creationId="{D5D5F901-DBA5-4746-8BD6-9A03E231A450}"/>
          </ac:inkMkLst>
        </pc:inkChg>
        <pc:inkChg chg="add mod">
          <ac:chgData name="Umesh Gupta" userId="35470c46-d51d-41c5-aa07-3535d40f1513" providerId="ADAL" clId="{152E897F-6A63-4DC1-977E-2334549EA1BE}" dt="2021-11-12T08:59:16.181" v="205"/>
          <ac:inkMkLst>
            <pc:docMk/>
            <pc:sldMk cId="961001399" sldId="263"/>
            <ac:inkMk id="49" creationId="{9DC04000-99A5-404C-B395-4DE46B820004}"/>
          </ac:inkMkLst>
        </pc:inkChg>
        <pc:inkChg chg="add mod">
          <ac:chgData name="Umesh Gupta" userId="35470c46-d51d-41c5-aa07-3535d40f1513" providerId="ADAL" clId="{152E897F-6A63-4DC1-977E-2334549EA1BE}" dt="2021-11-12T08:59:16.181" v="205"/>
          <ac:inkMkLst>
            <pc:docMk/>
            <pc:sldMk cId="961001399" sldId="263"/>
            <ac:inkMk id="50" creationId="{9594D1FC-6D91-4D3A-8FD5-923059D65F10}"/>
          </ac:inkMkLst>
        </pc:inkChg>
        <pc:inkChg chg="add mod">
          <ac:chgData name="Umesh Gupta" userId="35470c46-d51d-41c5-aa07-3535d40f1513" providerId="ADAL" clId="{152E897F-6A63-4DC1-977E-2334549EA1BE}" dt="2021-11-12T08:59:42.577" v="216"/>
          <ac:inkMkLst>
            <pc:docMk/>
            <pc:sldMk cId="961001399" sldId="263"/>
            <ac:inkMk id="52" creationId="{D07EAEB5-34B5-4D22-B01B-A218121AC159}"/>
          </ac:inkMkLst>
        </pc:inkChg>
        <pc:inkChg chg="add mod">
          <ac:chgData name="Umesh Gupta" userId="35470c46-d51d-41c5-aa07-3535d40f1513" providerId="ADAL" clId="{152E897F-6A63-4DC1-977E-2334549EA1BE}" dt="2021-11-12T08:59:42.577" v="216"/>
          <ac:inkMkLst>
            <pc:docMk/>
            <pc:sldMk cId="961001399" sldId="263"/>
            <ac:inkMk id="53" creationId="{B12400B8-1BE5-4AA9-92D1-63DC1E10C6C6}"/>
          </ac:inkMkLst>
        </pc:inkChg>
        <pc:inkChg chg="add mod">
          <ac:chgData name="Umesh Gupta" userId="35470c46-d51d-41c5-aa07-3535d40f1513" providerId="ADAL" clId="{152E897F-6A63-4DC1-977E-2334549EA1BE}" dt="2021-11-12T08:59:42.577" v="216"/>
          <ac:inkMkLst>
            <pc:docMk/>
            <pc:sldMk cId="961001399" sldId="263"/>
            <ac:inkMk id="54" creationId="{D2E39766-3F5D-4077-8760-AD7147C58E8A}"/>
          </ac:inkMkLst>
        </pc:inkChg>
        <pc:inkChg chg="add mod">
          <ac:chgData name="Umesh Gupta" userId="35470c46-d51d-41c5-aa07-3535d40f1513" providerId="ADAL" clId="{152E897F-6A63-4DC1-977E-2334549EA1BE}" dt="2021-11-12T08:59:42.577" v="216"/>
          <ac:inkMkLst>
            <pc:docMk/>
            <pc:sldMk cId="961001399" sldId="263"/>
            <ac:inkMk id="55" creationId="{ECC053AA-5EA0-4F7C-A2F2-F58FD21049FE}"/>
          </ac:inkMkLst>
        </pc:inkChg>
        <pc:inkChg chg="add mod">
          <ac:chgData name="Umesh Gupta" userId="35470c46-d51d-41c5-aa07-3535d40f1513" providerId="ADAL" clId="{152E897F-6A63-4DC1-977E-2334549EA1BE}" dt="2021-11-12T08:59:42.577" v="216"/>
          <ac:inkMkLst>
            <pc:docMk/>
            <pc:sldMk cId="961001399" sldId="263"/>
            <ac:inkMk id="56" creationId="{D2BBE3E1-C47C-4A20-AEA5-71E89B190FFC}"/>
          </ac:inkMkLst>
        </pc:inkChg>
        <pc:inkChg chg="add mod">
          <ac:chgData name="Umesh Gupta" userId="35470c46-d51d-41c5-aa07-3535d40f1513" providerId="ADAL" clId="{152E897F-6A63-4DC1-977E-2334549EA1BE}" dt="2021-11-12T08:59:42.577" v="216"/>
          <ac:inkMkLst>
            <pc:docMk/>
            <pc:sldMk cId="961001399" sldId="263"/>
            <ac:inkMk id="57" creationId="{1D137804-7521-4C81-8783-A0C088527642}"/>
          </ac:inkMkLst>
        </pc:inkChg>
        <pc:inkChg chg="add mod">
          <ac:chgData name="Umesh Gupta" userId="35470c46-d51d-41c5-aa07-3535d40f1513" providerId="ADAL" clId="{152E897F-6A63-4DC1-977E-2334549EA1BE}" dt="2021-11-12T08:59:42.577" v="216"/>
          <ac:inkMkLst>
            <pc:docMk/>
            <pc:sldMk cId="961001399" sldId="263"/>
            <ac:inkMk id="58" creationId="{F1140501-FC25-404B-BC6C-671DBE79CEF1}"/>
          </ac:inkMkLst>
        </pc:inkChg>
        <pc:inkChg chg="add mod">
          <ac:chgData name="Umesh Gupta" userId="35470c46-d51d-41c5-aa07-3535d40f1513" providerId="ADAL" clId="{152E897F-6A63-4DC1-977E-2334549EA1BE}" dt="2021-11-12T08:59:42.577" v="216"/>
          <ac:inkMkLst>
            <pc:docMk/>
            <pc:sldMk cId="961001399" sldId="263"/>
            <ac:inkMk id="59" creationId="{C7DEB7EA-30DB-445B-9CFF-56D2B3294A9F}"/>
          </ac:inkMkLst>
        </pc:inkChg>
        <pc:inkChg chg="add mod">
          <ac:chgData name="Umesh Gupta" userId="35470c46-d51d-41c5-aa07-3535d40f1513" providerId="ADAL" clId="{152E897F-6A63-4DC1-977E-2334549EA1BE}" dt="2021-11-12T08:59:42.577" v="216"/>
          <ac:inkMkLst>
            <pc:docMk/>
            <pc:sldMk cId="961001399" sldId="263"/>
            <ac:inkMk id="61" creationId="{9E3C5799-612C-49F2-8A7F-51F0C028923C}"/>
          </ac:inkMkLst>
        </pc:inkChg>
      </pc:sldChg>
      <pc:sldChg chg="addSp modSp mod">
        <pc:chgData name="Umesh Gupta" userId="35470c46-d51d-41c5-aa07-3535d40f1513" providerId="ADAL" clId="{152E897F-6A63-4DC1-977E-2334549EA1BE}" dt="2021-11-13T04:30:39.913" v="241"/>
        <pc:sldMkLst>
          <pc:docMk/>
          <pc:sldMk cId="3878704839" sldId="264"/>
        </pc:sldMkLst>
        <pc:grpChg chg="mod">
          <ac:chgData name="Umesh Gupta" userId="35470c46-d51d-41c5-aa07-3535d40f1513" providerId="ADAL" clId="{152E897F-6A63-4DC1-977E-2334549EA1BE}" dt="2021-11-13T04:23:37.416" v="232"/>
          <ac:grpSpMkLst>
            <pc:docMk/>
            <pc:sldMk cId="3878704839" sldId="264"/>
            <ac:grpSpMk id="7" creationId="{2418D48A-2AE7-4A38-BF25-DADA18A99161}"/>
          </ac:grpSpMkLst>
        </pc:grpChg>
        <pc:grpChg chg="mod">
          <ac:chgData name="Umesh Gupta" userId="35470c46-d51d-41c5-aa07-3535d40f1513" providerId="ADAL" clId="{152E897F-6A63-4DC1-977E-2334549EA1BE}" dt="2021-11-13T04:23:43.756" v="235"/>
          <ac:grpSpMkLst>
            <pc:docMk/>
            <pc:sldMk cId="3878704839" sldId="264"/>
            <ac:grpSpMk id="10" creationId="{75B616CE-4F26-470F-B8DA-EE058247FACE}"/>
          </ac:grpSpMkLst>
        </pc:grpChg>
        <pc:grpChg chg="mod">
          <ac:chgData name="Umesh Gupta" userId="35470c46-d51d-41c5-aa07-3535d40f1513" providerId="ADAL" clId="{152E897F-6A63-4DC1-977E-2334549EA1BE}" dt="2021-11-13T04:23:45.239" v="238"/>
          <ac:grpSpMkLst>
            <pc:docMk/>
            <pc:sldMk cId="3878704839" sldId="264"/>
            <ac:grpSpMk id="14" creationId="{877174D0-7835-4D1D-9C4B-F3FDB5CF5CEB}"/>
          </ac:grpSpMkLst>
        </pc:grpChg>
        <pc:grpChg chg="mod">
          <ac:chgData name="Umesh Gupta" userId="35470c46-d51d-41c5-aa07-3535d40f1513" providerId="ADAL" clId="{152E897F-6A63-4DC1-977E-2334549EA1BE}" dt="2021-11-13T04:30:39.913" v="241"/>
          <ac:grpSpMkLst>
            <pc:docMk/>
            <pc:sldMk cId="3878704839" sldId="264"/>
            <ac:grpSpMk id="17" creationId="{E38F19FE-1E5A-41A1-8716-8612E4952053}"/>
          </ac:grpSpMkLst>
        </pc:grpChg>
        <pc:inkChg chg="add mod">
          <ac:chgData name="Umesh Gupta" userId="35470c46-d51d-41c5-aa07-3535d40f1513" providerId="ADAL" clId="{152E897F-6A63-4DC1-977E-2334549EA1BE}" dt="2021-11-13T04:23:37.416" v="232"/>
          <ac:inkMkLst>
            <pc:docMk/>
            <pc:sldMk cId="3878704839" sldId="264"/>
            <ac:inkMk id="5" creationId="{086BFA76-A879-4EF2-A2E5-5C270B6F6585}"/>
          </ac:inkMkLst>
        </pc:inkChg>
        <pc:inkChg chg="add mod">
          <ac:chgData name="Umesh Gupta" userId="35470c46-d51d-41c5-aa07-3535d40f1513" providerId="ADAL" clId="{152E897F-6A63-4DC1-977E-2334549EA1BE}" dt="2021-11-13T04:23:37.416" v="232"/>
          <ac:inkMkLst>
            <pc:docMk/>
            <pc:sldMk cId="3878704839" sldId="264"/>
            <ac:inkMk id="6" creationId="{C692CAF5-8D3F-4FEE-997D-9F335EBCB88E}"/>
          </ac:inkMkLst>
        </pc:inkChg>
        <pc:inkChg chg="add mod">
          <ac:chgData name="Umesh Gupta" userId="35470c46-d51d-41c5-aa07-3535d40f1513" providerId="ADAL" clId="{152E897F-6A63-4DC1-977E-2334549EA1BE}" dt="2021-11-13T04:23:43.756" v="235"/>
          <ac:inkMkLst>
            <pc:docMk/>
            <pc:sldMk cId="3878704839" sldId="264"/>
            <ac:inkMk id="8" creationId="{90B04EE3-94D6-4D50-83BE-A143CC209456}"/>
          </ac:inkMkLst>
        </pc:inkChg>
        <pc:inkChg chg="add mod">
          <ac:chgData name="Umesh Gupta" userId="35470c46-d51d-41c5-aa07-3535d40f1513" providerId="ADAL" clId="{152E897F-6A63-4DC1-977E-2334549EA1BE}" dt="2021-11-13T04:23:43.756" v="235"/>
          <ac:inkMkLst>
            <pc:docMk/>
            <pc:sldMk cId="3878704839" sldId="264"/>
            <ac:inkMk id="9" creationId="{D9AEEEE4-E8D7-4B7E-9FAD-C5017837DBA0}"/>
          </ac:inkMkLst>
        </pc:inkChg>
        <pc:inkChg chg="add mod">
          <ac:chgData name="Umesh Gupta" userId="35470c46-d51d-41c5-aa07-3535d40f1513" providerId="ADAL" clId="{152E897F-6A63-4DC1-977E-2334549EA1BE}" dt="2021-11-13T04:23:45.239" v="238"/>
          <ac:inkMkLst>
            <pc:docMk/>
            <pc:sldMk cId="3878704839" sldId="264"/>
            <ac:inkMk id="12" creationId="{18D808C9-67C2-4D8D-96A3-285476949F70}"/>
          </ac:inkMkLst>
        </pc:inkChg>
        <pc:inkChg chg="add mod">
          <ac:chgData name="Umesh Gupta" userId="35470c46-d51d-41c5-aa07-3535d40f1513" providerId="ADAL" clId="{152E897F-6A63-4DC1-977E-2334549EA1BE}" dt="2021-11-13T04:23:45.239" v="238"/>
          <ac:inkMkLst>
            <pc:docMk/>
            <pc:sldMk cId="3878704839" sldId="264"/>
            <ac:inkMk id="13" creationId="{93700979-3A4D-472D-A79E-A3E3E38B0566}"/>
          </ac:inkMkLst>
        </pc:inkChg>
        <pc:inkChg chg="add mod">
          <ac:chgData name="Umesh Gupta" userId="35470c46-d51d-41c5-aa07-3535d40f1513" providerId="ADAL" clId="{152E897F-6A63-4DC1-977E-2334549EA1BE}" dt="2021-11-13T04:30:39.913" v="241"/>
          <ac:inkMkLst>
            <pc:docMk/>
            <pc:sldMk cId="3878704839" sldId="264"/>
            <ac:inkMk id="15" creationId="{81964A21-9333-49AD-A111-6C237A87FC29}"/>
          </ac:inkMkLst>
        </pc:inkChg>
        <pc:inkChg chg="add mod">
          <ac:chgData name="Umesh Gupta" userId="35470c46-d51d-41c5-aa07-3535d40f1513" providerId="ADAL" clId="{152E897F-6A63-4DC1-977E-2334549EA1BE}" dt="2021-11-13T04:30:39.913" v="241"/>
          <ac:inkMkLst>
            <pc:docMk/>
            <pc:sldMk cId="3878704839" sldId="264"/>
            <ac:inkMk id="16" creationId="{5FE97A1B-BE78-4975-A873-B9DB2AC2F3D6}"/>
          </ac:inkMkLst>
        </pc:inkChg>
      </pc:sldChg>
      <pc:sldChg chg="addSp delSp modSp mod">
        <pc:chgData name="Umesh Gupta" userId="35470c46-d51d-41c5-aa07-3535d40f1513" providerId="ADAL" clId="{152E897F-6A63-4DC1-977E-2334549EA1BE}" dt="2021-11-13T04:34:09.009" v="280"/>
        <pc:sldMkLst>
          <pc:docMk/>
          <pc:sldMk cId="334168007" sldId="265"/>
        </pc:sldMkLst>
        <pc:grpChg chg="del mod">
          <ac:chgData name="Umesh Gupta" userId="35470c46-d51d-41c5-aa07-3535d40f1513" providerId="ADAL" clId="{152E897F-6A63-4DC1-977E-2334549EA1BE}" dt="2021-11-13T04:33:06.812" v="247"/>
          <ac:grpSpMkLst>
            <pc:docMk/>
            <pc:sldMk cId="334168007" sldId="265"/>
            <ac:grpSpMk id="6" creationId="{A2D1B7DE-5B12-40CB-AFC7-0CA61FEF3C06}"/>
          </ac:grpSpMkLst>
        </pc:grpChg>
        <pc:grpChg chg="del mod">
          <ac:chgData name="Umesh Gupta" userId="35470c46-d51d-41c5-aa07-3535d40f1513" providerId="ADAL" clId="{152E897F-6A63-4DC1-977E-2334549EA1BE}" dt="2021-11-13T04:33:21.745" v="252"/>
          <ac:grpSpMkLst>
            <pc:docMk/>
            <pc:sldMk cId="334168007" sldId="265"/>
            <ac:grpSpMk id="10" creationId="{809A41A3-7A0F-492D-A7EE-759F588F98DF}"/>
          </ac:grpSpMkLst>
        </pc:grpChg>
        <pc:grpChg chg="del mod">
          <ac:chgData name="Umesh Gupta" userId="35470c46-d51d-41c5-aa07-3535d40f1513" providerId="ADAL" clId="{152E897F-6A63-4DC1-977E-2334549EA1BE}" dt="2021-11-13T04:33:30.710" v="255"/>
          <ac:grpSpMkLst>
            <pc:docMk/>
            <pc:sldMk cId="334168007" sldId="265"/>
            <ac:grpSpMk id="13" creationId="{861FE2D7-7440-4D08-8560-A15CDF50E92C}"/>
          </ac:grpSpMkLst>
        </pc:grpChg>
        <pc:grpChg chg="del mod">
          <ac:chgData name="Umesh Gupta" userId="35470c46-d51d-41c5-aa07-3535d40f1513" providerId="ADAL" clId="{152E897F-6A63-4DC1-977E-2334549EA1BE}" dt="2021-11-13T04:33:42.704" v="262"/>
          <ac:grpSpMkLst>
            <pc:docMk/>
            <pc:sldMk cId="334168007" sldId="265"/>
            <ac:grpSpMk id="16" creationId="{9CB02DD6-A70C-4B9F-A0A3-F9B3E881AC14}"/>
          </ac:grpSpMkLst>
        </pc:grpChg>
        <pc:grpChg chg="del mod">
          <ac:chgData name="Umesh Gupta" userId="35470c46-d51d-41c5-aa07-3535d40f1513" providerId="ADAL" clId="{152E897F-6A63-4DC1-977E-2334549EA1BE}" dt="2021-11-13T04:33:42.704" v="262"/>
          <ac:grpSpMkLst>
            <pc:docMk/>
            <pc:sldMk cId="334168007" sldId="265"/>
            <ac:grpSpMk id="19" creationId="{50F35104-7B48-4A32-AB28-3599F5D8B1AF}"/>
          </ac:grpSpMkLst>
        </pc:grpChg>
        <pc:grpChg chg="del mod">
          <ac:chgData name="Umesh Gupta" userId="35470c46-d51d-41c5-aa07-3535d40f1513" providerId="ADAL" clId="{152E897F-6A63-4DC1-977E-2334549EA1BE}" dt="2021-11-13T04:33:44.830" v="264"/>
          <ac:grpSpMkLst>
            <pc:docMk/>
            <pc:sldMk cId="334168007" sldId="265"/>
            <ac:grpSpMk id="23" creationId="{0FDEB033-C768-4DDD-9AC3-DC20DC0421AF}"/>
          </ac:grpSpMkLst>
        </pc:grpChg>
        <pc:grpChg chg="del mod">
          <ac:chgData name="Umesh Gupta" userId="35470c46-d51d-41c5-aa07-3535d40f1513" providerId="ADAL" clId="{152E897F-6A63-4DC1-977E-2334549EA1BE}" dt="2021-11-13T04:33:47.509" v="269"/>
          <ac:grpSpMkLst>
            <pc:docMk/>
            <pc:sldMk cId="334168007" sldId="265"/>
            <ac:grpSpMk id="25" creationId="{5364E246-5AEA-4B94-976E-9BC3B01B3F79}"/>
          </ac:grpSpMkLst>
        </pc:grpChg>
        <pc:grpChg chg="del mod">
          <ac:chgData name="Umesh Gupta" userId="35470c46-d51d-41c5-aa07-3535d40f1513" providerId="ADAL" clId="{152E897F-6A63-4DC1-977E-2334549EA1BE}" dt="2021-11-13T04:33:48.942" v="272"/>
          <ac:grpSpMkLst>
            <pc:docMk/>
            <pc:sldMk cId="334168007" sldId="265"/>
            <ac:grpSpMk id="32" creationId="{DE04FF9E-FCED-4B0A-BAA3-5279ED18B2CD}"/>
          </ac:grpSpMkLst>
        </pc:grpChg>
        <pc:grpChg chg="del mod">
          <ac:chgData name="Umesh Gupta" userId="35470c46-d51d-41c5-aa07-3535d40f1513" providerId="ADAL" clId="{152E897F-6A63-4DC1-977E-2334549EA1BE}" dt="2021-11-13T04:33:56.977" v="277"/>
          <ac:grpSpMkLst>
            <pc:docMk/>
            <pc:sldMk cId="334168007" sldId="265"/>
            <ac:grpSpMk id="35" creationId="{C647F9FB-4F1A-45B8-A98B-86AC17B853DD}"/>
          </ac:grpSpMkLst>
        </pc:grpChg>
        <pc:grpChg chg="del mod">
          <ac:chgData name="Umesh Gupta" userId="35470c46-d51d-41c5-aa07-3535d40f1513" providerId="ADAL" clId="{152E897F-6A63-4DC1-977E-2334549EA1BE}" dt="2021-11-13T04:34:09.009" v="280"/>
          <ac:grpSpMkLst>
            <pc:docMk/>
            <pc:sldMk cId="334168007" sldId="265"/>
            <ac:grpSpMk id="40" creationId="{793BFE28-9571-407B-888D-F6443F9C4599}"/>
          </ac:grpSpMkLst>
        </pc:grpChg>
        <pc:grpChg chg="mod">
          <ac:chgData name="Umesh Gupta" userId="35470c46-d51d-41c5-aa07-3535d40f1513" providerId="ADAL" clId="{152E897F-6A63-4DC1-977E-2334549EA1BE}" dt="2021-11-13T04:34:09.009" v="280"/>
          <ac:grpSpMkLst>
            <pc:docMk/>
            <pc:sldMk cId="334168007" sldId="265"/>
            <ac:grpSpMk id="43" creationId="{B9D83977-6855-4D13-817D-39160C4C37AA}"/>
          </ac:grpSpMkLst>
        </pc:grpChg>
        <pc:inkChg chg="add mod">
          <ac:chgData name="Umesh Gupta" userId="35470c46-d51d-41c5-aa07-3535d40f1513" providerId="ADAL" clId="{152E897F-6A63-4DC1-977E-2334549EA1BE}" dt="2021-11-13T04:33:06.812" v="247"/>
          <ac:inkMkLst>
            <pc:docMk/>
            <pc:sldMk cId="334168007" sldId="265"/>
            <ac:inkMk id="3" creationId="{A90AAF1C-9143-4405-A0C7-B6B3162B36A9}"/>
          </ac:inkMkLst>
        </pc:inkChg>
        <pc:inkChg chg="add del mod">
          <ac:chgData name="Umesh Gupta" userId="35470c46-d51d-41c5-aa07-3535d40f1513" providerId="ADAL" clId="{152E897F-6A63-4DC1-977E-2334549EA1BE}" dt="2021-11-13T04:33:06.812" v="247"/>
          <ac:inkMkLst>
            <pc:docMk/>
            <pc:sldMk cId="334168007" sldId="265"/>
            <ac:inkMk id="4" creationId="{E3AA8A65-1B00-4FAD-B3AF-6933C979A6EC}"/>
          </ac:inkMkLst>
        </pc:inkChg>
        <pc:inkChg chg="add del mod">
          <ac:chgData name="Umesh Gupta" userId="35470c46-d51d-41c5-aa07-3535d40f1513" providerId="ADAL" clId="{152E897F-6A63-4DC1-977E-2334549EA1BE}" dt="2021-11-13T04:33:06.275" v="246"/>
          <ac:inkMkLst>
            <pc:docMk/>
            <pc:sldMk cId="334168007" sldId="265"/>
            <ac:inkMk id="5" creationId="{A6F3B68A-85CF-443D-A917-6FACA72E533D}"/>
          </ac:inkMkLst>
        </pc:inkChg>
        <pc:inkChg chg="add mod">
          <ac:chgData name="Umesh Gupta" userId="35470c46-d51d-41c5-aa07-3535d40f1513" providerId="ADAL" clId="{152E897F-6A63-4DC1-977E-2334549EA1BE}" dt="2021-11-13T04:34:09.009" v="280"/>
          <ac:inkMkLst>
            <pc:docMk/>
            <pc:sldMk cId="334168007" sldId="265"/>
            <ac:inkMk id="7" creationId="{1CB234D2-1608-4291-928D-9976D8F38E4D}"/>
          </ac:inkMkLst>
        </pc:inkChg>
        <pc:inkChg chg="add mod">
          <ac:chgData name="Umesh Gupta" userId="35470c46-d51d-41c5-aa07-3535d40f1513" providerId="ADAL" clId="{152E897F-6A63-4DC1-977E-2334549EA1BE}" dt="2021-11-13T04:34:09.009" v="280"/>
          <ac:inkMkLst>
            <pc:docMk/>
            <pc:sldMk cId="334168007" sldId="265"/>
            <ac:inkMk id="8" creationId="{E26E5EE2-4CB2-4E52-8757-9B92B3C6521E}"/>
          </ac:inkMkLst>
        </pc:inkChg>
        <pc:inkChg chg="add mod">
          <ac:chgData name="Umesh Gupta" userId="35470c46-d51d-41c5-aa07-3535d40f1513" providerId="ADAL" clId="{152E897F-6A63-4DC1-977E-2334549EA1BE}" dt="2021-11-13T04:33:30.710" v="255"/>
          <ac:inkMkLst>
            <pc:docMk/>
            <pc:sldMk cId="334168007" sldId="265"/>
            <ac:inkMk id="11" creationId="{2251D6A4-326A-4B66-AD62-90859E59D511}"/>
          </ac:inkMkLst>
        </pc:inkChg>
        <pc:inkChg chg="add mod">
          <ac:chgData name="Umesh Gupta" userId="35470c46-d51d-41c5-aa07-3535d40f1513" providerId="ADAL" clId="{152E897F-6A63-4DC1-977E-2334549EA1BE}" dt="2021-11-13T04:34:09.009" v="280"/>
          <ac:inkMkLst>
            <pc:docMk/>
            <pc:sldMk cId="334168007" sldId="265"/>
            <ac:inkMk id="14" creationId="{B43C13CF-B7E9-4B9F-A4AF-336CB43666DD}"/>
          </ac:inkMkLst>
        </pc:inkChg>
        <pc:inkChg chg="add mod">
          <ac:chgData name="Umesh Gupta" userId="35470c46-d51d-41c5-aa07-3535d40f1513" providerId="ADAL" clId="{152E897F-6A63-4DC1-977E-2334549EA1BE}" dt="2021-11-13T04:34:09.009" v="280"/>
          <ac:inkMkLst>
            <pc:docMk/>
            <pc:sldMk cId="334168007" sldId="265"/>
            <ac:inkMk id="15" creationId="{3D838D73-B17F-4044-9592-73C0092AC87F}"/>
          </ac:inkMkLst>
        </pc:inkChg>
        <pc:inkChg chg="add mod">
          <ac:chgData name="Umesh Gupta" userId="35470c46-d51d-41c5-aa07-3535d40f1513" providerId="ADAL" clId="{152E897F-6A63-4DC1-977E-2334549EA1BE}" dt="2021-11-13T04:34:09.009" v="280"/>
          <ac:inkMkLst>
            <pc:docMk/>
            <pc:sldMk cId="334168007" sldId="265"/>
            <ac:inkMk id="17" creationId="{0D290BA4-7E81-42FB-88CA-39DE9D3BBD74}"/>
          </ac:inkMkLst>
        </pc:inkChg>
        <pc:inkChg chg="add mod">
          <ac:chgData name="Umesh Gupta" userId="35470c46-d51d-41c5-aa07-3535d40f1513" providerId="ADAL" clId="{152E897F-6A63-4DC1-977E-2334549EA1BE}" dt="2021-11-13T04:34:09.009" v="280"/>
          <ac:inkMkLst>
            <pc:docMk/>
            <pc:sldMk cId="334168007" sldId="265"/>
            <ac:inkMk id="18" creationId="{24F7C3AC-D3A6-40AA-B013-B0F2DCA5C421}"/>
          </ac:inkMkLst>
        </pc:inkChg>
        <pc:inkChg chg="add mod">
          <ac:chgData name="Umesh Gupta" userId="35470c46-d51d-41c5-aa07-3535d40f1513" providerId="ADAL" clId="{152E897F-6A63-4DC1-977E-2334549EA1BE}" dt="2021-11-13T04:34:09.009" v="280"/>
          <ac:inkMkLst>
            <pc:docMk/>
            <pc:sldMk cId="334168007" sldId="265"/>
            <ac:inkMk id="20" creationId="{05E88966-37AA-4CD5-AD02-DCABD5AAAFF5}"/>
          </ac:inkMkLst>
        </pc:inkChg>
        <pc:inkChg chg="add mod">
          <ac:chgData name="Umesh Gupta" userId="35470c46-d51d-41c5-aa07-3535d40f1513" providerId="ADAL" clId="{152E897F-6A63-4DC1-977E-2334549EA1BE}" dt="2021-11-13T04:34:09.009" v="280"/>
          <ac:inkMkLst>
            <pc:docMk/>
            <pc:sldMk cId="334168007" sldId="265"/>
            <ac:inkMk id="21" creationId="{048D7FC4-722D-49EF-9F54-B4E176EEEA1D}"/>
          </ac:inkMkLst>
        </pc:inkChg>
        <pc:inkChg chg="add mod">
          <ac:chgData name="Umesh Gupta" userId="35470c46-d51d-41c5-aa07-3535d40f1513" providerId="ADAL" clId="{152E897F-6A63-4DC1-977E-2334549EA1BE}" dt="2021-11-13T04:34:09.009" v="280"/>
          <ac:inkMkLst>
            <pc:docMk/>
            <pc:sldMk cId="334168007" sldId="265"/>
            <ac:inkMk id="22" creationId="{4E6232C7-6F7F-4416-9311-B1E142DF7AF3}"/>
          </ac:inkMkLst>
        </pc:inkChg>
        <pc:inkChg chg="add mod">
          <ac:chgData name="Umesh Gupta" userId="35470c46-d51d-41c5-aa07-3535d40f1513" providerId="ADAL" clId="{152E897F-6A63-4DC1-977E-2334549EA1BE}" dt="2021-11-13T04:34:09.009" v="280"/>
          <ac:inkMkLst>
            <pc:docMk/>
            <pc:sldMk cId="334168007" sldId="265"/>
            <ac:inkMk id="24" creationId="{D32112F7-04F8-4FAA-90FD-DA8012149CA3}"/>
          </ac:inkMkLst>
        </pc:inkChg>
        <pc:inkChg chg="add mod">
          <ac:chgData name="Umesh Gupta" userId="35470c46-d51d-41c5-aa07-3535d40f1513" providerId="ADAL" clId="{152E897F-6A63-4DC1-977E-2334549EA1BE}" dt="2021-11-13T04:34:09.009" v="280"/>
          <ac:inkMkLst>
            <pc:docMk/>
            <pc:sldMk cId="334168007" sldId="265"/>
            <ac:inkMk id="26" creationId="{3EDB8185-4B2D-4415-B4AD-358FDE8C4227}"/>
          </ac:inkMkLst>
        </pc:inkChg>
        <pc:inkChg chg="add mod">
          <ac:chgData name="Umesh Gupta" userId="35470c46-d51d-41c5-aa07-3535d40f1513" providerId="ADAL" clId="{152E897F-6A63-4DC1-977E-2334549EA1BE}" dt="2021-11-13T04:34:09.009" v="280"/>
          <ac:inkMkLst>
            <pc:docMk/>
            <pc:sldMk cId="334168007" sldId="265"/>
            <ac:inkMk id="28" creationId="{2EC2ECC3-AD18-4CC4-9B7A-365C67768D8E}"/>
          </ac:inkMkLst>
        </pc:inkChg>
        <pc:inkChg chg="add mod">
          <ac:chgData name="Umesh Gupta" userId="35470c46-d51d-41c5-aa07-3535d40f1513" providerId="ADAL" clId="{152E897F-6A63-4DC1-977E-2334549EA1BE}" dt="2021-11-13T04:34:09.009" v="280"/>
          <ac:inkMkLst>
            <pc:docMk/>
            <pc:sldMk cId="334168007" sldId="265"/>
            <ac:inkMk id="30" creationId="{0D009BEB-A35B-4817-9189-8871FB768F44}"/>
          </ac:inkMkLst>
        </pc:inkChg>
        <pc:inkChg chg="add mod">
          <ac:chgData name="Umesh Gupta" userId="35470c46-d51d-41c5-aa07-3535d40f1513" providerId="ADAL" clId="{152E897F-6A63-4DC1-977E-2334549EA1BE}" dt="2021-11-13T04:34:09.009" v="280"/>
          <ac:inkMkLst>
            <pc:docMk/>
            <pc:sldMk cId="334168007" sldId="265"/>
            <ac:inkMk id="31" creationId="{79815A6A-8EAA-4D7A-B93F-AB80B594798A}"/>
          </ac:inkMkLst>
        </pc:inkChg>
        <pc:inkChg chg="add mod">
          <ac:chgData name="Umesh Gupta" userId="35470c46-d51d-41c5-aa07-3535d40f1513" providerId="ADAL" clId="{152E897F-6A63-4DC1-977E-2334549EA1BE}" dt="2021-11-13T04:34:09.009" v="280"/>
          <ac:inkMkLst>
            <pc:docMk/>
            <pc:sldMk cId="334168007" sldId="265"/>
            <ac:inkMk id="33" creationId="{F9F7AB2A-9B30-4036-A384-A7F4EA76D073}"/>
          </ac:inkMkLst>
        </pc:inkChg>
        <pc:inkChg chg="add mod">
          <ac:chgData name="Umesh Gupta" userId="35470c46-d51d-41c5-aa07-3535d40f1513" providerId="ADAL" clId="{152E897F-6A63-4DC1-977E-2334549EA1BE}" dt="2021-11-13T04:34:09.009" v="280"/>
          <ac:inkMkLst>
            <pc:docMk/>
            <pc:sldMk cId="334168007" sldId="265"/>
            <ac:inkMk id="34" creationId="{3CB67604-F03C-4B09-9F69-516DE8E12F1E}"/>
          </ac:inkMkLst>
        </pc:inkChg>
        <pc:inkChg chg="add mod">
          <ac:chgData name="Umesh Gupta" userId="35470c46-d51d-41c5-aa07-3535d40f1513" providerId="ADAL" clId="{152E897F-6A63-4DC1-977E-2334549EA1BE}" dt="2021-11-13T04:34:09.009" v="280"/>
          <ac:inkMkLst>
            <pc:docMk/>
            <pc:sldMk cId="334168007" sldId="265"/>
            <ac:inkMk id="36" creationId="{A97E4313-5938-48C1-8608-31B28D3D6ED0}"/>
          </ac:inkMkLst>
        </pc:inkChg>
        <pc:inkChg chg="add mod">
          <ac:chgData name="Umesh Gupta" userId="35470c46-d51d-41c5-aa07-3535d40f1513" providerId="ADAL" clId="{152E897F-6A63-4DC1-977E-2334549EA1BE}" dt="2021-11-13T04:34:09.009" v="280"/>
          <ac:inkMkLst>
            <pc:docMk/>
            <pc:sldMk cId="334168007" sldId="265"/>
            <ac:inkMk id="37" creationId="{60670253-A9A8-49F8-BEC6-2252CFF4FD74}"/>
          </ac:inkMkLst>
        </pc:inkChg>
        <pc:inkChg chg="add mod">
          <ac:chgData name="Umesh Gupta" userId="35470c46-d51d-41c5-aa07-3535d40f1513" providerId="ADAL" clId="{152E897F-6A63-4DC1-977E-2334549EA1BE}" dt="2021-11-13T04:34:09.009" v="280"/>
          <ac:inkMkLst>
            <pc:docMk/>
            <pc:sldMk cId="334168007" sldId="265"/>
            <ac:inkMk id="38" creationId="{49ABF8A9-7CED-49AD-B0A2-BE37C74E3E6E}"/>
          </ac:inkMkLst>
        </pc:inkChg>
        <pc:inkChg chg="add mod">
          <ac:chgData name="Umesh Gupta" userId="35470c46-d51d-41c5-aa07-3535d40f1513" providerId="ADAL" clId="{152E897F-6A63-4DC1-977E-2334549EA1BE}" dt="2021-11-13T04:34:09.009" v="280"/>
          <ac:inkMkLst>
            <pc:docMk/>
            <pc:sldMk cId="334168007" sldId="265"/>
            <ac:inkMk id="39" creationId="{BE1FDBB2-39E2-4256-BDA8-01BC0BFBC4AA}"/>
          </ac:inkMkLst>
        </pc:inkChg>
        <pc:inkChg chg="add mod">
          <ac:chgData name="Umesh Gupta" userId="35470c46-d51d-41c5-aa07-3535d40f1513" providerId="ADAL" clId="{152E897F-6A63-4DC1-977E-2334549EA1BE}" dt="2021-11-13T04:34:09.009" v="280"/>
          <ac:inkMkLst>
            <pc:docMk/>
            <pc:sldMk cId="334168007" sldId="265"/>
            <ac:inkMk id="41" creationId="{7697404B-2CE6-44D6-9EB6-90D3429D3771}"/>
          </ac:inkMkLst>
        </pc:inkChg>
        <pc:inkChg chg="add mod">
          <ac:chgData name="Umesh Gupta" userId="35470c46-d51d-41c5-aa07-3535d40f1513" providerId="ADAL" clId="{152E897F-6A63-4DC1-977E-2334549EA1BE}" dt="2021-11-13T04:34:09.009" v="280"/>
          <ac:inkMkLst>
            <pc:docMk/>
            <pc:sldMk cId="334168007" sldId="265"/>
            <ac:inkMk id="42" creationId="{93872B56-C5A6-48CE-8F07-1AA63C8E70C3}"/>
          </ac:inkMkLst>
        </pc:inkChg>
      </pc:sldChg>
      <pc:sldChg chg="addSp delSp modSp mod">
        <pc:chgData name="Umesh Gupta" userId="35470c46-d51d-41c5-aa07-3535d40f1513" providerId="ADAL" clId="{152E897F-6A63-4DC1-977E-2334549EA1BE}" dt="2021-11-13T04:36:30.585" v="293"/>
        <pc:sldMkLst>
          <pc:docMk/>
          <pc:sldMk cId="3611644754" sldId="266"/>
        </pc:sldMkLst>
        <pc:grpChg chg="del mod">
          <ac:chgData name="Umesh Gupta" userId="35470c46-d51d-41c5-aa07-3535d40f1513" providerId="ADAL" clId="{152E897F-6A63-4DC1-977E-2334549EA1BE}" dt="2021-11-13T04:35:43.402" v="287"/>
          <ac:grpSpMkLst>
            <pc:docMk/>
            <pc:sldMk cId="3611644754" sldId="266"/>
            <ac:grpSpMk id="7" creationId="{855608B6-AAE3-4CF1-BA01-94488E2CB515}"/>
          </ac:grpSpMkLst>
        </pc:grpChg>
        <pc:grpChg chg="del mod">
          <ac:chgData name="Umesh Gupta" userId="35470c46-d51d-41c5-aa07-3535d40f1513" providerId="ADAL" clId="{152E897F-6A63-4DC1-977E-2334549EA1BE}" dt="2021-11-13T04:36:30.585" v="293"/>
          <ac:grpSpMkLst>
            <pc:docMk/>
            <pc:sldMk cId="3611644754" sldId="266"/>
            <ac:grpSpMk id="10" creationId="{3D7DF29C-B769-48D6-A0AE-AF4B5D0E2EE5}"/>
          </ac:grpSpMkLst>
        </pc:grpChg>
        <pc:grpChg chg="mod">
          <ac:chgData name="Umesh Gupta" userId="35470c46-d51d-41c5-aa07-3535d40f1513" providerId="ADAL" clId="{152E897F-6A63-4DC1-977E-2334549EA1BE}" dt="2021-11-13T04:36:30.585" v="293"/>
          <ac:grpSpMkLst>
            <pc:docMk/>
            <pc:sldMk cId="3611644754" sldId="266"/>
            <ac:grpSpMk id="18" creationId="{40055CE1-2237-4CAB-919A-3969B7E51FC6}"/>
          </ac:grpSpMkLst>
        </pc:grpChg>
        <pc:inkChg chg="add mod">
          <ac:chgData name="Umesh Gupta" userId="35470c46-d51d-41c5-aa07-3535d40f1513" providerId="ADAL" clId="{152E897F-6A63-4DC1-977E-2334549EA1BE}" dt="2021-11-13T04:36:30.585" v="293"/>
          <ac:inkMkLst>
            <pc:docMk/>
            <pc:sldMk cId="3611644754" sldId="266"/>
            <ac:inkMk id="3" creationId="{39E24E1F-B9AF-4743-930F-EA38DAE76A4C}"/>
          </ac:inkMkLst>
        </pc:inkChg>
        <pc:inkChg chg="add mod">
          <ac:chgData name="Umesh Gupta" userId="35470c46-d51d-41c5-aa07-3535d40f1513" providerId="ADAL" clId="{152E897F-6A63-4DC1-977E-2334549EA1BE}" dt="2021-11-13T04:36:30.585" v="293"/>
          <ac:inkMkLst>
            <pc:docMk/>
            <pc:sldMk cId="3611644754" sldId="266"/>
            <ac:inkMk id="4" creationId="{699BAA0F-571D-4E96-AEA1-28DEC0115310}"/>
          </ac:inkMkLst>
        </pc:inkChg>
        <pc:inkChg chg="add mod">
          <ac:chgData name="Umesh Gupta" userId="35470c46-d51d-41c5-aa07-3535d40f1513" providerId="ADAL" clId="{152E897F-6A63-4DC1-977E-2334549EA1BE}" dt="2021-11-13T04:36:30.585" v="293"/>
          <ac:inkMkLst>
            <pc:docMk/>
            <pc:sldMk cId="3611644754" sldId="266"/>
            <ac:inkMk id="5" creationId="{DF3ADDE3-8471-43F8-8E54-17173055325C}"/>
          </ac:inkMkLst>
        </pc:inkChg>
        <pc:inkChg chg="add mod">
          <ac:chgData name="Umesh Gupta" userId="35470c46-d51d-41c5-aa07-3535d40f1513" providerId="ADAL" clId="{152E897F-6A63-4DC1-977E-2334549EA1BE}" dt="2021-11-13T04:36:30.585" v="293"/>
          <ac:inkMkLst>
            <pc:docMk/>
            <pc:sldMk cId="3611644754" sldId="266"/>
            <ac:inkMk id="6" creationId="{9B948FB9-C848-4B1B-96D9-AFA2878949E5}"/>
          </ac:inkMkLst>
        </pc:inkChg>
        <pc:inkChg chg="add mod">
          <ac:chgData name="Umesh Gupta" userId="35470c46-d51d-41c5-aa07-3535d40f1513" providerId="ADAL" clId="{152E897F-6A63-4DC1-977E-2334549EA1BE}" dt="2021-11-13T04:36:30.585" v="293"/>
          <ac:inkMkLst>
            <pc:docMk/>
            <pc:sldMk cId="3611644754" sldId="266"/>
            <ac:inkMk id="8" creationId="{6242A49D-810D-40D4-95AC-AB5F3C16B304}"/>
          </ac:inkMkLst>
        </pc:inkChg>
        <pc:inkChg chg="add mod">
          <ac:chgData name="Umesh Gupta" userId="35470c46-d51d-41c5-aa07-3535d40f1513" providerId="ADAL" clId="{152E897F-6A63-4DC1-977E-2334549EA1BE}" dt="2021-11-13T04:36:30.585" v="293"/>
          <ac:inkMkLst>
            <pc:docMk/>
            <pc:sldMk cId="3611644754" sldId="266"/>
            <ac:inkMk id="12" creationId="{C2B9D48F-CEE9-4D8C-88E8-8F6641FFC802}"/>
          </ac:inkMkLst>
        </pc:inkChg>
        <pc:inkChg chg="add mod">
          <ac:chgData name="Umesh Gupta" userId="35470c46-d51d-41c5-aa07-3535d40f1513" providerId="ADAL" clId="{152E897F-6A63-4DC1-977E-2334549EA1BE}" dt="2021-11-13T04:36:30.585" v="293"/>
          <ac:inkMkLst>
            <pc:docMk/>
            <pc:sldMk cId="3611644754" sldId="266"/>
            <ac:inkMk id="13" creationId="{E9EFEB83-307F-4EA9-9AA8-A0D711CB2549}"/>
          </ac:inkMkLst>
        </pc:inkChg>
        <pc:inkChg chg="add mod">
          <ac:chgData name="Umesh Gupta" userId="35470c46-d51d-41c5-aa07-3535d40f1513" providerId="ADAL" clId="{152E897F-6A63-4DC1-977E-2334549EA1BE}" dt="2021-11-13T04:36:30.585" v="293"/>
          <ac:inkMkLst>
            <pc:docMk/>
            <pc:sldMk cId="3611644754" sldId="266"/>
            <ac:inkMk id="14" creationId="{12660127-A62A-4046-98B4-97FD42618DF9}"/>
          </ac:inkMkLst>
        </pc:inkChg>
        <pc:inkChg chg="add mod">
          <ac:chgData name="Umesh Gupta" userId="35470c46-d51d-41c5-aa07-3535d40f1513" providerId="ADAL" clId="{152E897F-6A63-4DC1-977E-2334549EA1BE}" dt="2021-11-13T04:36:30.585" v="293"/>
          <ac:inkMkLst>
            <pc:docMk/>
            <pc:sldMk cId="3611644754" sldId="266"/>
            <ac:inkMk id="16" creationId="{1A07B615-1CA3-4673-B735-F5621C59F020}"/>
          </ac:inkMkLst>
        </pc:inkChg>
        <pc:inkChg chg="add mod">
          <ac:chgData name="Umesh Gupta" userId="35470c46-d51d-41c5-aa07-3535d40f1513" providerId="ADAL" clId="{152E897F-6A63-4DC1-977E-2334549EA1BE}" dt="2021-11-13T04:36:30.585" v="293"/>
          <ac:inkMkLst>
            <pc:docMk/>
            <pc:sldMk cId="3611644754" sldId="266"/>
            <ac:inkMk id="17" creationId="{00255DA2-CA9B-428F-82C9-9B5285737AAB}"/>
          </ac:inkMkLst>
        </pc:inkChg>
      </pc:sldChg>
      <pc:sldChg chg="addSp modSp mod">
        <pc:chgData name="Umesh Gupta" userId="35470c46-d51d-41c5-aa07-3535d40f1513" providerId="ADAL" clId="{152E897F-6A63-4DC1-977E-2334549EA1BE}" dt="2021-11-13T04:10:39.260" v="229"/>
        <pc:sldMkLst>
          <pc:docMk/>
          <pc:sldMk cId="4077131089" sldId="268"/>
        </pc:sldMkLst>
        <pc:grpChg chg="mod">
          <ac:chgData name="Umesh Gupta" userId="35470c46-d51d-41c5-aa07-3535d40f1513" providerId="ADAL" clId="{152E897F-6A63-4DC1-977E-2334549EA1BE}" dt="2021-11-13T04:09:06.465" v="220"/>
          <ac:grpSpMkLst>
            <pc:docMk/>
            <pc:sldMk cId="4077131089" sldId="268"/>
            <ac:grpSpMk id="7" creationId="{D73895F0-9E83-4B41-AEC5-E33E96D2BBBC}"/>
          </ac:grpSpMkLst>
        </pc:grpChg>
        <pc:grpChg chg="mod">
          <ac:chgData name="Umesh Gupta" userId="35470c46-d51d-41c5-aa07-3535d40f1513" providerId="ADAL" clId="{152E897F-6A63-4DC1-977E-2334549EA1BE}" dt="2021-11-13T04:10:36.041" v="225"/>
          <ac:grpSpMkLst>
            <pc:docMk/>
            <pc:sldMk cId="4077131089" sldId="268"/>
            <ac:grpSpMk id="15" creationId="{2BEF6DCD-24E6-48B9-9E44-4E4C479AA0E0}"/>
          </ac:grpSpMkLst>
        </pc:grpChg>
        <pc:grpChg chg="mod">
          <ac:chgData name="Umesh Gupta" userId="35470c46-d51d-41c5-aa07-3535d40f1513" providerId="ADAL" clId="{152E897F-6A63-4DC1-977E-2334549EA1BE}" dt="2021-11-13T04:10:39.260" v="229"/>
          <ac:grpSpMkLst>
            <pc:docMk/>
            <pc:sldMk cId="4077131089" sldId="268"/>
            <ac:grpSpMk id="20" creationId="{AC31D44A-A3A8-467A-AC00-EBCAC6F6447C}"/>
          </ac:grpSpMkLst>
        </pc:grpChg>
        <pc:inkChg chg="add mod">
          <ac:chgData name="Umesh Gupta" userId="35470c46-d51d-41c5-aa07-3535d40f1513" providerId="ADAL" clId="{152E897F-6A63-4DC1-977E-2334549EA1BE}" dt="2021-11-13T04:09:06.465" v="220"/>
          <ac:inkMkLst>
            <pc:docMk/>
            <pc:sldMk cId="4077131089" sldId="268"/>
            <ac:inkMk id="3" creationId="{2A1766C1-BC7E-4735-91CC-A6E553301B8B}"/>
          </ac:inkMkLst>
        </pc:inkChg>
        <pc:inkChg chg="add mod">
          <ac:chgData name="Umesh Gupta" userId="35470c46-d51d-41c5-aa07-3535d40f1513" providerId="ADAL" clId="{152E897F-6A63-4DC1-977E-2334549EA1BE}" dt="2021-11-13T04:09:06.465" v="220"/>
          <ac:inkMkLst>
            <pc:docMk/>
            <pc:sldMk cId="4077131089" sldId="268"/>
            <ac:inkMk id="4" creationId="{D03F1BC7-000C-46D2-AF40-E04594FE294E}"/>
          </ac:inkMkLst>
        </pc:inkChg>
        <pc:inkChg chg="add mod">
          <ac:chgData name="Umesh Gupta" userId="35470c46-d51d-41c5-aa07-3535d40f1513" providerId="ADAL" clId="{152E897F-6A63-4DC1-977E-2334549EA1BE}" dt="2021-11-13T04:09:06.465" v="220"/>
          <ac:inkMkLst>
            <pc:docMk/>
            <pc:sldMk cId="4077131089" sldId="268"/>
            <ac:inkMk id="5" creationId="{15EA87F6-0E62-4EAD-8969-EE24F9D15D68}"/>
          </ac:inkMkLst>
        </pc:inkChg>
        <pc:inkChg chg="add">
          <ac:chgData name="Umesh Gupta" userId="35470c46-d51d-41c5-aa07-3535d40f1513" providerId="ADAL" clId="{152E897F-6A63-4DC1-977E-2334549EA1BE}" dt="2021-11-13T04:10:19.332" v="221" actId="9405"/>
          <ac:inkMkLst>
            <pc:docMk/>
            <pc:sldMk cId="4077131089" sldId="268"/>
            <ac:inkMk id="8" creationId="{6E4C2F53-21C7-4CC1-BE68-862C933A369C}"/>
          </ac:inkMkLst>
        </pc:inkChg>
        <pc:inkChg chg="add">
          <ac:chgData name="Umesh Gupta" userId="35470c46-d51d-41c5-aa07-3535d40f1513" providerId="ADAL" clId="{152E897F-6A63-4DC1-977E-2334549EA1BE}" dt="2021-11-13T04:10:25.459" v="222" actId="9405"/>
          <ac:inkMkLst>
            <pc:docMk/>
            <pc:sldMk cId="4077131089" sldId="268"/>
            <ac:inkMk id="9" creationId="{162704AD-DFE7-44FA-8BB9-63CC5318C9B6}"/>
          </ac:inkMkLst>
        </pc:inkChg>
        <pc:inkChg chg="add mod">
          <ac:chgData name="Umesh Gupta" userId="35470c46-d51d-41c5-aa07-3535d40f1513" providerId="ADAL" clId="{152E897F-6A63-4DC1-977E-2334549EA1BE}" dt="2021-11-13T04:10:36.041" v="225"/>
          <ac:inkMkLst>
            <pc:docMk/>
            <pc:sldMk cId="4077131089" sldId="268"/>
            <ac:inkMk id="12" creationId="{DAD88CBE-FCE9-403F-8666-097DBD9910EB}"/>
          </ac:inkMkLst>
        </pc:inkChg>
        <pc:inkChg chg="add mod">
          <ac:chgData name="Umesh Gupta" userId="35470c46-d51d-41c5-aa07-3535d40f1513" providerId="ADAL" clId="{152E897F-6A63-4DC1-977E-2334549EA1BE}" dt="2021-11-13T04:10:36.041" v="225"/>
          <ac:inkMkLst>
            <pc:docMk/>
            <pc:sldMk cId="4077131089" sldId="268"/>
            <ac:inkMk id="13" creationId="{C58FAB24-18AE-49A6-B0D8-2BF2F90FE3A9}"/>
          </ac:inkMkLst>
        </pc:inkChg>
        <pc:inkChg chg="add mod">
          <ac:chgData name="Umesh Gupta" userId="35470c46-d51d-41c5-aa07-3535d40f1513" providerId="ADAL" clId="{152E897F-6A63-4DC1-977E-2334549EA1BE}" dt="2021-11-13T04:10:39.260" v="229"/>
          <ac:inkMkLst>
            <pc:docMk/>
            <pc:sldMk cId="4077131089" sldId="268"/>
            <ac:inkMk id="17" creationId="{A6A0FD44-15A9-4EA7-B470-5F66EE2635F9}"/>
          </ac:inkMkLst>
        </pc:inkChg>
        <pc:inkChg chg="add mod">
          <ac:chgData name="Umesh Gupta" userId="35470c46-d51d-41c5-aa07-3535d40f1513" providerId="ADAL" clId="{152E897F-6A63-4DC1-977E-2334549EA1BE}" dt="2021-11-13T04:10:39.260" v="229"/>
          <ac:inkMkLst>
            <pc:docMk/>
            <pc:sldMk cId="4077131089" sldId="268"/>
            <ac:inkMk id="18" creationId="{66F66E3B-71E7-4C96-907A-0873077D5E7F}"/>
          </ac:inkMkLst>
        </pc:inkChg>
        <pc:inkChg chg="add mod">
          <ac:chgData name="Umesh Gupta" userId="35470c46-d51d-41c5-aa07-3535d40f1513" providerId="ADAL" clId="{152E897F-6A63-4DC1-977E-2334549EA1BE}" dt="2021-11-13T04:10:39.260" v="229"/>
          <ac:inkMkLst>
            <pc:docMk/>
            <pc:sldMk cId="4077131089" sldId="268"/>
            <ac:inkMk id="19" creationId="{B0CB4BB7-93DB-4A47-B83B-D3DE40A1B2CF}"/>
          </ac:inkMkLst>
        </pc:inkChg>
      </pc:sldChg>
    </pc:docChg>
  </pc:docChgLst>
  <pc:docChgLst>
    <pc:chgData name="Deepika Vatsa" userId="f7100972-27fe-4ee6-8fb4-ec9b7931b409" providerId="ADAL" clId="{DFFB2CA5-DB6A-4880-8EE0-B19B56395FBD}"/>
    <pc:docChg chg="delSld">
      <pc:chgData name="Deepika Vatsa" userId="f7100972-27fe-4ee6-8fb4-ec9b7931b409" providerId="ADAL" clId="{DFFB2CA5-DB6A-4880-8EE0-B19B56395FBD}" dt="2025-08-11T07:53:35.774" v="0" actId="2696"/>
      <pc:docMkLst>
        <pc:docMk/>
      </pc:docMkLst>
      <pc:sldChg chg="del">
        <pc:chgData name="Deepika Vatsa" userId="f7100972-27fe-4ee6-8fb4-ec9b7931b409" providerId="ADAL" clId="{DFFB2CA5-DB6A-4880-8EE0-B19B56395FBD}" dt="2025-08-11T07:53:35.774" v="0" actId="2696"/>
        <pc:sldMkLst>
          <pc:docMk/>
          <pc:sldMk cId="1960820701" sldId="279"/>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13.027"/>
    </inkml:context>
    <inkml:brush xml:id="br0">
      <inkml:brushProperty name="width" value="0.05" units="cm"/>
      <inkml:brushProperty name="height" value="0.05" units="cm"/>
    </inkml:brush>
  </inkml:definitions>
  <inkml:trace contextRef="#ctx0" brushRef="#br0">199 40 5587,'0'0'6683,"-22"-4"-5104,-4-2-1054,-61-13 801,24 9 3597,91 10-1105,86 2-3053,342 15-169,9 1-437,158-2-370,-473-15-231,-163-7-4131,-11-5-779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16.054"/>
    </inkml:context>
    <inkml:brush xml:id="br0">
      <inkml:brushProperty name="width" value="0.05" units="cm"/>
      <inkml:brushProperty name="height" value="0.05" units="cm"/>
    </inkml:brush>
  </inkml:definitions>
  <inkml:trace contextRef="#ctx0" brushRef="#br0">34 157 15127,'0'0'9057,"-9"-2"-8632,-15-2-340,35 2 5,68 2 132,-32 0-54,40 1 31,549-20-243,-635 19 30,0 0-1,0 0 1,0 0 0,0 0-1,0-1 1,1 1 0,-1 0 0,0 0-1,0 0 1,0-1 0,0 1-1,0-1 1,0 1 0,0-1 0,0 1-1,0-1 1,-1 0 0,2 0-1,-11-9-100,-35-8 77,40 16 25,-3 0 18,-8-3 13,1 1 0,0-2-1,0 0 1,0-1 0,1 0-1,0-1 1,1 0 0,0-1-1,-12-11 1,24 20-4,0 0-1,0 0 1,-1-1 0,1 1 0,0 0 0,0 0-1,0 0 1,-1-1 0,1 1 0,0 0-1,0 0 1,0-1 0,0 1 0,0 0 0,0 0-1,0-1 1,0 1 0,-1 0 0,1-1 0,0 1-1,0 0 1,0 0 0,0-1 0,0 1-1,1 0 1,-1 0 0,0-1 0,0 1 0,0 0-1,0 0 1,0-1 0,0 1 0,0 0 0,0 0-1,1-1 1,-1 1 0,0 0 0,0 0-1,0-1 1,0 1 0,1 0 0,-1 0 0,0 0-1,0 0 1,1-1 0,-1 1 0,0 0 0,0 0-1,1 0 1,-1 0 0,0 0 0,0 0 0,1 0-1,-1 0 1,0 0 0,0 0 0,1 0-1,-1 0 1,0 0 0,1 0 0,-1 0 0,23-1-64,-18 1 117,21 1-37,-1 0-1,0 1 0,1 2 0,46 13 1,-63-15-33,0 1 0,0 0 1,-1 1-1,0 0 0,0 0 1,0 0-1,0 1 0,0 1 1,-1-1-1,0 1 0,0 0 1,-1 1-1,0 0 1,0 0-1,0 0 0,-1 1 1,6 10-1,-8-12-28,-1 1-1,0-1 1,0 0 0,-1 1 0,1-1 0,-1 1-1,-1-1 1,1 1 0,-1 0 0,0-1-1,-1 1 1,0-1 0,0 1 0,0-1 0,-1 1-1,1-1 1,-2 0 0,1 1 0,-1-1-1,0 0 1,0-1 0,-4 7 0,-7 6-886,0-1-1,-1 0 1,0-1 0,-2-1 0,-22 17-1,-21 13-4593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22.362"/>
    </inkml:context>
    <inkml:brush xml:id="br0">
      <inkml:brushProperty name="width" value="0.05" units="cm"/>
      <inkml:brushProperty name="height" value="0.05" units="cm"/>
    </inkml:brush>
  </inkml:definitions>
  <inkml:trace contextRef="#ctx0" brushRef="#br0">147 50 8740,'0'0'10197,"0"-10"-8770,0 4-1935,-2-28 5615,-1 56-4664,-10 198-248,8-86-104,1 106 53,-6-320-1886,-4 1-3490,-5 7-2444,4 19 4629,8-4 3760,7-133 12386,-1 222-12920,-1-21-175,-1 0-1,0-1 1,-1 0-1,0 0 1,-1 0-1,-8 14 1,-7 14-5,46-101 369,37-15 558,-63 78-902,0 0-1,1-1 1,-1 1 0,1-1-1,-1 1 1,1 0-1,-1-1 1,1 1 0,-1 0-1,1 0 1,0 0-1,-1-1 1,1 1 0,-1 0-1,1 0 1,0 0-1,-1 0 1,1 0 0,-1 0-1,1 0 1,0 0-1,-1 0 1,1 0 0,-1 0-1,1 0 1,0 1 0,-1-1-1,1 0 1,-1 0-1,1 1 1,-1-1 0,1 0-1,-1 1 1,1-1-1,-1 0 1,1 1 0,-1-1-1,0 1 1,1-1-1,-1 1 1,1 0 0,17 23-101,-15-20 152,43 74-153,-27-43-2012,2 0-3871,-5-13-1080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29.190"/>
    </inkml:context>
    <inkml:brush xml:id="br0">
      <inkml:brushProperty name="width" value="0.05" units="cm"/>
      <inkml:brushProperty name="height" value="0.05" units="cm"/>
    </inkml:brush>
  </inkml:definitions>
  <inkml:trace contextRef="#ctx0" brushRef="#br0">199 5 8468,'0'0'11026,"0"-5"-10041,-1 68 3952,-7 209-4178,6-232-697,-2 45 13,-3 0 0,-4 0 0,-38 144 0,49-227-27,-1 0 0,1-1-1,-1 1 1,1 0 0,-1-1-1,0 1 1,0 0 0,0-1-1,1 1 1,-2-1 0,1 0-1,0 1 1,0-1 0,0 0-1,-1 0 1,1 1 0,0-1-1,-3 1 1,2-2-28,1 0 0,-1 0-1,1 0 1,0 0 0,-1 0 0,1-1 0,-1 1-1,1 0 1,-1-1 0,1 1 0,0-1 0,-1 1-1,1-1 1,0 0 0,-1 0 0,1 1 0,0-1-1,0 0 1,0 0 0,0 0 0,0 0 0,0 0 0,0-1-1,-1-1 1,-2-1-80,-5-7-246,-1 1-1,1 1 1,-16-13-1,24 22 73,1 0 0,-1-1 0,1 1 0,0 0 0,-1-1-1,1 1 1,-1 0 0,1-1 0,0 1 0,0-1 0,-1 1 0,1-1 0,0 1-1,0-1 1,-1 1 0,1-1 0,0 1 0,0-1 0,0 1 0,0-1 0,0 1-1,0-1 1,0 1 0,0-1 0,0 0 0,0 1 0,0-1 0,0-4-2162,0-8-4516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29.772"/>
    </inkml:context>
    <inkml:brush xml:id="br0">
      <inkml:brushProperty name="width" value="0.05" units="cm"/>
      <inkml:brushProperty name="height" value="0.05" units="cm"/>
    </inkml:brush>
  </inkml:definitions>
  <inkml:trace contextRef="#ctx0" brushRef="#br0">201 13 10037,'0'0'9225,"-15"2"-8801,3-2-337,8 0-60,-1 0 1,0 0 0,1 0 0,-1 1-1,1 0 1,-1 0 0,0 0 0,1 0-1,0 1 1,-1-1 0,1 1 0,0 0-1,0 1 1,0-1 0,0 1 0,0 0-1,1 0 1,-6 5 0,-21 33 622,20-26-346,-1-1 1,0 0-1,-14 13 646,27-30-243,52-83 484,-48 78-1107,0 1 1,1-1-1,-1 1 0,1 0 1,1 1-1,-1 0 1,1 0-1,14-8 0,-20 14-64,-1-1 0,0 1-1,1 0 1,-1 0 0,0 0 0,1-1-1,-1 1 1,0 1 0,1-1-1,-1 0 1,0 0 0,1 1 0,-1-1-1,0 0 1,0 1 0,1-1 0,-1 1-1,0 0 1,0-1 0,0 1-1,1 0 1,-1 0 0,0 0 0,1 1-1,26 29-96,-19-19 96,95 91-1484,-66-72-2138,3-3-3721,-22-18-4012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43.343"/>
    </inkml:context>
    <inkml:brush xml:id="br0">
      <inkml:brushProperty name="width" value="0.05" units="cm"/>
      <inkml:brushProperty name="height" value="0.05" units="cm"/>
    </inkml:brush>
  </inkml:definitions>
  <inkml:trace contextRef="#ctx0" brushRef="#br0">1 0 9732,'0'0'11238,"87"12"-10790,-43-9-144,1-1-288,8-2 0,-3 0-32,0 0 16,0 0-240,-5-2-1585,-3-6-2337,-8 1-3361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1:51.940"/>
    </inkml:context>
    <inkml:brush xml:id="br0">
      <inkml:brushProperty name="width" value="0.05" units="cm"/>
      <inkml:brushProperty name="height" value="0.05" units="cm"/>
    </inkml:brush>
  </inkml:definitions>
  <inkml:trace contextRef="#ctx0" brushRef="#br0">256 15 13638,'0'0'1238,"-22"-2"-486,-173-10 3971,156 12-2619,47 0-228,68 2-416,-66-2-1621,938 1 1076,-481-2-915,-467 1-50,-15 0-713,-38 6-4138,27 5-547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2:05.250"/>
    </inkml:context>
    <inkml:brush xml:id="br0">
      <inkml:brushProperty name="width" value="0.05" units="cm"/>
      <inkml:brushProperty name="height" value="0.05" units="cm"/>
    </inkml:brush>
  </inkml:definitions>
  <inkml:trace contextRef="#ctx0" brushRef="#br0">71 18 4018,'0'0'19049,"-12"-2"-17918,-35-8-403,35 5 233,16 5-737,283-1 527,344 3-218,0 35-558,-481-21-39,394 34 91,-420-49-718,-184-1-8575,21 2-1435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2:39.701"/>
    </inkml:context>
    <inkml:brush xml:id="br0">
      <inkml:brushProperty name="width" value="0.05" units="cm"/>
      <inkml:brushProperty name="height" value="0.05" units="cm"/>
    </inkml:brush>
  </inkml:definitions>
  <inkml:trace contextRef="#ctx0" brushRef="#br0">124 119 9396,'0'0'9130,"1"-5"-8314,2-24 167,0-4 3337,-2 60-3092,-1 404-1078,0-431-102,0-31 18,1-6-70,-2 0 0,-2-1 0,-1 1 0,-2 1-1,-2-1 1,-18-53 0,8-12 52,18 102-49,0 0 0,-1-1 1,1 1-1,0 0 0,0 0 0,0-1 1,0 1-1,0 0 0,-1 0 0,1 0 0,0-1 1,0 1-1,-1 0 0,1 0 0,0 0 1,0 0-1,-1-1 0,1 1 0,0 0 0,0 0 1,-1 0-1,1 0 0,0 0 0,0 0 0,-1 0 1,1 0-1,0 0 0,-1 0 0,1 0 1,0 0-1,0 0 0,-1 0 0,1 0 0,0 0 1,-1 0-1,1 0 0,0 0 0,0 0 1,-1 1-1,1-1 0,0 0 0,0 0 0,-1 0 1,1 0-1,0 1 0,0-1 0,0 0 1,-1 0-1,1 0 0,0 1 0,0-1 0,0 0 1,-10 12-82,4-2 33,1-1 54,0-1 0,0 1-1,1 0 1,0 0-1,0 1 1,1-1 0,1 1-1,-1 0 1,0 15 0,3-24-64,4-11 59,20-31 59,-13 19-69,1 1 0,1 1 0,1 0 0,0 1 1,19-19-1,-32 37 6,0 1 1,-1 0-1,1-1 1,-1 1-1,1 0 1,-1 0-1,1-1 1,0 1-1,-1 0 1,1 0-1,-1 0 1,1 0-1,0 0 1,-1 0-1,1 0 1,0 0-1,-1 0 1,1 0-1,-1 0 1,1 0-1,0 0 0,-1 1 1,1-1-1,-1 0 1,1 0-1,0 1 1,-1-1-1,1 0 1,-1 1-1,1-1 1,-1 1-1,1-1 1,-1 1-1,0-1 1,1 0-1,-1 1 1,0 0-1,1 0 1,16 26-57,-13-19 54,34 60-220,-26-44-1892,1 0 1,18 23-1,-4-14-2473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2:41.525"/>
    </inkml:context>
    <inkml:brush xml:id="br0">
      <inkml:brushProperty name="width" value="0.05" units="cm"/>
      <inkml:brushProperty name="height" value="0.05" units="cm"/>
    </inkml:brush>
  </inkml:definitions>
  <inkml:trace contextRef="#ctx0" brushRef="#br0">114 1 7475,'0'0'11784,"1"5"-7659,9 551-2402,-14-694-1276,2-53-389,8 44 486,-35 152-496,18 4-62,1 0 0,0 1 0,1 0 0,0 0 0,1 1 0,0 0 1,1 1-1,0 0 0,-6 13 0,10-20 14,3-4-34,15-21 106,1 2-58,7-8-17,1 1 0,31-24 0,-53 48-3,-1 0 0,0 1 0,0-1 1,1 1-1,-1 0 0,0-1 0,0 1 0,1 0 0,-1 0 0,0 0 0,1 0 1,-1 0-1,1 0 0,-1 0 0,0 0 0,0 0 0,1 1 0,-1-1 1,0 1-1,1-1 0,-1 1 0,0-1 0,0 1 0,0 0 0,0-1 1,0 1-1,1 0 0,-1 0 0,-1 0 0,1 0 0,0 0 0,0 0 1,0 0-1,1 2 0,31 46-13,-26-36-32,35 39-1746,8-8-4041,-21-24 334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2:55.064"/>
    </inkml:context>
    <inkml:brush xml:id="br0">
      <inkml:brushProperty name="width" value="0.05" units="cm"/>
      <inkml:brushProperty name="height" value="0.05" units="cm"/>
    </inkml:brush>
  </inkml:definitions>
  <inkml:trace contextRef="#ctx0" brushRef="#br0">158 65 9700,'0'0'8351,"-21"-7"-7527,-67-20-255,44 19 478,40 9 136,10-1 1594,1187-23-1714,-1096 23-1104,-79 3 429,-9-1 635,-4-2-3405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2:56.374"/>
    </inkml:context>
    <inkml:brush xml:id="br0">
      <inkml:brushProperty name="width" value="0.05" units="cm"/>
      <inkml:brushProperty name="height" value="0.05" units="cm"/>
    </inkml:brush>
  </inkml:definitions>
  <inkml:trace contextRef="#ctx0" brushRef="#br0">91 1 9556,'0'0'8628,"-12"0"-7102,-65 0 2087,77 0-3577,0 0 1,-1 1 0,1-1-1,0 0 1,0 0 0,0 1-1,0-1 1,0 0 0,0 0-1,-1 1 1,1-1 0,0 0-1,0 1 1,0-1 0,0 0-1,0 0 1,0 1 0,0-1-1,0 0 1,0 1 0,1-1 0,-1 0-1,0 0 1,0 1 0,0-1-1,0 0 1,0 0 0,0 1-1,0-1 1,1 0 0,-1 0-1,0 1 1,0-1 0,0 0-1,1 0 1,-1 0 0,0 0-1,0 1 1,0-1 0,1 0-1,-1 0 1,0 0 0,0 0-1,1 0 1,-1 0 0,1 1-1,15 12 162,33 2-4,2-2 1,-1-3-1,1-1 1,53 1-1,-13 0-195,778 84 265,-862-94-552,23 5 911,-29-4-766,-1-1 0,1 0 0,0 1-1,0-1 1,0 1 0,-1-1 0,1 0 0,0 1-1,0 0 1,-1-1 0,1 1 0,-1-1 0,1 1-1,0 0 1,-1 0 0,1-1 0,-1 1-1,0 0 1,1 0 0,-1-1 0,1 1 0,-1 0-1,0 0 1,0 0 0,0 0 0,1 0 0,-1-1-1,0 2 1,-1-1-397,-1 0 1,1 0-1,0 0 1,0-1-1,0 1 1,-1-1-1,1 1 1,0-1-1,-1 1 1,1-1-1,0 0 0,-1 0 1,1 1-1,0-1 1,-1 0-1,1 0 1,-2-1-1,1 1-601,-16 1-7514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00.256"/>
    </inkml:context>
    <inkml:brush xml:id="br0">
      <inkml:brushProperty name="width" value="0.05" units="cm"/>
      <inkml:brushProperty name="height" value="0.05" units="cm"/>
    </inkml:brush>
  </inkml:definitions>
  <inkml:trace contextRef="#ctx0" brushRef="#br0">51 1 7283,'0'0'10731,"-9"0"-9811,-32 0 1164,44 10-801,7-5-1156,0 0 1,1 0-1,-1-1 0,1 0 1,0-1-1,0 0 1,1 0-1,-1-2 0,17 2 1,0 1-4,135 22-186,268 9 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08.782"/>
    </inkml:context>
    <inkml:brush xml:id="br0">
      <inkml:brushProperty name="width" value="0.05" units="cm"/>
      <inkml:brushProperty name="height" value="0.05" units="cm"/>
    </inkml:brush>
  </inkml:definitions>
  <inkml:trace contextRef="#ctx0" brushRef="#br0">119 63 10069,'0'0'9174,"-19"-10"-8122,-80-42 919,113 52 784,11-1-2981,304 50 403,-159-20-130,-102-18-735,53 8 1454,-81-16-4591,-3-1-4049,-54-2-2323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24.867"/>
    </inkml:context>
    <inkml:brush xml:id="br0">
      <inkml:brushProperty name="width" value="0.05" units="cm"/>
      <inkml:brushProperty name="height" value="0.05" units="cm"/>
    </inkml:brush>
  </inkml:definitions>
  <inkml:trace contextRef="#ctx0" brushRef="#br0">138 3 10837,'0'0'7470,"-23"0"-6560,-68-2-299,68 2 389,50 7 206,77 12-708,2-4-1,118 0 1,-145-10-409,473 5-187,-468-10 119,-83 0-69,-12 0-1595,0 0 279,0 1-1,0 0 0,-16 5 0,19-5 260,-26 6-4703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31.249"/>
    </inkml:context>
    <inkml:brush xml:id="br0">
      <inkml:brushProperty name="width" value="0.05" units="cm"/>
      <inkml:brushProperty name="height" value="0.05" units="cm"/>
    </inkml:brush>
  </inkml:definitions>
  <inkml:trace contextRef="#ctx0" brushRef="#br0">1 22 12374,'0'0'5704,"31"-4"-5347,3 0-266,24-3 139,80 1-1,170 6 575,-174 0-8668</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36.121"/>
    </inkml:context>
    <inkml:brush xml:id="br0">
      <inkml:brushProperty name="width" value="0.05" units="cm"/>
      <inkml:brushProperty name="height" value="0.05" units="cm"/>
    </inkml:brush>
  </inkml:definitions>
  <inkml:trace contextRef="#ctx0" brushRef="#br0">3 138 8100,'0'0'10554,"-1"-1"-10312,1-1-1,0 1 1,-1 0-1,1-1 1,0 1 0,0 0-1,0-1 1,-1 1 0,2 0-1,-1-1 1,0 1 0,0 0-1,0 0 1,1-1 0,-1 1-1,0 0 1,1-1 0,0 0-1,475-76 53,-374 58-2699,-35 9-3346,-55 8 1285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37.648"/>
    </inkml:context>
    <inkml:brush xml:id="br0">
      <inkml:brushProperty name="width" value="0.05" units="cm"/>
      <inkml:brushProperty name="height" value="0.05" units="cm"/>
    </inkml:brush>
  </inkml:definitions>
  <inkml:trace contextRef="#ctx0" brushRef="#br0">0 24 17464,'0'0'4026,"4"-3"-3266,0 0-706,0 0 1,0 1-1,1 0 0,-1 0 0,1 0 0,-1 1 0,1-1 0,0 1 1,-1 0-1,1 1 0,0-1 0,0 1 0,0 0 0,-1 0 1,11 2-1,5-2 69,129-2 169,293 14-237,-434-12-572,19 6 1103,-27-6-855,1 0 1,-1 1 0,1-1 0,-1 0 0,1 1 0,-1-1-1,0 1 1,1-1 0,-1 0 0,1 1 0,-1-1 0,0 1 0,1-1-1,-1 1 1,0-1 0,0 1 0,0 0 0,1-1 0,-1 1 0,0-1-1,0 1 1,0-1 0,0 1 0,0 0 0,-10 2-8808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39.443"/>
    </inkml:context>
    <inkml:brush xml:id="br0">
      <inkml:brushProperty name="width" value="0.05" units="cm"/>
      <inkml:brushProperty name="height" value="0.05" units="cm"/>
    </inkml:brush>
  </inkml:definitions>
  <inkml:trace contextRef="#ctx0" brushRef="#br0">256 56 12358,'0'0'2649,"-26"-5"-1449,-189-35 3776,200 35-3541,20 1-63,29 2-820,133 13-265,76 3-163,358-13-174,-322-1-1384,-278 0 762,-1 1 478,-1 0 0,1 0 1,-1 0-1,1-1 0,-1 1 0,1 0 0,-1 0 0,0 0 1,1 0-1,-1 0 0,0-1 0,0 1 0,0 0 0,0-1 0,0 1 1,0-1-1,1 1 0,-1-1 0,0 1 0,-1-1 0,1 0 1,-1 1-1,-32 9-1848,25-8 779,-39 12-4119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3:54.118"/>
    </inkml:context>
    <inkml:brush xml:id="br0">
      <inkml:brushProperty name="width" value="0.05" units="cm"/>
      <inkml:brushProperty name="height" value="0.05" units="cm"/>
    </inkml:brush>
  </inkml:definitions>
  <inkml:trace contextRef="#ctx0" brushRef="#br0">1 300 8196,'0'0'11039,"0"-16"-9681,0-51-248,0 126 2538,0 155-3662,0-213 16,0 0-1,0 1 1,1-1 0,-1 0 0,0 0-1,1 1 1,-1-1 0,1 0 0,0 0 0,-1 1-1,1-1 1,0 0 0,0 0 0,0 0-1,0 0 1,0 0 0,0 0 0,0 0-1,0-1 1,0 1 0,0 0 0,0 0-1,1-1 1,-1 1 0,0-1 0,0 1-1,1-1 1,-1 0 0,0 1 0,1-1-1,1 0 1,49 3 68,-42-3-65,272-2 21,296 4 33,-208 26-158,121-21 68,19 0 25,373 5 395,-880-12-386,68-19 891,-65 18-858,0 0-1,0-1 1,-1 0 0,1 0 0,-1 0 0,1-1-1,8-5 1,15-6 75,272-86-110,-210 71 1,-51 20-1,1 0-1,0 3 0,0 2 1,0 1-1,58 4 1,-56-1-1,-42 0 178,-1 0-124,-16-321 1432,16 291-1059,0 20-573,0 20-1896,0 12-1365,0 4-2609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06.725"/>
    </inkml:context>
    <inkml:brush xml:id="br0">
      <inkml:brushProperty name="width" value="0.05" units="cm"/>
      <inkml:brushProperty name="height" value="0.05" units="cm"/>
    </inkml:brush>
  </inkml:definitions>
  <inkml:trace contextRef="#ctx0" brushRef="#br0">80 7 10277,'0'0'9369,"-17"-1"-8832,-38-3 218,48 3-236,8 0-24,41 2 113,44 6-126,144 30 0,-87-11-414,-72-12-417,33 3 696,-69-13-3990,0-3-3514,-16-1 1042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08.207"/>
    </inkml:context>
    <inkml:brush xml:id="br0">
      <inkml:brushProperty name="width" value="0.05" units="cm"/>
      <inkml:brushProperty name="height" value="0.05" units="cm"/>
    </inkml:brush>
  </inkml:definitions>
  <inkml:trace contextRef="#ctx0" brushRef="#br0">167 1 11125,'0'0'5869,"-22"3"-4367,-11-1-870,12 0 164,0 0 0,1 1 0,-30 9 0,74-11 2437,57 2-2846,452-18-48,-504 13-624,149-7 896,-55 7-4646,-137 11-3134,10-7 5430,-7 6-4119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12.875"/>
    </inkml:context>
    <inkml:brush xml:id="br0">
      <inkml:brushProperty name="width" value="0.05" units="cm"/>
      <inkml:brushProperty name="height" value="0.05" units="cm"/>
    </inkml:brush>
  </inkml:definitions>
  <inkml:trace contextRef="#ctx0" brushRef="#br0">59 3 11141,'0'0'7203,"-13"0"-6245,-29 0-100,38 0-497,8 0-49,30 0-47,690-2-794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17.802"/>
    </inkml:context>
    <inkml:brush xml:id="br0">
      <inkml:brushProperty name="width" value="0.05" units="cm"/>
      <inkml:brushProperty name="height" value="0.05" units="cm"/>
    </inkml:brush>
  </inkml:definitions>
  <inkml:trace contextRef="#ctx0" brushRef="#br0">71 1 9476,'0'0'7884,"-12"0"-6868,-35 0-47,35 0-211,12 0-719,0 1 1,0-1 0,0 1 0,1 0 0,-1-1 0,0 1-1,0-1 1,0 1 0,1-1 0,-1 1 0,0-1 0,1 1-1,-1-1 1,0 1 0,1-1 0,-1 1 0,1-1 0,-1 1-1,1-1 1,-1 0 0,1 1 0,-1-1 0,1 0 0,-1 0-1,1 1 1,-1-1 0,1 0 0,1 0 0,32 10 107,0-1 1,1-2-1,0-2 0,1-1 1,63-1-1,53 6-466,-95 0-7722,-22-9 3127</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19.119"/>
    </inkml:context>
    <inkml:brush xml:id="br0">
      <inkml:brushProperty name="width" value="0.05" units="cm"/>
      <inkml:brushProperty name="height" value="0.05" units="cm"/>
    </inkml:brush>
  </inkml:definitions>
  <inkml:trace contextRef="#ctx0" brushRef="#br0">85 0 7331,'0'0'9255,"-17"3"-7638,9-2-895,-38 8-1163,33-3 8012,253-3-6745,-14 1-1458,-74-6-5122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31.168"/>
    </inkml:context>
    <inkml:brush xml:id="br0">
      <inkml:brushProperty name="width" value="0.05" units="cm"/>
      <inkml:brushProperty name="height" value="0.05" units="cm"/>
    </inkml:brush>
  </inkml:definitions>
  <inkml:trace contextRef="#ctx0" brushRef="#br0">0 62 14311,'0'0'9017,"12"-2"-8868,151-24-106,2 7 0,307 5-1,-470 14-110,0 0-1,0 0 0,-1 0 0,1 0 1,0 0-1,0 1 0,-1-1 0,1 1 0,0-1 1,0 1-1,-1 0 0,1 0 0,-1 0 0,3 1 1,1 15-6635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38.248"/>
    </inkml:context>
    <inkml:brush xml:id="br0">
      <inkml:brushProperty name="width" value="0.05" units="cm"/>
      <inkml:brushProperty name="height" value="0.05" units="cm"/>
    </inkml:brush>
  </inkml:definitions>
  <inkml:trace contextRef="#ctx0" brushRef="#br0">324 213 12726,'-27'0'2318,"-217"0"1335,192 0 343,65-13-2862,10 4-1052,0 0 0,0 2 0,1 0 0,39-5 0,-10 2 82,214-43 110,3 13 1,447-11 0,-623 50-228,113 1-34,-168 2 8,1 2 0,-1 1 0,43 12 0,-82-17-32,0 0 0,1 0 0,-1 1 0,1-1 0,-1 0 0,1 0 0,-1 0 0,0 0 0,1 0 0,-1 0 0,1 1 0,-1-1 0,0 0 0,1 0 0,-1 1 0,0-1 0,1 0 0,-1 0 0,0 1 0,1-1 0,-1 0 0,0 1 0,0-1 0,1 0 0,-1 1 0,0-1 0,0 1 0,0-1 0,0 0 0,1 1 0,-1-1 1,0 1-1,0-1 0,0 1 0,0-1 0,0 0 0,0 1 0,0-1 0,0 1 0,0-1 0,0 1 0,-1-1 0,1 0 0,0 1 0,0 0 0,-15 18-1885,6-9-81,6 6-1350,3 1-1531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38.993"/>
    </inkml:context>
    <inkml:brush xml:id="br0">
      <inkml:brushProperty name="width" value="0.05" units="cm"/>
      <inkml:brushProperty name="height" value="0.05" units="cm"/>
    </inkml:brush>
  </inkml:definitions>
  <inkml:trace contextRef="#ctx0" brushRef="#br0">50 38 9476,'0'0'12454,"-13"-2"-11224,-24-4-431,55-1-393,97-4-264,477 0-417,-398 12-789,-151-2 496,42 1-681,-79 0 963,-1 0 0,1 1 1,-1 0-1,1 0 0,-1 1 1,0-1-1,1 1 0,-1 1 1,0-1-1,0 1 1,6 3-1,-3 6-2590,-6 0-1718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41.132"/>
    </inkml:context>
    <inkml:brush xml:id="br0">
      <inkml:brushProperty name="width" value="0.05" units="cm"/>
      <inkml:brushProperty name="height" value="0.05" units="cm"/>
    </inkml:brush>
  </inkml:definitions>
  <inkml:trace contextRef="#ctx0" brushRef="#br0">45 3 12838,'0'0'9412,"-44"-2"-7779,62 2-2513,22 0-1474,15 0-1327,21 0-2978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41.520"/>
    </inkml:context>
    <inkml:brush xml:id="br0">
      <inkml:brushProperty name="width" value="0.05" units="cm"/>
      <inkml:brushProperty name="height" value="0.05" units="cm"/>
    </inkml:brush>
  </inkml:definitions>
  <inkml:trace contextRef="#ctx0" brushRef="#br0">35 17 13702,'0'0'10309,"13"0"-10037,-10 0-272,-3-4-3233,-13-4-481,-24 4-3425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41.863"/>
    </inkml:context>
    <inkml:brush xml:id="br0">
      <inkml:brushProperty name="width" value="0.05" units="cm"/>
      <inkml:brushProperty name="height" value="0.05" units="cm"/>
    </inkml:brush>
  </inkml:definitions>
  <inkml:trace contextRef="#ctx0" brushRef="#br0">56 69 16776,'0'0'7187,"-55"5"-7187,71-5-128,15 0-528,11 0-1489,3 0-641,8 0-1984,7-5-3522</inkml:trace>
  <inkml:trace contextRef="#ctx0" brushRef="#br0" timeOffset="1">1288 1 15527,'0'0'8100,"0"7"-8068,-10-7-2561,-14 0-1217,-10 0-3457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42.546"/>
    </inkml:context>
    <inkml:brush xml:id="br0">
      <inkml:brushProperty name="width" value="0.05" units="cm"/>
      <inkml:brushProperty name="height" value="0.05" units="cm"/>
    </inkml:brush>
  </inkml:definitions>
  <inkml:trace contextRef="#ctx0" brushRef="#br0">215 63 12005,'0'0'11822,"-2"-12"-10333,-9-39-478,3 135 795,-32 218-1284,4-53-596,27-273 36,-7-40 18,9 33-5,-20-105-57,17 75 106,-21-66 0,20 99 4,7 30-26,3 17-3,0 12-885,1 37-4414,0-64 4901,1-1 0,0 1 0,-1 0 0,1-1 0,0 1 0,1-1 0,-1 0 1,0 1-1,1-1 0,0 0 0,0 0 0,0 0 0,0 0 0,0 0 0,4 2 1,19 13-8068</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43.118"/>
    </inkml:context>
    <inkml:brush xml:id="br0">
      <inkml:brushProperty name="width" value="0.05" units="cm"/>
      <inkml:brushProperty name="height" value="0.05" units="cm"/>
    </inkml:brush>
  </inkml:definitions>
  <inkml:trace contextRef="#ctx0" brushRef="#br0">71 42 5619,'0'0'17714,"0"-9"-16358,-2-21-520,2 27-530,0 6-29,0 22 62,8 651 992,-8-709-1466,-6-196 193,3 188-1376,-2 1 0,-2 0 0,-20-64 0,14 70-2887,-3 6-2718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57.931"/>
    </inkml:context>
    <inkml:brush xml:id="br0">
      <inkml:brushProperty name="width" value="0.05" units="cm"/>
      <inkml:brushProperty name="height" value="0.05" units="cm"/>
    </inkml:brush>
  </inkml:definitions>
  <inkml:trace contextRef="#ctx0" brushRef="#br0">0 38 9861,'0'0'12656,"0"-6"-11728,0-19-114,0 19 2211,16 39-2872,-9-27-119,-5-5-17,-1 0 0,0 0 0,0 0 0,0 0 0,0 0 0,0 0 0,0 0 0,0 0 0,-1 0 0,1 1 1,0-1-1,0 0 0,-1 1 0,1-1 0,-1 0 0,0 1 0,1-1 0,-1 1 0,0-1 0,0 1 0,0-1 0,1 0 0,-2 1 0,1-1 1,0 1-1,0-1 0,-1 2 0,2 98-1208,-4 114-5974,8-231 1883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4:58.585"/>
    </inkml:context>
    <inkml:brush xml:id="br0">
      <inkml:brushProperty name="width" value="0.05" units="cm"/>
      <inkml:brushProperty name="height" value="0.05" units="cm"/>
    </inkml:brush>
  </inkml:definitions>
  <inkml:trace contextRef="#ctx0" brushRef="#br0">14 50 6307,'0'0'15658,"0"-8"-14156,0-25-251,0 24 251,0 16-990,-13 393-952,17-377-2496,-3-21 2566,-1-1 1,1 0 0,0 0 0,-1 0 0,1 0 0,0-1-1,0 1 1,0 0 0,0 0 0,0 0 0,0-1 0,0 1-1,0-1 1,0 1 0,0-1 0,2 1 0,15 3-7667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13.578"/>
    </inkml:context>
    <inkml:brush xml:id="br0">
      <inkml:brushProperty name="width" value="0.05" units="cm"/>
      <inkml:brushProperty name="height" value="0.05" units="cm"/>
    </inkml:brush>
  </inkml:definitions>
  <inkml:trace contextRef="#ctx0" brushRef="#br0">1 337 14599,'0'0'5613,"4"11"-5349,50 144 2094,-53-154-2307,0 1-1,1-1 0,-1 0 0,1 0 1,-1 0-1,1 0 0,-1 0 0,1 0 1,0-1-1,-1 1 0,1-1 0,0 1 1,0-1-1,0 1 0,-1-1 0,1 0 1,0 0-1,0 0 0,0 0 0,-1 0 1,1 0-1,0-1 0,0 1 0,0 0 1,-1-1-1,1 0 0,0 1 0,-1-1 1,4-2-1,19-8 159,0-2 0,-1-1 0,38-29 0,6-5-149,354-190-874,-122 117-6530,-231 100 1405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16.752"/>
    </inkml:context>
    <inkml:brush xml:id="br0">
      <inkml:brushProperty name="width" value="0.05" units="cm"/>
      <inkml:brushProperty name="height" value="0.05" units="cm"/>
    </inkml:brush>
  </inkml:definitions>
  <inkml:trace contextRef="#ctx0" brushRef="#br0">8 1 10325,'0'0'9716,"-7"4"-5866,13-4-3584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17.332"/>
    </inkml:context>
    <inkml:brush xml:id="br0">
      <inkml:brushProperty name="width" value="0.05" units="cm"/>
      <inkml:brushProperty name="height" value="0.05" units="cm"/>
    </inkml:brush>
  </inkml:definitions>
  <inkml:trace contextRef="#ctx0" brushRef="#br0">0 1 10149,'0'0'9156,"37"23"-8644,-29-18-432,-3 0-64,-2-3 48,0-2-128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26.540"/>
    </inkml:context>
    <inkml:brush xml:id="br0">
      <inkml:brushProperty name="width" value="0.05" units="cm"/>
      <inkml:brushProperty name="height" value="0.05" units="cm"/>
    </inkml:brush>
  </inkml:definitions>
  <inkml:trace contextRef="#ctx0" brushRef="#br0">1 0 15607,'0'0'7388,"24"12"-6668,-18-9-684,15 8 51,0-1 0,1-2-1,0 0 1,1-1 0,-1-1 0,2-1 0,29 3 0,455 0 129,-351-8-240,-157 0-152,1 0 0,0 1-1,-1-1 1,1 0 0,0 1 0,-1-1 0,1 1 0,-1-1-1,1 1 1,-1 0 0,1-1 0,-1 1 0,1-1-1,-1 1 1,0 0 0,1-1 0,-1 1 0,0 0 0,1 0-1,-1-1 1,0 1 0,0 0 0,0 0 0,0-1 0,0 1-1,0 0 1,0 0 0,0-1 0,0 1 0,0 0 0,0 0-1,0-1 1,0 1 0,-1 0 0,1 0 0,-1 0-1,1 4-1294,-3 11-3956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27.342"/>
    </inkml:context>
    <inkml:brush xml:id="br0">
      <inkml:brushProperty name="width" value="0.05" units="cm"/>
      <inkml:brushProperty name="height" value="0.05" units="cm"/>
    </inkml:brush>
  </inkml:definitions>
  <inkml:trace contextRef="#ctx0" brushRef="#br0">1 3 13078,'0'0'7003,"19"1"-6672,717 1-446,-695-5-287,1 1-922,-11 2-9230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27.966"/>
    </inkml:context>
    <inkml:brush xml:id="br0">
      <inkml:brushProperty name="width" value="0.05" units="cm"/>
      <inkml:brushProperty name="height" value="0.05" units="cm"/>
    </inkml:brush>
  </inkml:definitions>
  <inkml:trace contextRef="#ctx0" brushRef="#br0">0 39 14711,'0'0'6002,"17"2"-5263,96 8-562,-1-4-1,183-16 0,-71-31-152,-219 39-956,-8 1 19,-17-2-1137,-30 3-4946,21 6-1653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30.292"/>
    </inkml:context>
    <inkml:brush xml:id="br0">
      <inkml:brushProperty name="width" value="0.05" units="cm"/>
      <inkml:brushProperty name="height" value="0.05" units="cm"/>
    </inkml:brush>
  </inkml:definitions>
  <inkml:trace contextRef="#ctx0" brushRef="#br0">1 95 7700,'0'0'10162,"0"-18"-4288,8 308-5020,-5-289-846,0 1 0,0-2 0,0 1 0,0 0 0,0 0 1,1-1-1,-1 0 0,0 0 0,0 0 0,1 0 0,4-1 0,-3 1 4,269 2-14,299-5-44,-422-5 47,150-4-7,786 47 155,-865-32-242,-142-3 74,160-10-18,-1 12 26,257-4 73,-301-15-39,33 1-25,172 1-11,-303 1 181,-94-26 1819,-3 35-1827,-8-130 1291,0-2-5545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41.668"/>
    </inkml:context>
    <inkml:brush xml:id="br0">
      <inkml:brushProperty name="width" value="0.05" units="cm"/>
      <inkml:brushProperty name="height" value="0.05" units="cm"/>
    </inkml:brush>
  </inkml:definitions>
  <inkml:trace contextRef="#ctx0" brushRef="#br0">173 43 10645,'0'0'4871,"-25"-2"-2790,-8-2-1424,-81-2 1709,560 8 3084,487-2-5465,-885-3-182,89-18 0,-95 13-562,-31 8-54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43.201"/>
    </inkml:context>
    <inkml:brush xml:id="br0">
      <inkml:brushProperty name="width" value="0.05" units="cm"/>
      <inkml:brushProperty name="height" value="0.05" units="cm"/>
    </inkml:brush>
  </inkml:definitions>
  <inkml:trace contextRef="#ctx0" brushRef="#br0">58 36 10261,'0'0'7614,"-11"-6"-6419,-33-16-261,42 18 1888,10 1-2264,14 2-499,876 20 2283,-665-9-2205,240 13-52,417-7 199,-593-18-270,261-14 16,0-1-17,-554 18-888,-12 1-1295,-13 4-2765,2 2-803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45.027"/>
    </inkml:context>
    <inkml:brush xml:id="br0">
      <inkml:brushProperty name="width" value="0.05" units="cm"/>
      <inkml:brushProperty name="height" value="0.05" units="cm"/>
    </inkml:brush>
  </inkml:definitions>
  <inkml:trace contextRef="#ctx0" brushRef="#br0">154 107 11573,'0'0'2706,"-23"-1"-1071,-8-1-919,-18 0-65,-2 2 4385,557-4-2011,679-56-2723,-1018 48-207,89-10-121,-241 19-641,-30 2-905,-30 4-3832,25 6 156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50.896"/>
    </inkml:context>
    <inkml:brush xml:id="br0">
      <inkml:brushProperty name="width" value="0.05" units="cm"/>
      <inkml:brushProperty name="height" value="0.05" units="cm"/>
    </inkml:brush>
  </inkml:definitions>
  <inkml:trace contextRef="#ctx0" brushRef="#br0">57 0 10501,'0'0'9257,"-13"0"-8478,5 0-881,-28 1 997,71 4 188,588 33 423,-208-15-1502,-398-16-66,-17-2-2198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52.209"/>
    </inkml:context>
    <inkml:brush xml:id="br0">
      <inkml:brushProperty name="width" value="0.05" units="cm"/>
      <inkml:brushProperty name="height" value="0.05" units="cm"/>
    </inkml:brush>
  </inkml:definitions>
  <inkml:trace contextRef="#ctx0" brushRef="#br0">47 0 9764,'0'0'8684,"-10"1"-7440,-16 2-976,15-1 646,16-1 3322,314 9-3584,285 16-746,-516-18 49,112 5 79,-200-13-61,0 2-241,-1-1 120,0 0 0,0 0 0,0 0 0,-1 0-1,1 0 1,0 0 0,0 0 0,-1 0 0,1 0 0,0-1 0,-1 1-1,1 0 1,0-1 0,-1 1 0,1-1 0,-1 0 0,1 0-1,-1 1 1,1-1 0,-4 0 0,1 1-202,-63 6-4767,30-5 387</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5:55.860"/>
    </inkml:context>
    <inkml:brush xml:id="br0">
      <inkml:brushProperty name="width" value="0.05" units="cm"/>
      <inkml:brushProperty name="height" value="0.05" units="cm"/>
    </inkml:brush>
  </inkml:definitions>
  <inkml:trace contextRef="#ctx0" brushRef="#br0">140 1 608,'0'0'16861,"-23"4"-15265,-70 15-326,71-13-244,20-2-736,16-2-126,638 3 2191,-349-7-2413,-303 2-120,-16 13-10369,-4-8 714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11.079"/>
    </inkml:context>
    <inkml:brush xml:id="br0">
      <inkml:brushProperty name="width" value="0.05" units="cm"/>
      <inkml:brushProperty name="height" value="0.05" units="cm"/>
    </inkml:brush>
  </inkml:definitions>
  <inkml:trace contextRef="#ctx0" brushRef="#br0">273 48 10069,'0'0'4519,"-24"-3"-3129,-7-1-955,-147-22 4020,146 18-3001,24 4-304,24 2-776,968 30-302,-921-23-78,71 4-418,-104 9-7913,-5-14 3303</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11.903"/>
    </inkml:context>
    <inkml:brush xml:id="br0">
      <inkml:brushProperty name="width" value="0.05" units="cm"/>
      <inkml:brushProperty name="height" value="0.05" units="cm"/>
    </inkml:brush>
  </inkml:definitions>
  <inkml:trace contextRef="#ctx0" brushRef="#br0">124 69 6723,'0'0'10317,"-20"-3"-8989,-61-10-316,59 6 211,31 5-181,840-27-824,-826 29-217,29 0 0,0-1-1,57-10 1,-103 8-3300,-13 7-680,1 4-540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13.357"/>
    </inkml:context>
    <inkml:brush xml:id="br0">
      <inkml:brushProperty name="width" value="0.05" units="cm"/>
      <inkml:brushProperty name="height" value="0.05" units="cm"/>
    </inkml:brush>
  </inkml:definitions>
  <inkml:trace contextRef="#ctx0" brushRef="#br0">0 0 12294,'0'0'6194,"5"0"-5620,282 8 399,-228-3-716,-1 2-1,112 30 0,-169-37-383,-1 0 1,1 0-1,0 0 0,-1 0 0,1 1 0,-1-1 0,1 0 1,-1 0-1,1 0 0,-1 1 0,1-1 0,-1 0 1,1 1-1,-1-1 0,0 0 0,1 1 0,-1-1 1,1 1-1,-1-1 0,0 1 0,1-1 0,-1 1 0,0-1 1,0 1-1,1-1 0,-1 1 0,0-1 0,0 1 1,0-1-1,0 1 0,0-1 0,0 1 0,0 0 1,0-1-1,0 1 0,0-1 0,0 1 0,0-1 0,0 1 1,0-1-1,0 1 0,0 0 0,-1-1 0,1 1 1,-2 4-3927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16.265"/>
    </inkml:context>
    <inkml:brush xml:id="br0">
      <inkml:brushProperty name="width" value="0.05" units="cm"/>
      <inkml:brushProperty name="height" value="0.05" units="cm"/>
    </inkml:brush>
  </inkml:definitions>
  <inkml:trace contextRef="#ctx0" brushRef="#br0">205 3 10293,'0'0'3444,"-24"0"-2446,-34-1-539,-16 0 973,25 1 3042,1182 23-3324,-240 1-1131,-891-24 218,-62 0-2627,30 0-6305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17.421"/>
    </inkml:context>
    <inkml:brush xml:id="br0">
      <inkml:brushProperty name="width" value="0.05" units="cm"/>
      <inkml:brushProperty name="height" value="0.05" units="cm"/>
    </inkml:brush>
  </inkml:definitions>
  <inkml:trace contextRef="#ctx0" brushRef="#br0">71 24 10869,'0'0'7753,"-14"-4"-6574,-42-12-376,134 12 267,583 19-1042,2-1-56,-390-14-810,-272 0 315,-28 6-3281,23-5 3174,-37 3-2630,-8-1-1051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21.172"/>
    </inkml:context>
    <inkml:brush xml:id="br0">
      <inkml:brushProperty name="width" value="0.05" units="cm"/>
      <inkml:brushProperty name="height" value="0.05" units="cm"/>
    </inkml:brush>
  </inkml:definitions>
  <inkml:trace contextRef="#ctx0" brushRef="#br0">111 59 11013,'0'0'8110,"-18"0"-7093,-56 0-297,56 0 97,160 0 190,742-35-318,-870 33-695,-10 3 6,0-1 1,0 0-1,1-1 1,-1 1-1,0-1 1,0 0-1,0 0 1,0 0-1,0 0 1,0-1-1,0 0 1,4-2-1,-10 3-198,-1-1-1,0 1 0,0 0 0,0 0 1,0 0-1,0 1 0,0-1 0,0 1 1,0 0-1,0 0 0,0 0 0,0 0 1,0 0-1,0 0 0,-4 2 0,6 3-1906</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21.855"/>
    </inkml:context>
    <inkml:brush xml:id="br0">
      <inkml:brushProperty name="width" value="0.05" units="cm"/>
      <inkml:brushProperty name="height" value="0.05" units="cm"/>
    </inkml:brush>
  </inkml:definitions>
  <inkml:trace contextRef="#ctx0" brushRef="#br0">37 15 9973,'0'0'8854,"-6"0"-7691,-19 0-394,19 0 98,12 0-691,47 0-28,426-12-61,-468 11-604,-32-1-8952,9 2 2732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22.827"/>
    </inkml:context>
    <inkml:brush xml:id="br0">
      <inkml:brushProperty name="width" value="0.05" units="cm"/>
      <inkml:brushProperty name="height" value="0.05" units="cm"/>
    </inkml:brush>
  </inkml:definitions>
  <inkml:trace contextRef="#ctx0" brushRef="#br0">112 0 13958,'0'0'6235,"-22"0"-5136,-48 0-243,50 0-213,64 0-418,1256 0-561,-1300 0-22,-42 5-8721,18-3 4928</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25.543"/>
    </inkml:context>
    <inkml:brush xml:id="br0">
      <inkml:brushProperty name="width" value="0.05" units="cm"/>
      <inkml:brushProperty name="height" value="0.05" units="cm"/>
    </inkml:brush>
  </inkml:definitions>
  <inkml:trace contextRef="#ctx0" brushRef="#br0">1 470 3025,'0'0'16752,"1"-10"-15658,2 0-799,3-27 968,23 41-308,-6 22-865,-22-23-88,0-1 0,0 0-1,1 0 1,0 0 0,-1 0-1,1 0 1,0 0 0,0 0 0,0 0-1,0-1 1,0 1 0,0-1 0,0 0-1,0 1 1,1-1 0,-1 0 0,1 0-1,-1-1 1,1 1 0,-1 0 0,1-1-1,-1 1 1,1-1 0,2 0-1,4-1 5,-1 1 0,0-2 0,0 1 0,1-1 0,-1 0 0,-1-1 0,1 0 0,0 0 0,-1-1 0,13-7 0,6-7 44,37-32 0,-15 10-26,33-17-1555,1 5 1,3 3-1,2 3 1,2 5-1,115-38 1,-166 67-3117</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28.887"/>
    </inkml:context>
    <inkml:brush xml:id="br0">
      <inkml:brushProperty name="width" value="0.05" units="cm"/>
      <inkml:brushProperty name="height" value="0.05" units="cm"/>
    </inkml:brush>
  </inkml:definitions>
  <inkml:trace contextRef="#ctx0" brushRef="#br0">0 290 16087,'0'0'8612,"1"-10"-8388,0-3-219,1-6 101,8 42 2,-9-19-101,0-1 0,0 1-1,0-1 1,1 1 0,-1-1 0,1 1-1,0-1 1,0 0 0,0 0-1,0 0 1,1 0 0,-1 0 0,1 0-1,0-1 1,0 1 0,0-1 0,0 0-1,0 0 1,0 0 0,5 2 0,-2-3 9,-1 1 1,1-1 0,0 0 0,0-1 0,0 0 0,0 1 0,0-2 0,-1 1 0,1-1 0,0 0 0,0 0 0,0 0 0,6-3 0,22-9-7,-2-1-1,51-30 1,-8 4-212,250-120-5782,-218 101 450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47.058"/>
    </inkml:context>
    <inkml:brush xml:id="br0">
      <inkml:brushProperty name="width" value="0.05" units="cm"/>
      <inkml:brushProperty name="height" value="0.05" units="cm"/>
    </inkml:brush>
  </inkml:definitions>
  <inkml:trace contextRef="#ctx0" brushRef="#br0">1 0 14423,'0'0'7670,"29"4"-6918,900 33 43,-929-37-816,-15 7-9173,6 0 2469</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48.545"/>
    </inkml:context>
    <inkml:brush xml:id="br0">
      <inkml:brushProperty name="width" value="0.05" units="cm"/>
      <inkml:brushProperty name="height" value="0.05" units="cm"/>
    </inkml:brush>
  </inkml:definitions>
  <inkml:trace contextRef="#ctx0" brushRef="#br0">214 46 5298,'0'0'8258,"-27"-3"-6044,-136-18 176,139 17 193,36-1-1022,40-2-1041,16 3-362,0 3 0,0 2 0,131 21 0,-96-1-520,39 7-2492,-49-5-4572,-60-14 519</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57.511"/>
    </inkml:context>
    <inkml:brush xml:id="br0">
      <inkml:brushProperty name="width" value="0.05" units="cm"/>
      <inkml:brushProperty name="height" value="0.05" units="cm"/>
    </inkml:brush>
  </inkml:definitions>
  <inkml:trace contextRef="#ctx0" brushRef="#br0">1 12 14599,'0'0'7480,"27"-3"-7205,25-3-196,0 3 1,83 6-1,497 47-285,-620-48-810,-13 2-1798,-19 1-815,-22-3-1371,-18-1-3214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6:58.430"/>
    </inkml:context>
    <inkml:brush xml:id="br0">
      <inkml:brushProperty name="width" value="0.05" units="cm"/>
      <inkml:brushProperty name="height" value="0.05" units="cm"/>
    </inkml:brush>
  </inkml:definitions>
  <inkml:trace contextRef="#ctx0" brushRef="#br0">0 29 15911,'0'0'2759,"14"-2"-2001,421-22 411,-135 22-4286</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7:09.139"/>
    </inkml:context>
    <inkml:brush xml:id="br0">
      <inkml:brushProperty name="width" value="0.05" units="cm"/>
      <inkml:brushProperty name="height" value="0.05" units="cm"/>
    </inkml:brush>
  </inkml:definitions>
  <inkml:trace contextRef="#ctx0" brushRef="#br0">1 280 10405,'0'0'13278,"0"27"-12504,0-24-731,0 0 1,1 1 0,-1-1 0,1 1 0,0-1 0,0 0 0,0 1 0,0-1 0,0 0-1,1 0 1,0 0 0,-1 0 0,1 0 0,0 0 0,1-1 0,-1 1 0,0 0 0,1-1-1,-1 0 1,1 0 0,0 0 0,0 0 0,0 0 0,0 0 0,0-1 0,5 2 0,-3-1-9,0-1 1,0-1-1,1 1 1,-1-1 0,0 0-1,0 0 1,1-1-1,-1 1 1,0-1 0,0 0-1,0-1 1,1 1-1,-1-1 1,-1 0-1,1 0 1,8-6 0,67-44 190,102-89 0,-10 7-3061,-118 103-4283,-38 25 72</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7:11.166"/>
    </inkml:context>
    <inkml:brush xml:id="br0">
      <inkml:brushProperty name="width" value="0.05" units="cm"/>
      <inkml:brushProperty name="height" value="0.05" units="cm"/>
    </inkml:brush>
  </inkml:definitions>
  <inkml:trace contextRef="#ctx0" brushRef="#br0">10 166 12358,'0'0'7814,"-2"-4"-7411,-5-7-215,8 17 95,12 39 378,3 5-163,-5 44-194,-10-77-277,0-1 1,0 0 0,2 0 0,0-1-1,0 1 1,2 0 0,9 23-1,-12-37-15,1 1-1,-1-1 0,0 0 0,1 0 0,-1 0 0,1-1 0,-1 1 0,1 0 1,0-1-1,0 0 0,-1 0 0,1 0 0,0 0 0,0 0 0,0 0 0,0-1 0,1 1 1,-1-1-1,0 0 0,3 0 0,73-5 135,-67 4-141,412-61 29,-205 47-173,49-6-554,-250 19 665,-1-1-1,1 0 1,-1-1 0,0-1-1,0-1 1,23-11 0,-34 14 46,-1-1 1,0 1-1,0-1 0,0 0 1,0 0-1,-1-1 1,0 1-1,0-1 1,0 0-1,-1 0 1,1 0-1,-1-1 1,0 1-1,-1-1 1,1 0-1,-1 1 1,0-1-1,-1 0 1,1 0-1,-1-1 1,0-10-1,4-106 677,-6 111-662,1 1 0,-2-1 0,0 0 0,0 1 0,-1-1 0,0 1 0,-1 0 0,-7-14 0,11 23-48,-1 1-1,0 0 0,0-1 0,0 1 1,0 0-1,0 0 0,0 0 0,0 0 1,0 0-1,-1 0 0,1 0 0,0 0 0,0 0 1,-3 0-1,-14 1-4857</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7:16.605"/>
    </inkml:context>
    <inkml:brush xml:id="br0">
      <inkml:brushProperty name="width" value="0.05" units="cm"/>
      <inkml:brushProperty name="height" value="0.05" units="cm"/>
    </inkml:brush>
  </inkml:definitions>
  <inkml:trace contextRef="#ctx0" brushRef="#br0">1 403 10565,'0'0'10274,"0"-7"-9548,0-21-412,35 68 519,13 44-259,-38-65-507,0 0 0,1-1 0,1 0 0,17 19 0,-28-36-50,1 0 0,-1 0-1,0 0 1,0 0-1,1 0 1,-1-1-1,0 1 1,1-1-1,-1 1 1,1-1-1,-1 1 1,1-1-1,-1 0 1,1 1-1,-1-1 1,1 0-1,-1 0 1,1 0-1,-1-1 1,1 1-1,-1 0 1,1 0-1,-1-1 1,1 1 0,-1-1-1,0 1 1,3-2-1,36-24 424,-37 23-411,150-117 562,190-139-489,-305 234-100,33-22-27,92-78 0,-163 125-115,0 0 0,0 0-1,0 0 1,0-1 0,1 1-1,0-1-1542,0 1 1542,-1 0 1,0 0 0,0 0-1,0-1 1,1 1 0,-1 0-1,0 0 1,0 0 0,0 0 0,1 0-1,-1 0 1,0 1 0,0-1-1,1 0 1,-1 0 0,0 0-1,0 0 1,0 0 0,0 0-1,1 0 1,-1 0 0,0 0-1,0 0 1,1 1-421,1 12-2138,-9 22-1823,-6-4-2503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7:18.483"/>
    </inkml:context>
    <inkml:brush xml:id="br0">
      <inkml:brushProperty name="width" value="0.05" units="cm"/>
      <inkml:brushProperty name="height" value="0.05" units="cm"/>
    </inkml:brush>
  </inkml:definitions>
  <inkml:trace contextRef="#ctx0" brushRef="#br0">1 351 10645,'0'0'9892,"0"-7"-7826,0 7-2025,0 0 0,0 0 0,0 0-1,0 0 1,0 0 0,0 0 0,0 0 0,0 0 0,0 0 0,0 0 0,1 0 0,-1 0-1,0 0 1,0 0 0,0 0 0,0 0 0,0 0 0,0 0 0,0 0 0,0 0 0,0 0-1,0 0 1,0 0 0,0-1 0,0 1 0,0 0 0,0 0 0,0 0 0,0 0 0,0 0 0,0 0-1,0 0 1,3 7 8,-1 0-1,1-1 0,0 1 0,1-1 1,-1 1-1,1-1 0,1 0 0,7 9 1,-8-13 2,-1 1 0,0-1 0,0 0 0,1 0 0,-1 0 0,1 0 0,0-1 0,0 1 0,-1-1 0,1 0 0,0-1 0,0 1 0,0 0 0,0-1 0,0 0 0,0 0 0,0 0 0,4-1 0,-1 0 8,0-1 1,0 0-1,-1 0 1,1 0-1,-1-1 1,1 0-1,-1 0 1,11-7-1,50-42 280,-34 25-168,-28 24-159,133-102 188,165-95-1,-272 187-821,-20 11-2321,0 2-4086</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7:23.808"/>
    </inkml:context>
    <inkml:brush xml:id="br0">
      <inkml:brushProperty name="width" value="0.05" units="cm"/>
      <inkml:brushProperty name="height" value="0.05" units="cm"/>
    </inkml:brush>
  </inkml:definitions>
  <inkml:trace contextRef="#ctx0" brushRef="#br0">1 595 15735,'0'0'8407,"0"-7"-8159,-1-5-226,1-1-64,12 26 3,-10-10 57,0 0 0,0 0 0,0 0 0,0 0 0,0-1 1,1 1-1,0-1 0,-1 1 0,1-1 0,0 0 0,0 0 0,0 0 0,0-1 0,1 1 0,-1-1 0,0 1 0,1-1 0,-1 0 0,1 0 0,-1-1 1,6 1-1,-4-1 17,1-1 0,-1 0 0,0 0 1,1-1-1,-1 0 0,0 1 0,0-2 1,0 1-1,0-1 0,0 1 0,0-1 1,-1-1-1,6-4 0,209-185 87,25-21-2597,-76 89-3039,-98 72 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7:55.791"/>
    </inkml:context>
    <inkml:brush xml:id="br0">
      <inkml:brushProperty name="width" value="0.05" units="cm"/>
      <inkml:brushProperty name="height" value="0.05" units="cm"/>
    </inkml:brush>
  </inkml:definitions>
  <inkml:trace contextRef="#ctx0" brushRef="#br0">53 1 15783,'0'0'4165,"-10"2"-3626,-33 6-46,159-4 932,115-7-1336,195 4-159,-419 0 98,0 0 0,0 1 0,0-1 0,-1 1 1,1 1-1,6 2 0,-12-4-102,1-1 0,-1 0 0,0 1 1,1-1-1,-1 1 0,0 0 0,0-1 0,1 1 0,-1 0 0,0 0 1,0 0-1,0 0 0,0 0 0,0 0 0,0 0 0,0 0 0,0 0 1,-1 0-1,1 1 0,0-1 0,-1 0 0,1 0 0,0 1 0,-1-1 0,0 0 1,1 1-1,-1-1 0,0 1 0,0-1 0,0 1 0,0-1 0,0 0 1,0 1-1,0 1 0,-2-2-237,1 0 0,-1 0 1,0-1-1,1 1 0,-1 0 0,0-1 1,0 1-1,0-1 0,1 0 0,-1 1 1,0-1-1,0 0 0,0 0 0,0 0 1,1 0-1,-1 0 0,-4-2 0,-1 2-1445,-36 0-7841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03.762"/>
    </inkml:context>
    <inkml:brush xml:id="br0">
      <inkml:brushProperty name="width" value="0.05" units="cm"/>
      <inkml:brushProperty name="height" value="0.05" units="cm"/>
    </inkml:brush>
  </inkml:definitions>
  <inkml:trace contextRef="#ctx0" brushRef="#br0">468 88 13686,'0'0'7678,"7"-16"-6949,23-49-246,-25 59-232,-4 11-212,-4 14-65,-6 1 31,-1-1 0,-1 0 0,0 0 0,-25 28 1,3-2 29,-23 37-7,-85 115 31,112-160-52,-2-1 1,-1-2 0,-38 31 0,61-57-44,-11 6 158,20-14-118,-1 0 1,1 0 0,0 0-1,-1 0 1,1 0-1,-1-1 1,1 1-1,0 0 1,-1 0-1,1 0 1,-1 0-1,1-1 1,0 1-1,-1 0 1,1 0-1,0-1 1,-1 1-1,1 0 1,0 0-1,0-1 1,-1 1-1,1 0 1,0-1-1,0 1 1,-1 0-1,1-1 1,0 1 0,0-1-1,0 1 1,0 0-1,0-1 1,0 1-1,0-1 1,-1 1-1,1 0 1,0-1-1,1 1 1,-1-1-1,0 1 1,0-1-1,0 1 1,0 0-1,0-1 1,0 1-1,0-1 1,1 0-1,1-53 143,12-67-1,-2 28-70,-6 181 1,-6 51-90,0-136 12,1 0 0,-1-1 1,0 1-1,1 0 1,0-1-1,0 1 1,0 0-1,0-1 1,0 1-1,0-1 1,0 0-1,1 1 1,0-1-1,-1 0 1,1 0-1,0 0 0,0 0 1,0 0-1,0 0 1,0-1-1,0 1 1,1-1-1,-1 1 1,1-1-1,-1 0 1,1 0-1,-1 0 1,1 0-1,-1-1 1,1 1-1,0-1 0,-1 1 1,4-1-1,12 2-139,-1-1 0,1-1-1,33-3 1,-50 3 122,11-2-595,0-1 0,0 0 0,0 0 1,0-1-1,-1-1 0,0 0 0,0-1 0,0 0 1,10-8-1,19-12-5398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10.578"/>
    </inkml:context>
    <inkml:brush xml:id="br0">
      <inkml:brushProperty name="width" value="0.05" units="cm"/>
      <inkml:brushProperty name="height" value="0.05" units="cm"/>
    </inkml:brush>
  </inkml:definitions>
  <inkml:trace contextRef="#ctx0" brushRef="#br0">1 1 12950,'0'0'8671,"14"11"-7972,25 19-119,-2 1 1,-2 2 0,50 61 0,-64-66-467,-2 2-1,21 42 0,-17-12-2963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10.969"/>
    </inkml:context>
    <inkml:brush xml:id="br0">
      <inkml:brushProperty name="width" value="0.05" units="cm"/>
      <inkml:brushProperty name="height" value="0.05" units="cm"/>
    </inkml:brush>
  </inkml:definitions>
  <inkml:trace contextRef="#ctx0" brushRef="#br0">142 1 6643,'0'0'14167,"-7"14"-14135,7 12 464,-6 7 288,-4 3-448,-9 4-128,-2 5-208,-5 3 0,7-6-16,1-2-688,8-9-1377,4-9-2401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11.794"/>
    </inkml:context>
    <inkml:brush xml:id="br0">
      <inkml:brushProperty name="width" value="0.05" units="cm"/>
      <inkml:brushProperty name="height" value="0.05" units="cm"/>
    </inkml:brush>
  </inkml:definitions>
  <inkml:trace contextRef="#ctx0" brushRef="#br0">22 16 11365,'0'0'11488,"-5"-4"-10962,-12-8-389,22 21 21,34 34 168,-26-30-216,-1 1-149,1 1 123,0-1-1,1-1 0,19 15 1,-30-25-185,1 0 1,0-1 0,0 0-1,0 0 1,0 0-1,0 0 1,0 0 0,0-1-1,1 0 1,-1 0-1,0 0 1,1 0 0,-1-1-1,1 0 1,-1 0-1,1 0 1,-1 0 0,1-1-1,6-1 1,-10 1 51,1-1 0,0 1 0,0-1 0,0 0 0,-1 0 0,1 1-1,-1-1 1,0 0 0,1 0 0,-1 0 0,0-1 0,0 1 0,0 0 0,0 0 0,-1 0 0,1-1 0,-1 1 0,1 0 0,-1-5 0,6-49-26,-6 53 72,2-33 263,-2 20 2308,1 41-1621,-4 56-1062,-24 145 1,-12-27-5228,21-124-210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14.707"/>
    </inkml:context>
    <inkml:brush xml:id="br0">
      <inkml:brushProperty name="width" value="0.05" units="cm"/>
      <inkml:brushProperty name="height" value="0.05" units="cm"/>
    </inkml:brush>
  </inkml:definitions>
  <inkml:trace contextRef="#ctx0" brushRef="#br0">1 598 15159,'0'0'4218,"4"-4"-3703,-2 2-489,-1 0 1,0 1 0,1-1-1,-1 1 1,1-1-1,-1 1 1,1 0 0,0 0-1,-1 0 1,1 0 0,0 0-1,0 0 1,0 0-1,0 0 1,0 1 0,0-1-1,0 1 1,0-1-1,0 1 1,0 0 0,0 0-1,0 0 1,0 0-1,0 0 1,0 1 0,1-1-1,-1 1 1,0-1 0,-1 1-1,1 0 1,0-1-1,0 1 1,0 0 0,0 0-1,0 0 1,-1 1-1,1-1 1,-1 0 0,3 3-1,14 10 175,-12-9-36,-1 0 0,1-1 0,0 0 0,1 0 1,-1 0-1,14 5 0,-17-9-103,0 1 0,1-1-1,-1 1 1,0-1 0,0 0 0,1 0 0,-1-1-1,0 1 1,0-1 0,0 1 0,1-1 0,-1 0-1,0 0 1,0-1 0,0 1 0,0 0 0,-1-1-1,1 0 1,0 0 0,3-3 0,54-46 221,-2-3-1,-3-2 1,51-67 0,-27 31-275,-34 41-79,120-127-1325,-145 163-58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17.227"/>
    </inkml:context>
    <inkml:brush xml:id="br0">
      <inkml:brushProperty name="width" value="0.05" units="cm"/>
      <inkml:brushProperty name="height" value="0.05" units="cm"/>
    </inkml:brush>
  </inkml:definitions>
  <inkml:trace contextRef="#ctx0" brushRef="#br0">77 380 7860,'0'0'11533,"-12"-9"-10394,-35-29-427,35 28 1393,10 69-2150,0-39 53,1 0 0,1 0 1,1 0-1,0-1 1,2 1-1,7 32 1,-9-51-11,0 0 1,0 0-1,0 0 1,0 0-1,0 0 0,0-1 1,0 1-1,0 0 1,1 0-1,-1-1 1,0 1-1,0-1 1,1 1-1,-1-1 0,0 1 1,1-1-1,-1 0 1,0 0-1,1 0 1,-1 0-1,2 0 1,39 0 31,-28 0-32,104-2 41,144-20 0,605-67-159,-320 81 138,-321 10-20,308 40 60,-2-1-12,-388-39-34,1 0 52,218-24 1,393-22 235,-617 42-202,270-27 128,50-1-154,-4 30-13,-405 3-64,-49-3 55,0 0 15,-1 0-1,1 1 0,0-1 0,-1 0 1,1 1-1,0-1 0,-1 0 0,1 0 1,0 0-1,0 0 0,-1 0 0,1 0 1,0 0-1,0 0 0,-1 0 0,1 0 0,0 0 1,-1 0-1,1 0 0,0 0 0,0-1 1,-1 1-1,1 0 0,0-1 0,0 1 1,14-30 187,-2 0 1,-1 0 0,-2-2-1,10-42 1,15-132 351,-33 200-1357,-2 20-8034,-2 3 1218</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19.112"/>
    </inkml:context>
    <inkml:brush xml:id="br0">
      <inkml:brushProperty name="width" value="0.05" units="cm"/>
      <inkml:brushProperty name="height" value="0.05" units="cm"/>
    </inkml:brush>
  </inkml:definitions>
  <inkml:trace contextRef="#ctx0" brushRef="#br0">53 84 8724,'0'0'8772,"-9"-14"-7539,-24-40-201,25 39 462,5 28-736,6 19-705,1-2 1,2 1-1,1 0 1,20 53-1,-12-38-32,-11-32-13,0 2-19,1-2 1,1 1-1,0 0 1,9 14-1,-13-26 16,0 0-1,0 0 1,0 0 0,1 0-1,-1 0 1,1 0-1,0-1 1,-1 1 0,1-1-1,0 0 1,1 0-1,-1 0 1,0 0 0,1-1-1,-1 1 1,1-1 0,-1 0-1,1 0 1,-1 0-1,1 0 1,0-1 0,5 1-1,412-14 91,-394 11-94,577-33-137,-137 28 91,-281 9 37,-170-1 17,0 1 1,0 0-1,17 5 1,-18-3 2,0-1 1,0-1-1,17 1 1,-18-8 2675,-12 3-2692,-1 1 1,0-1-1,0 0 1,0 1-1,0-1 1,-1 0-1,1 0 0,0 0 1,-1 0-1,1 0 1,-1 0-1,0 0 1,1 0-1,-1 0 1,0 0-1,-1-3 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24.090"/>
    </inkml:context>
    <inkml:brush xml:id="br0">
      <inkml:brushProperty name="width" value="0.05" units="cm"/>
      <inkml:brushProperty name="height" value="0.05" units="cm"/>
    </inkml:brush>
  </inkml:definitions>
  <inkml:trace contextRef="#ctx0" brushRef="#br0">1 598 14519,'0'0'6227,"1"-9"-5963,-1 6-244,6-23 81,-4 27-87,-1-1 0,0 1 1,1-1-1,-1 1 1,0-1-1,1 1 1,-1 0-1,0 0 1,0 0-1,0 0 1,1 0-1,-1 0 1,0 0-1,-1 0 0,1 0 1,0 0-1,0 0 1,0 0-1,-1 1 1,1-1-1,0 0 1,0 3-1,1-1 35,0 0-1,0 0 0,0 0 1,1 0-1,-1 0 0,1 0 1,0 0-1,-1-1 1,1 0-1,1 1 0,-1-1 1,0 0-1,0-1 1,1 1-1,-1 0 0,1-1 1,0 0-1,-1 0 0,1 0 1,0 0-1,-1-1 1,1 1-1,0-1 0,0 0 1,0 0-1,-1-1 1,1 1-1,0-1 0,0 1 1,-1-1-1,1-1 0,0 1 1,-1 0-1,1-1 1,-1 0-1,0 1 0,1-1 1,-1-1-1,0 1 1,0 0-1,0-1 0,-1 1 1,4-5-1,205-221 500,-112 115-888,53-58-3731,-80 87-1347</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26.611"/>
    </inkml:context>
    <inkml:brush xml:id="br0">
      <inkml:brushProperty name="width" value="0.05" units="cm"/>
      <inkml:brushProperty name="height" value="0.05" units="cm"/>
    </inkml:brush>
  </inkml:definitions>
  <inkml:trace contextRef="#ctx0" brushRef="#br0">17 10 12310,'0'0'9994,"-16"-9"-5883,16 18-4090,0 1 1,1 0-1,1-1 0,0 1 1,0-1-1,0 1 1,1-1-1,1 0 0,0 0 1,0 0-1,0-1 1,1 0-1,11 14 0,-6-10-8,1 0 0,1-2-1,0 1 1,0-1-1,0-1 1,2 0-1,25 12 1,1-4 5,0-1 0,1-3-1,1-1 1,0-2 0,58 6 0,-18-7-60,91-3 1,-172-6 137,-4-6-86,0 0 0,0 0 0,0 1 0,-1-1 0,0 1 0,0 0 0,0 0 0,-1 0 1,0 1-1,-8-7 0,3 2-4,-26-16 19,23 18 423,80 42-501,-52-29 53,-1 0 0,0 1 0,-1 1 0,0 0 0,0 0 0,-1 1-1,0 1 1,16 17 0,-26-24-134,0 0 0,0 0 0,-1 1-1,1-1 1,-1 1 0,0-1-1,0 1 1,0 0 0,0-1 0,-1 1-1,1 0 1,-1 0 0,0-1 0,0 1-1,0 0 1,-1-1 0,-1 6 0,1-3-502,-1 0 0,1 0 1,-2-1-1,1 1 0,0-1 0,-1 0 1,0 0-1,0 0 0,-1 0 0,-4 4 1,-32 29-7615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32.604"/>
    </inkml:context>
    <inkml:brush xml:id="br0">
      <inkml:brushProperty name="width" value="0.05" units="cm"/>
      <inkml:brushProperty name="height" value="0.05" units="cm"/>
    </inkml:brush>
  </inkml:definitions>
  <inkml:trace contextRef="#ctx0" brushRef="#br0">74 488 14263,'0'0'5634,"-74"-31"-5042,74 12-544,0-4-32,0-10-16,22-5 32,9-7-64,11-10-16,8-4-496,16-5-752,3 0-1234,-1 7-2944</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33.074"/>
    </inkml:context>
    <inkml:brush xml:id="br0">
      <inkml:brushProperty name="width" value="0.05" units="cm"/>
      <inkml:brushProperty name="height" value="0.05" units="cm"/>
    </inkml:brush>
  </inkml:definitions>
  <inkml:trace contextRef="#ctx0" brushRef="#br0">35 394 15687,'0'0'6307,"-34"16"-5667,34-25-303,11-15-161,20-16-176,11-5-64,8 0-193,6-7-703,7 4-401,8 1-1312,-3-5-1329,-4 4-6050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33.510"/>
    </inkml:context>
    <inkml:brush xml:id="br0">
      <inkml:brushProperty name="width" value="0.05" units="cm"/>
      <inkml:brushProperty name="height" value="0.05" units="cm"/>
    </inkml:brush>
  </inkml:definitions>
  <inkml:trace contextRef="#ctx0" brushRef="#br0">1 555 18008,'0'0'5011,"10"-71"-4995,51 14 0,12-9-16,22-15 0,11-6-1089,12-8-1728,1-2-3858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8:56.421"/>
    </inkml:context>
    <inkml:brush xml:id="br0">
      <inkml:brushProperty name="width" value="0.05" units="cm"/>
      <inkml:brushProperty name="height" value="0.05" units="cm"/>
    </inkml:brush>
  </inkml:definitions>
  <inkml:trace contextRef="#ctx0" brushRef="#br0">82 121 6067,'0'0'13102,"-18"2"-12619,-39 6 110,50-7-134,10 0 26,40-6 363,422-68 939,454 18-2995,-919 63-3597,0 3 344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9:02.697"/>
    </inkml:context>
    <inkml:brush xml:id="br0">
      <inkml:brushProperty name="width" value="0.05" units="cm"/>
      <inkml:brushProperty name="height" value="0.05" units="cm"/>
    </inkml:brush>
  </inkml:definitions>
  <inkml:trace contextRef="#ctx0" brushRef="#br0">3 20 10725,'0'0'10410,"1"-5"-10287,6-9-130,1 19 37,8 36 149,-6-14 14,-6-16-171,0-1 1,1 0 0,0-1 0,1 1-1,10 13 1,-13-20-17,-1-1 1,1 1-1,0 0 0,0-1 1,0 0-1,1 1 0,-1-1 0,0 0 1,1-1-1,0 1 0,-1-1 1,1 1-1,0-1 0,0 0 1,0-1-1,-1 1 0,1 0 0,6-1 1,-7 0 2,-1 0 1,1 0-1,-1 0 1,1 0 0,0-1-1,-1 1 1,1-1-1,-1 0 1,1 1 0,-1-1-1,0 0 1,1-1-1,-1 1 1,0 0-1,0-1 1,0 1 0,0-1-1,0 1 1,0-1-1,2-2 1,-2 0 8,1 0 1,-1 0 0,-1 0-1,1-1 1,0 1-1,-1 0 1,0-1 0,0 1-1,0-1 1,-1 1-1,1-6 1,-1-52 2419,0 79-2520,0 139 154,3-117-24,-2 0-1,-1 0 1,-3 0-1,-1 0 1,-17 70-1,20-103-43,-1 0 0,0-1 0,0 0 0,0 1 0,-1-1 0,0 0 0,-6 8-1,7-12 14,0 1-1,0 0 0,-1-1 1,1 1-1,-1-1 0,1 1 1,-1-1-1,1 0 1,-1 0-1,1 0 0,-1-1 1,0 1-1,0-1 0,1 1 1,-1-1-1,0 0 0,-5 0 1,-1 0 4,0-1 0,0 0 1,-1-1-1,1 0 0,0 0 1,0-1-1,0 0 1,-9-5-1,-15-15-2972</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1T09:39:07.459"/>
    </inkml:context>
    <inkml:brush xml:id="br0">
      <inkml:brushProperty name="width" value="0.05" units="cm"/>
      <inkml:brushProperty name="height" value="0.05" units="cm"/>
    </inkml:brush>
  </inkml:definitions>
  <inkml:trace contextRef="#ctx0" brushRef="#br0">198 25 8500,'0'0'8185,"12"-4"-7702,-10 3-478,7-3 105,0 1 0,0 0-1,0 0 1,1 1 0,16-2 0,-22 3-83,0 2 0,1-1 0,-1 0 0,0 1 0,0-1-1,0 1 1,0 0 0,0 1 0,-1-1 0,1 1 0,0 0 0,0 0 0,-1 0 0,1 0 0,-1 0 0,0 1 0,0-1 0,0 1 0,0 0 0,3 4 0,5 7 57,-1 2 1,0-1-1,-1 1 0,-1 1 1,-1-1-1,0 1 0,-1 1 1,0-1-1,-2 1 1,0 0-1,1 19 0,1 32 221,-5 112-1,-3-92-87,-16 174 430,2-63-323,7 573 676,8-308-781,0-368-219,2 427-112,-1-519 53,1 0 1,-1 0-1,1 0 0,0 0 0,0 0 0,1 0 0,-1 0 1,1 0-1,0 0 0,1 0 0,3 4 0,-5-7 4,1 0-1,-1 0 1,1 0-1,0 0 0,0 0 1,0-1-1,0 1 1,0-1-1,0 0 1,0 0-1,1 1 1,-1-1-1,0-1 1,1 1-1,-1 0 1,1 0-1,-1-1 1,1 0-1,-1 1 1,1-1-1,-1 0 1,1 0-1,-1 0 0,5-1 1,-7 0 52,1 1-1,0 0 1,0-1 0,0 1-1,0-1 1,-1 1-1,1-1 1,0 1 0,0-1-1,-1 1 1,1-1 0,0 0-1,-1 1 1,1-1 0,-1 0-1,1 0 1,-1 1 0,1-1-1,-1 0 1,1 0-1,-1 0 1,0 0 0,0 0-1,1 1 1,-1-1 0,0 0-1,0-2 1,1-30 20,-2 23-1,1 10-15,0 0-1,-1-1 1,1 1 0,-1 0 0,1 0 0,-1-1 0,1 1 0,-1 0 0,1 0 0,-1 0 0,1 0 0,-1-1 0,0 1 0,1 0 0,-1 0 0,1 0 0,-1 0 0,1 0 0,-1 0 0,1 1-1,-1-1 1,1 0 0,-1 0 0,1 0 0,-1 0 0,1 1 0,-1-1 0,1 0 0,-1 0 0,0 1 0,-5 9 7,1 1-1,0-1 1,0 1-1,1 0 1,0 0 0,1 1-1,0-1 1,-1 21-1,-1-8 50,-6 53 204,4 1 0,3 0 0,6 84 0,-1-40 8,25 475 458,-20-513-510,0 45-241,-5 0 0,-6 0 0,-6 0 0,-47 222 0,24-231 28,-89 207 0,118-316-4,1-1-36,0-1 0,-1 0 0,0 0 0,0-1 0,-1 1 0,0-1 0,-11 11 0,15-17 19,1-1 0,-1 1-1,0-1 1,0 1 0,0-1 0,0 0-1,0 0 1,-1 0 0,1 0-1,0 0 1,0 0 0,-1 0 0,1-1-1,0 1 1,-1-1 0,1 0 0,-1 0-1,1 0 1,0 0 0,-1 0-1,1 0 1,-1-1 0,1 1 0,0-1-1,-1 0 1,1 0 0,0 1 0,0-1-1,-1-1 1,1 1 0,0 0-1,0 0 1,0-1 0,1 1 0,-1-1-1,0 0 1,-1-2 0,-8-7-824,0-1 1,1 0 0,0-1-1,1-1 1,1 1 0,-7-15-1,-5-23-4449</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0677B-17B5-40C2-855A-9FA775A96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4DBB35E-65F7-456E-9B31-806DF913B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3F777DE-EFE8-4718-A73F-D57BFA86B95A}"/>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5" name="Footer Placeholder 4">
            <a:extLst>
              <a:ext uri="{FF2B5EF4-FFF2-40B4-BE49-F238E27FC236}">
                <a16:creationId xmlns:a16="http://schemas.microsoft.com/office/drawing/2014/main" id="{1C265681-3EE1-4472-A6C4-6FE7026A53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BDE784-8195-44F5-B4EB-47A1D7889C97}"/>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917088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B2BC-34CC-4F04-8DF6-23E3B8987C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4DD62D-876B-4606-8CC1-2C86408FD8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7B7F80-D7D7-4793-9325-59D48C5C642F}"/>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5" name="Footer Placeholder 4">
            <a:extLst>
              <a:ext uri="{FF2B5EF4-FFF2-40B4-BE49-F238E27FC236}">
                <a16:creationId xmlns:a16="http://schemas.microsoft.com/office/drawing/2014/main" id="{0FAD9A11-96EA-4855-AE8B-BD4E0A468E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F76DB5-4F04-44BB-8499-FB926B72F336}"/>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3341534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C5F10-ED90-406A-BF3D-06F355860D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34127E-A225-4E2A-B605-407396C938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C39F6F0-A69C-465C-BD49-D49586A1EB68}"/>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5" name="Footer Placeholder 4">
            <a:extLst>
              <a:ext uri="{FF2B5EF4-FFF2-40B4-BE49-F238E27FC236}">
                <a16:creationId xmlns:a16="http://schemas.microsoft.com/office/drawing/2014/main" id="{D5D2333B-804E-4AD5-8958-EB5496BCD1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58E8AF-0EDC-4C72-A146-017BB5EDD1E0}"/>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505641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8126-7950-485B-8AD4-519DEFDCC4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335DF7-351A-4201-8F65-F9EAE13A8B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6EDE73-C96B-47D2-9C16-23BDE9B9B2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A23AC4-4406-42A2-B7E1-4F09A6C8E326}"/>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6" name="Footer Placeholder 5">
            <a:extLst>
              <a:ext uri="{FF2B5EF4-FFF2-40B4-BE49-F238E27FC236}">
                <a16:creationId xmlns:a16="http://schemas.microsoft.com/office/drawing/2014/main" id="{55B7A9BC-57CC-4842-A715-BAA47CFADB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5C994A-C408-4A2D-BEC2-019AE8B707C7}"/>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3270590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FCD8F-7DDF-4E93-AECB-2E08E2A548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879159-112A-43FC-AFF7-CFDF85CB62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ABC827-F159-40DA-BFDC-F5A377F459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E8BB57-6CDC-45CD-98BF-62237B8083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E43B40-7AFB-43D2-A0E4-C781E883D9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8C49EE-BD05-4D0B-B0DC-B6AD32368B5A}"/>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8" name="Footer Placeholder 7">
            <a:extLst>
              <a:ext uri="{FF2B5EF4-FFF2-40B4-BE49-F238E27FC236}">
                <a16:creationId xmlns:a16="http://schemas.microsoft.com/office/drawing/2014/main" id="{64C4E712-05B0-49D8-B08B-DD99905222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FA09F96-FD2E-4291-9F9C-F32E96700E03}"/>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3787419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78065-AF0E-492D-923F-7BA4433736A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834AA5-381D-4898-A824-67D6581EFC73}"/>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4" name="Footer Placeholder 3">
            <a:extLst>
              <a:ext uri="{FF2B5EF4-FFF2-40B4-BE49-F238E27FC236}">
                <a16:creationId xmlns:a16="http://schemas.microsoft.com/office/drawing/2014/main" id="{1E172993-9EBF-4426-A409-C4078D051C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98C55D-2A9B-4D3C-9DF1-BA66B47C6CDF}"/>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48015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A0B162-DF5A-4E45-A5B8-0258BADF1396}"/>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3" name="Footer Placeholder 2">
            <a:extLst>
              <a:ext uri="{FF2B5EF4-FFF2-40B4-BE49-F238E27FC236}">
                <a16:creationId xmlns:a16="http://schemas.microsoft.com/office/drawing/2014/main" id="{2BC935BC-6B64-4FB3-AAA7-8CB301BD6F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2E05CF7-E9AD-4A62-B1AE-CF4C5A4A6E0C}"/>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3708030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B663-5DF9-448C-95F8-270CE665E0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14BD30-A085-40E1-9395-AF19D68D0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D30C99-991D-474B-B704-AFD6BF0A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2BA40-3329-45B1-9BF2-E2F515CA7D7C}"/>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6" name="Footer Placeholder 5">
            <a:extLst>
              <a:ext uri="{FF2B5EF4-FFF2-40B4-BE49-F238E27FC236}">
                <a16:creationId xmlns:a16="http://schemas.microsoft.com/office/drawing/2014/main" id="{F732B565-A997-441E-8A90-D7244D4640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B48256-1361-4439-939D-C4FA340FF627}"/>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2334634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8F8F-7953-4A5C-9877-64F0D08817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B8E733-6006-4741-829F-792200ABBC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DD9664-357F-4A4B-8E31-A5EE1D185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EF324-52C1-44A5-BB9C-7E65FE381CBD}"/>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6" name="Footer Placeholder 5">
            <a:extLst>
              <a:ext uri="{FF2B5EF4-FFF2-40B4-BE49-F238E27FC236}">
                <a16:creationId xmlns:a16="http://schemas.microsoft.com/office/drawing/2014/main" id="{CCC5D56F-5237-4557-9D93-2CA45415DD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604664-59D0-45D5-AC9B-45C24E3B7824}"/>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124509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BDEBD-22A5-4A32-BDB4-9BA4A23759E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372074-9D07-45BB-A4FB-6658E557EA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912CFA-4AD5-4926-8BE7-3F83D3A5AE6D}"/>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5" name="Footer Placeholder 4">
            <a:extLst>
              <a:ext uri="{FF2B5EF4-FFF2-40B4-BE49-F238E27FC236}">
                <a16:creationId xmlns:a16="http://schemas.microsoft.com/office/drawing/2014/main" id="{B730C52F-9D40-4D77-9E3E-A1A27A6667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083BE4-84ED-4C0C-A4A3-89D68CBC0114}"/>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1279545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0E6F9E-CC17-4575-AEE3-BC5D121648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447552-D187-4674-938B-A68388FD4E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AC083B-5E42-4B7C-B481-FBFFC7C296DD}"/>
              </a:ext>
            </a:extLst>
          </p:cNvPr>
          <p:cNvSpPr>
            <a:spLocks noGrp="1"/>
          </p:cNvSpPr>
          <p:nvPr>
            <p:ph type="dt" sz="half" idx="10"/>
          </p:nvPr>
        </p:nvSpPr>
        <p:spPr/>
        <p:txBody>
          <a:bodyPr/>
          <a:lstStyle/>
          <a:p>
            <a:fld id="{2039D42C-11B1-43E9-8F14-3B7DF07CA2BE}" type="datetimeFigureOut">
              <a:rPr lang="en-IN" smtClean="0"/>
              <a:t>11-08-2025</a:t>
            </a:fld>
            <a:endParaRPr lang="en-IN"/>
          </a:p>
        </p:txBody>
      </p:sp>
      <p:sp>
        <p:nvSpPr>
          <p:cNvPr id="5" name="Footer Placeholder 4">
            <a:extLst>
              <a:ext uri="{FF2B5EF4-FFF2-40B4-BE49-F238E27FC236}">
                <a16:creationId xmlns:a16="http://schemas.microsoft.com/office/drawing/2014/main" id="{619B4709-D31D-46AA-903C-FDD8FBAF5D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63E058-2675-4A68-81B2-C9EF01280FB5}"/>
              </a:ext>
            </a:extLst>
          </p:cNvPr>
          <p:cNvSpPr>
            <a:spLocks noGrp="1"/>
          </p:cNvSpPr>
          <p:nvPr>
            <p:ph type="sldNum" sz="quarter" idx="12"/>
          </p:nvPr>
        </p:nvSpPr>
        <p:spPr/>
        <p:txBody>
          <a:bodyPr/>
          <a:lstStyle/>
          <a:p>
            <a:fld id="{202CC2F4-4D59-42DE-ADF2-38A921F1E947}" type="slidenum">
              <a:rPr lang="en-IN" smtClean="0"/>
              <a:t>‹#›</a:t>
            </a:fld>
            <a:endParaRPr lang="en-IN"/>
          </a:p>
        </p:txBody>
      </p:sp>
    </p:spTree>
    <p:extLst>
      <p:ext uri="{BB962C8B-B14F-4D97-AF65-F5344CB8AC3E}">
        <p14:creationId xmlns:p14="http://schemas.microsoft.com/office/powerpoint/2010/main" val="2291324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2E7E8A-D1BE-4F8C-8D13-19C9476B0C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F3D4DA-6681-4572-83E3-4A0CE2B090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BADBE0-FC12-49B3-BDB1-4DD9A860A1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39D42C-11B1-43E9-8F14-3B7DF07CA2BE}" type="datetimeFigureOut">
              <a:rPr lang="en-IN" smtClean="0"/>
              <a:t>11-08-2025</a:t>
            </a:fld>
            <a:endParaRPr lang="en-IN"/>
          </a:p>
        </p:txBody>
      </p:sp>
      <p:sp>
        <p:nvSpPr>
          <p:cNvPr id="5" name="Footer Placeholder 4">
            <a:extLst>
              <a:ext uri="{FF2B5EF4-FFF2-40B4-BE49-F238E27FC236}">
                <a16:creationId xmlns:a16="http://schemas.microsoft.com/office/drawing/2014/main" id="{6EA31D9A-15EB-4074-A4AD-8DB2F1C79B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0FFCC3-9B38-47B0-8E0A-47413A2F08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2CC2F4-4D59-42DE-ADF2-38A921F1E947}" type="slidenum">
              <a:rPr lang="en-IN" smtClean="0"/>
              <a:t>‹#›</a:t>
            </a:fld>
            <a:endParaRPr lang="en-IN"/>
          </a:p>
        </p:txBody>
      </p:sp>
    </p:spTree>
    <p:extLst>
      <p:ext uri="{BB962C8B-B14F-4D97-AF65-F5344CB8AC3E}">
        <p14:creationId xmlns:p14="http://schemas.microsoft.com/office/powerpoint/2010/main" val="971613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5.xml"/><Relationship Id="rId17" Type="http://schemas.openxmlformats.org/officeDocument/2006/relationships/image" Target="../media/image11.png"/><Relationship Id="rId2" Type="http://schemas.openxmlformats.org/officeDocument/2006/relationships/image" Target="../media/image3.pn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7.png"/><Relationship Id="rId14" Type="http://schemas.openxmlformats.org/officeDocument/2006/relationships/customXml" Target="../ink/ink6.xml"/></Relationships>
</file>

<file path=ppt/slides/_rels/slide3.xml.rels><?xml version="1.0" encoding="UTF-8" standalone="yes"?>
<Relationships xmlns="http://schemas.openxmlformats.org/package/2006/relationships"><Relationship Id="rId8" Type="http://schemas.openxmlformats.org/officeDocument/2006/relationships/customXml" Target="../ink/ink10.xml"/><Relationship Id="rId13" Type="http://schemas.openxmlformats.org/officeDocument/2006/relationships/image" Target="../media/image17.png"/><Relationship Id="rId18" Type="http://schemas.openxmlformats.org/officeDocument/2006/relationships/customXml" Target="../ink/ink15.xml"/><Relationship Id="rId26" Type="http://schemas.openxmlformats.org/officeDocument/2006/relationships/customXml" Target="../ink/ink19.xml"/><Relationship Id="rId3" Type="http://schemas.openxmlformats.org/officeDocument/2006/relationships/image" Target="../media/image4.png"/><Relationship Id="rId21"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customXml" Target="../ink/ink12.xml"/><Relationship Id="rId17" Type="http://schemas.openxmlformats.org/officeDocument/2006/relationships/image" Target="../media/image19.png"/><Relationship Id="rId25" Type="http://schemas.openxmlformats.org/officeDocument/2006/relationships/image" Target="../media/image23.png"/><Relationship Id="rId2" Type="http://schemas.openxmlformats.org/officeDocument/2006/relationships/image" Target="../media/image12.png"/><Relationship Id="rId16" Type="http://schemas.openxmlformats.org/officeDocument/2006/relationships/customXml" Target="../ink/ink14.xml"/><Relationship Id="rId20"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customXml" Target="../ink/ink9.xml"/><Relationship Id="rId11" Type="http://schemas.openxmlformats.org/officeDocument/2006/relationships/image" Target="../media/image16.png"/><Relationship Id="rId24" Type="http://schemas.openxmlformats.org/officeDocument/2006/relationships/customXml" Target="../ink/ink18.xml"/><Relationship Id="rId5" Type="http://schemas.openxmlformats.org/officeDocument/2006/relationships/image" Target="../media/image13.png"/><Relationship Id="rId15" Type="http://schemas.openxmlformats.org/officeDocument/2006/relationships/image" Target="../media/image18.png"/><Relationship Id="rId23" Type="http://schemas.openxmlformats.org/officeDocument/2006/relationships/image" Target="../media/image22.png"/><Relationship Id="rId10" Type="http://schemas.openxmlformats.org/officeDocument/2006/relationships/customXml" Target="../ink/ink11.xml"/><Relationship Id="rId19" Type="http://schemas.openxmlformats.org/officeDocument/2006/relationships/image" Target="../media/image20.png"/><Relationship Id="rId4" Type="http://schemas.openxmlformats.org/officeDocument/2006/relationships/customXml" Target="../ink/ink8.xml"/><Relationship Id="rId9" Type="http://schemas.openxmlformats.org/officeDocument/2006/relationships/image" Target="../media/image15.png"/><Relationship Id="rId14" Type="http://schemas.openxmlformats.org/officeDocument/2006/relationships/customXml" Target="../ink/ink13.xml"/><Relationship Id="rId22" Type="http://schemas.openxmlformats.org/officeDocument/2006/relationships/customXml" Target="../ink/ink17.xml"/><Relationship Id="rId27"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customXml" Target="../ink/ink22.xml"/><Relationship Id="rId13"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customXml" Target="../ink/ink24.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customXml" Target="../ink/ink21.xml"/><Relationship Id="rId11" Type="http://schemas.openxmlformats.org/officeDocument/2006/relationships/image" Target="../media/image29.png"/><Relationship Id="rId5" Type="http://schemas.openxmlformats.org/officeDocument/2006/relationships/image" Target="../media/image26.png"/><Relationship Id="rId15" Type="http://schemas.openxmlformats.org/officeDocument/2006/relationships/image" Target="../media/image31.png"/><Relationship Id="rId10" Type="http://schemas.openxmlformats.org/officeDocument/2006/relationships/customXml" Target="../ink/ink23.xml"/><Relationship Id="rId4" Type="http://schemas.openxmlformats.org/officeDocument/2006/relationships/customXml" Target="../ink/ink20.xml"/><Relationship Id="rId9" Type="http://schemas.openxmlformats.org/officeDocument/2006/relationships/image" Target="../media/image28.png"/><Relationship Id="rId14" Type="http://schemas.openxmlformats.org/officeDocument/2006/relationships/customXml" Target="../ink/ink25.xml"/></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customXml" Target="../ink/ink31.xml"/><Relationship Id="rId18" Type="http://schemas.openxmlformats.org/officeDocument/2006/relationships/image" Target="../media/image40.png"/><Relationship Id="rId3" Type="http://schemas.openxmlformats.org/officeDocument/2006/relationships/customXml" Target="../ink/ink26.xml"/><Relationship Id="rId7" Type="http://schemas.openxmlformats.org/officeDocument/2006/relationships/customXml" Target="../ink/ink28.xml"/><Relationship Id="rId12" Type="http://schemas.openxmlformats.org/officeDocument/2006/relationships/image" Target="../media/image37.png"/><Relationship Id="rId17" Type="http://schemas.openxmlformats.org/officeDocument/2006/relationships/customXml" Target="../ink/ink33.xml"/><Relationship Id="rId2" Type="http://schemas.openxmlformats.org/officeDocument/2006/relationships/image" Target="../media/image32.png"/><Relationship Id="rId16"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customXml" Target="../ink/ink30.xml"/><Relationship Id="rId5" Type="http://schemas.openxmlformats.org/officeDocument/2006/relationships/customXml" Target="../ink/ink27.xml"/><Relationship Id="rId15" Type="http://schemas.openxmlformats.org/officeDocument/2006/relationships/customXml" Target="../ink/ink32.xml"/><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customXml" Target="../ink/ink29.xml"/><Relationship Id="rId1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35.xml"/><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8" Type="http://schemas.openxmlformats.org/officeDocument/2006/relationships/customXml" Target="../ink/ink38.xml"/><Relationship Id="rId13"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7.png"/><Relationship Id="rId12" Type="http://schemas.openxmlformats.org/officeDocument/2006/relationships/customXml" Target="../ink/ink40.xml"/><Relationship Id="rId17" Type="http://schemas.openxmlformats.org/officeDocument/2006/relationships/image" Target="../media/image52.png"/><Relationship Id="rId2" Type="http://schemas.openxmlformats.org/officeDocument/2006/relationships/image" Target="../media/image44.png"/><Relationship Id="rId16" Type="http://schemas.openxmlformats.org/officeDocument/2006/relationships/customXml" Target="../ink/ink42.xml"/><Relationship Id="rId1" Type="http://schemas.openxmlformats.org/officeDocument/2006/relationships/slideLayout" Target="../slideLayouts/slideLayout2.xml"/><Relationship Id="rId6" Type="http://schemas.openxmlformats.org/officeDocument/2006/relationships/customXml" Target="../ink/ink37.xml"/><Relationship Id="rId11" Type="http://schemas.openxmlformats.org/officeDocument/2006/relationships/image" Target="../media/image49.png"/><Relationship Id="rId5" Type="http://schemas.openxmlformats.org/officeDocument/2006/relationships/image" Target="../media/image46.png"/><Relationship Id="rId15" Type="http://schemas.openxmlformats.org/officeDocument/2006/relationships/image" Target="../media/image51.png"/><Relationship Id="rId10" Type="http://schemas.openxmlformats.org/officeDocument/2006/relationships/customXml" Target="../ink/ink39.xml"/><Relationship Id="rId4" Type="http://schemas.openxmlformats.org/officeDocument/2006/relationships/customXml" Target="../ink/ink36.xml"/><Relationship Id="rId9" Type="http://schemas.openxmlformats.org/officeDocument/2006/relationships/image" Target="../media/image48.png"/><Relationship Id="rId14" Type="http://schemas.openxmlformats.org/officeDocument/2006/relationships/customXml" Target="../ink/ink41.xml"/></Relationships>
</file>

<file path=ppt/slides/_rels/slide8.xml.rels><?xml version="1.0" encoding="UTF-8" standalone="yes"?>
<Relationships xmlns="http://schemas.openxmlformats.org/package/2006/relationships"><Relationship Id="rId13" Type="http://schemas.openxmlformats.org/officeDocument/2006/relationships/image" Target="../media/image59.png"/><Relationship Id="rId18" Type="http://schemas.openxmlformats.org/officeDocument/2006/relationships/customXml" Target="../ink/ink50.xml"/><Relationship Id="rId26" Type="http://schemas.openxmlformats.org/officeDocument/2006/relationships/customXml" Target="../ink/ink54.xml"/><Relationship Id="rId3" Type="http://schemas.openxmlformats.org/officeDocument/2006/relationships/image" Target="../media/image54.png"/><Relationship Id="rId21" Type="http://schemas.openxmlformats.org/officeDocument/2006/relationships/image" Target="../media/image63.png"/><Relationship Id="rId34" Type="http://schemas.openxmlformats.org/officeDocument/2006/relationships/customXml" Target="../ink/ink58.xml"/><Relationship Id="rId7" Type="http://schemas.openxmlformats.org/officeDocument/2006/relationships/image" Target="../media/image56.png"/><Relationship Id="rId12" Type="http://schemas.openxmlformats.org/officeDocument/2006/relationships/customXml" Target="../ink/ink47.xml"/><Relationship Id="rId17" Type="http://schemas.openxmlformats.org/officeDocument/2006/relationships/image" Target="../media/image61.png"/><Relationship Id="rId25" Type="http://schemas.openxmlformats.org/officeDocument/2006/relationships/image" Target="../media/image65.png"/><Relationship Id="rId33" Type="http://schemas.openxmlformats.org/officeDocument/2006/relationships/image" Target="../media/image69.png"/><Relationship Id="rId2" Type="http://schemas.openxmlformats.org/officeDocument/2006/relationships/image" Target="../media/image53.png"/><Relationship Id="rId16" Type="http://schemas.openxmlformats.org/officeDocument/2006/relationships/customXml" Target="../ink/ink49.xml"/><Relationship Id="rId20" Type="http://schemas.openxmlformats.org/officeDocument/2006/relationships/customXml" Target="../ink/ink51.xml"/><Relationship Id="rId29"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customXml" Target="../ink/ink44.xml"/><Relationship Id="rId11" Type="http://schemas.openxmlformats.org/officeDocument/2006/relationships/image" Target="../media/image58.png"/><Relationship Id="rId24" Type="http://schemas.openxmlformats.org/officeDocument/2006/relationships/customXml" Target="../ink/ink53.xml"/><Relationship Id="rId32" Type="http://schemas.openxmlformats.org/officeDocument/2006/relationships/customXml" Target="../ink/ink57.xml"/><Relationship Id="rId5" Type="http://schemas.openxmlformats.org/officeDocument/2006/relationships/image" Target="../media/image55.png"/><Relationship Id="rId15" Type="http://schemas.openxmlformats.org/officeDocument/2006/relationships/image" Target="../media/image60.png"/><Relationship Id="rId23" Type="http://schemas.openxmlformats.org/officeDocument/2006/relationships/image" Target="../media/image64.png"/><Relationship Id="rId28" Type="http://schemas.openxmlformats.org/officeDocument/2006/relationships/customXml" Target="../ink/ink55.xml"/><Relationship Id="rId10" Type="http://schemas.openxmlformats.org/officeDocument/2006/relationships/customXml" Target="../ink/ink46.xml"/><Relationship Id="rId19" Type="http://schemas.openxmlformats.org/officeDocument/2006/relationships/image" Target="../media/image62.png"/><Relationship Id="rId31" Type="http://schemas.openxmlformats.org/officeDocument/2006/relationships/image" Target="../media/image68.png"/><Relationship Id="rId4" Type="http://schemas.openxmlformats.org/officeDocument/2006/relationships/customXml" Target="../ink/ink43.xml"/><Relationship Id="rId9" Type="http://schemas.openxmlformats.org/officeDocument/2006/relationships/image" Target="../media/image57.png"/><Relationship Id="rId14" Type="http://schemas.openxmlformats.org/officeDocument/2006/relationships/customXml" Target="../ink/ink48.xml"/><Relationship Id="rId22" Type="http://schemas.openxmlformats.org/officeDocument/2006/relationships/customXml" Target="../ink/ink52.xml"/><Relationship Id="rId27" Type="http://schemas.openxmlformats.org/officeDocument/2006/relationships/image" Target="../media/image66.png"/><Relationship Id="rId30" Type="http://schemas.openxmlformats.org/officeDocument/2006/relationships/customXml" Target="../ink/ink56.xml"/><Relationship Id="rId35" Type="http://schemas.openxmlformats.org/officeDocument/2006/relationships/image" Target="../media/image70.png"/><Relationship Id="rId8" Type="http://schemas.openxmlformats.org/officeDocument/2006/relationships/customXml" Target="../ink/ink45.xml"/></Relationships>
</file>

<file path=ppt/slides/_rels/slide9.xml.rels><?xml version="1.0" encoding="UTF-8" standalone="yes"?>
<Relationships xmlns="http://schemas.openxmlformats.org/package/2006/relationships"><Relationship Id="rId8" Type="http://schemas.openxmlformats.org/officeDocument/2006/relationships/customXml" Target="../ink/ink61.xml"/><Relationship Id="rId13" Type="http://schemas.openxmlformats.org/officeDocument/2006/relationships/image" Target="../media/image77.png"/><Relationship Id="rId18" Type="http://schemas.openxmlformats.org/officeDocument/2006/relationships/customXml" Target="../ink/ink66.xml"/><Relationship Id="rId3" Type="http://schemas.openxmlformats.org/officeDocument/2006/relationships/image" Target="../media/image72.png"/><Relationship Id="rId21" Type="http://schemas.openxmlformats.org/officeDocument/2006/relationships/image" Target="../media/image81.png"/><Relationship Id="rId7" Type="http://schemas.openxmlformats.org/officeDocument/2006/relationships/image" Target="../media/image74.png"/><Relationship Id="rId12" Type="http://schemas.openxmlformats.org/officeDocument/2006/relationships/customXml" Target="../ink/ink63.xml"/><Relationship Id="rId17" Type="http://schemas.openxmlformats.org/officeDocument/2006/relationships/image" Target="../media/image79.png"/><Relationship Id="rId2" Type="http://schemas.openxmlformats.org/officeDocument/2006/relationships/image" Target="../media/image71.png"/><Relationship Id="rId16" Type="http://schemas.openxmlformats.org/officeDocument/2006/relationships/customXml" Target="../ink/ink65.xml"/><Relationship Id="rId20" Type="http://schemas.openxmlformats.org/officeDocument/2006/relationships/customXml" Target="../ink/ink67.xml"/><Relationship Id="rId1" Type="http://schemas.openxmlformats.org/officeDocument/2006/relationships/slideLayout" Target="../slideLayouts/slideLayout2.xml"/><Relationship Id="rId6" Type="http://schemas.openxmlformats.org/officeDocument/2006/relationships/customXml" Target="../ink/ink60.xml"/><Relationship Id="rId11" Type="http://schemas.openxmlformats.org/officeDocument/2006/relationships/image" Target="../media/image76.png"/><Relationship Id="rId5" Type="http://schemas.openxmlformats.org/officeDocument/2006/relationships/image" Target="../media/image73.png"/><Relationship Id="rId15" Type="http://schemas.openxmlformats.org/officeDocument/2006/relationships/image" Target="../media/image78.png"/><Relationship Id="rId10" Type="http://schemas.openxmlformats.org/officeDocument/2006/relationships/customXml" Target="../ink/ink62.xml"/><Relationship Id="rId19" Type="http://schemas.openxmlformats.org/officeDocument/2006/relationships/image" Target="../media/image80.png"/><Relationship Id="rId4" Type="http://schemas.openxmlformats.org/officeDocument/2006/relationships/customXml" Target="../ink/ink59.xml"/><Relationship Id="rId9" Type="http://schemas.openxmlformats.org/officeDocument/2006/relationships/image" Target="../media/image75.png"/><Relationship Id="rId14" Type="http://schemas.openxmlformats.org/officeDocument/2006/relationships/customXml" Target="../ink/ink64.xml"/></Relationships>
</file>

<file path=ppt/slides/_rels/slide10.xml.rels><?xml version="1.0" encoding="UTF-8" standalone="yes"?>
<Relationships xmlns="http://schemas.openxmlformats.org/package/2006/relationships"><Relationship Id="rId8" Type="http://schemas.openxmlformats.org/officeDocument/2006/relationships/customXml" Target="../ink/ink70.xml"/><Relationship Id="rId13" Type="http://schemas.openxmlformats.org/officeDocument/2006/relationships/image" Target="../media/image88.png"/><Relationship Id="rId18" Type="http://schemas.openxmlformats.org/officeDocument/2006/relationships/customXml" Target="../ink/ink75.xml"/><Relationship Id="rId26" Type="http://schemas.openxmlformats.org/officeDocument/2006/relationships/customXml" Target="../ink/ink79.xml"/><Relationship Id="rId3" Type="http://schemas.openxmlformats.org/officeDocument/2006/relationships/image" Target="../media/image83.png"/><Relationship Id="rId21" Type="http://schemas.openxmlformats.org/officeDocument/2006/relationships/image" Target="../media/image92.png"/><Relationship Id="rId7" Type="http://schemas.openxmlformats.org/officeDocument/2006/relationships/image" Target="../media/image85.png"/><Relationship Id="rId12" Type="http://schemas.openxmlformats.org/officeDocument/2006/relationships/customXml" Target="../ink/ink72.xml"/><Relationship Id="rId17" Type="http://schemas.openxmlformats.org/officeDocument/2006/relationships/image" Target="../media/image90.png"/><Relationship Id="rId25" Type="http://schemas.openxmlformats.org/officeDocument/2006/relationships/image" Target="../media/image94.png"/><Relationship Id="rId2" Type="http://schemas.openxmlformats.org/officeDocument/2006/relationships/image" Target="../media/image82.png"/><Relationship Id="rId16" Type="http://schemas.openxmlformats.org/officeDocument/2006/relationships/customXml" Target="../ink/ink74.xml"/><Relationship Id="rId20" Type="http://schemas.openxmlformats.org/officeDocument/2006/relationships/customXml" Target="../ink/ink76.xml"/><Relationship Id="rId29" Type="http://schemas.openxmlformats.org/officeDocument/2006/relationships/image" Target="../media/image96.png"/><Relationship Id="rId1" Type="http://schemas.openxmlformats.org/officeDocument/2006/relationships/slideLayout" Target="../slideLayouts/slideLayout7.xml"/><Relationship Id="rId6" Type="http://schemas.openxmlformats.org/officeDocument/2006/relationships/customXml" Target="../ink/ink69.xml"/><Relationship Id="rId11" Type="http://schemas.openxmlformats.org/officeDocument/2006/relationships/image" Target="../media/image87.png"/><Relationship Id="rId24" Type="http://schemas.openxmlformats.org/officeDocument/2006/relationships/customXml" Target="../ink/ink78.xml"/><Relationship Id="rId5" Type="http://schemas.openxmlformats.org/officeDocument/2006/relationships/image" Target="../media/image84.png"/><Relationship Id="rId15" Type="http://schemas.openxmlformats.org/officeDocument/2006/relationships/image" Target="../media/image89.png"/><Relationship Id="rId23" Type="http://schemas.openxmlformats.org/officeDocument/2006/relationships/image" Target="../media/image93.png"/><Relationship Id="rId28" Type="http://schemas.openxmlformats.org/officeDocument/2006/relationships/customXml" Target="../ink/ink80.xml"/><Relationship Id="rId10" Type="http://schemas.openxmlformats.org/officeDocument/2006/relationships/customXml" Target="../ink/ink71.xml"/><Relationship Id="rId19" Type="http://schemas.openxmlformats.org/officeDocument/2006/relationships/image" Target="../media/image91.png"/><Relationship Id="rId4" Type="http://schemas.openxmlformats.org/officeDocument/2006/relationships/customXml" Target="../ink/ink68.xml"/><Relationship Id="rId9" Type="http://schemas.openxmlformats.org/officeDocument/2006/relationships/image" Target="../media/image86.png"/><Relationship Id="rId14" Type="http://schemas.openxmlformats.org/officeDocument/2006/relationships/customXml" Target="../ink/ink73.xml"/><Relationship Id="rId22" Type="http://schemas.openxmlformats.org/officeDocument/2006/relationships/customXml" Target="../ink/ink77.xml"/><Relationship Id="rId27" Type="http://schemas.openxmlformats.org/officeDocument/2006/relationships/image" Target="../media/image95.png"/></Relationships>
</file>

<file path=ppt/slides/_rels/slide11.xml.rels><?xml version="1.0" encoding="UTF-8" standalone="yes"?>
<Relationships xmlns="http://schemas.openxmlformats.org/package/2006/relationships"><Relationship Id="rId8" Type="http://schemas.openxmlformats.org/officeDocument/2006/relationships/customXml" Target="../ink/ink83.xml"/><Relationship Id="rId3" Type="http://schemas.openxmlformats.org/officeDocument/2006/relationships/image" Target="../media/image98.png"/><Relationship Id="rId7" Type="http://schemas.openxmlformats.org/officeDocument/2006/relationships/image" Target="../media/image100.png"/><Relationship Id="rId2" Type="http://schemas.openxmlformats.org/officeDocument/2006/relationships/image" Target="../media/image97.png"/><Relationship Id="rId1" Type="http://schemas.openxmlformats.org/officeDocument/2006/relationships/slideLayout" Target="../slideLayouts/slideLayout7.xml"/><Relationship Id="rId6" Type="http://schemas.openxmlformats.org/officeDocument/2006/relationships/customXml" Target="../ink/ink82.xml"/><Relationship Id="rId5" Type="http://schemas.openxmlformats.org/officeDocument/2006/relationships/image" Target="../media/image99.png"/><Relationship Id="rId4" Type="http://schemas.openxmlformats.org/officeDocument/2006/relationships/customXml" Target="../ink/ink81.xml"/><Relationship Id="rId9" Type="http://schemas.openxmlformats.org/officeDocument/2006/relationships/image" Target="../media/image101.png"/></Relationships>
</file>

<file path=ppt/slides/_rels/slide1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 Id="rId5" Type="http://schemas.openxmlformats.org/officeDocument/2006/relationships/image" Target="../media/image105.png"/><Relationship Id="rId4" Type="http://schemas.openxmlformats.org/officeDocument/2006/relationships/image" Target="../media/image104.png"/></Relationships>
</file>

<file path=ppt/slides/_rels/slide1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9.svg"/><Relationship Id="rId2" Type="http://schemas.openxmlformats.org/officeDocument/2006/relationships/image" Target="../media/image10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38EBC2-0B11-4732-8715-799409C4A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E3C5560-7A9C-489F-9148-18C5E1D0F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A37A88A-CF21-4331-BFA7-13AD603DA985}"/>
              </a:ext>
            </a:extLst>
          </p:cNvPr>
          <p:cNvSpPr>
            <a:spLocks noGrp="1"/>
          </p:cNvSpPr>
          <p:nvPr>
            <p:ph type="ctrTitle"/>
          </p:nvPr>
        </p:nvSpPr>
        <p:spPr>
          <a:xfrm>
            <a:off x="1578043" y="590062"/>
            <a:ext cx="5309140" cy="2838938"/>
          </a:xfrm>
        </p:spPr>
        <p:txBody>
          <a:bodyPr>
            <a:normAutofit/>
          </a:bodyPr>
          <a:lstStyle/>
          <a:p>
            <a:pPr algn="l"/>
            <a:r>
              <a:rPr lang="en-IN" sz="4800" dirty="0">
                <a:solidFill>
                  <a:srgbClr val="FFFFFF"/>
                </a:solidFill>
              </a:rPr>
              <a:t>Different Statistical Performance Metric for Regression</a:t>
            </a:r>
          </a:p>
        </p:txBody>
      </p:sp>
      <p:cxnSp>
        <p:nvCxnSpPr>
          <p:cNvPr id="21" name="Straight Connector 20">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01262" y="3496322"/>
            <a:ext cx="0" cy="335280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pic>
        <p:nvPicPr>
          <p:cNvPr id="7" name="Graphic 6" descr="Bar chart">
            <a:extLst>
              <a:ext uri="{FF2B5EF4-FFF2-40B4-BE49-F238E27FC236}">
                <a16:creationId xmlns:a16="http://schemas.microsoft.com/office/drawing/2014/main" id="{74F19624-778B-4A89-A978-A7365475E8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99437" y="2364538"/>
            <a:ext cx="3948572" cy="3948572"/>
          </a:xfrm>
          <a:prstGeom prst="rect">
            <a:avLst/>
          </a:prstGeom>
        </p:spPr>
      </p:pic>
      <p:sp>
        <p:nvSpPr>
          <p:cNvPr id="23"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20768" y="2295928"/>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5"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29518" y="2756007"/>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7"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58003" y="6344837"/>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636869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3115884"/>
          </a:xfrm>
        </p:spPr>
        <p:txBody>
          <a:bodyPr anchor="ctr">
            <a:normAutofit/>
          </a:bodyPr>
          <a:lstStyle/>
          <a:p>
            <a:pPr marL="0" indent="0" algn="just">
              <a:buNone/>
            </a:pPr>
            <a:r>
              <a:rPr lang="en-IN" sz="1800" b="1" i="0" dirty="0">
                <a:solidFill>
                  <a:srgbClr val="222222"/>
                </a:solidFill>
                <a:effectLst/>
                <a:latin typeface="Times New Roman" panose="02020603050405020304" pitchFamily="18" charset="0"/>
                <a:cs typeface="Times New Roman" panose="02020603050405020304" pitchFamily="18" charset="0"/>
              </a:rPr>
              <a:t>1. Mean Absolute Error (MAE)</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Mean Absolute Error is the average of the difference between the original value and the predicted value. It gives you the measure of how far the predictions are from the actual output and obviously, you would want to minimize it. However, it doesn’t give you an idea of the direction of the error since you are taking only the absolute values. It is most Robust to outliers.</a:t>
            </a:r>
          </a:p>
          <a:p>
            <a:pPr marL="0" indent="0">
              <a:buNone/>
            </a:pPr>
            <a:endParaRPr lang="en-US" sz="1600" b="0" i="0" dirty="0">
              <a:solidFill>
                <a:srgbClr val="222222"/>
              </a:solidFill>
              <a:effectLst/>
              <a:latin typeface="Lato" panose="020F0502020204030203" pitchFamily="34" charset="0"/>
            </a:endParaRPr>
          </a:p>
          <a:p>
            <a:pPr marL="0" indent="0">
              <a:buNone/>
            </a:pPr>
            <a:endParaRPr lang="en-IN" sz="2400" dirty="0"/>
          </a:p>
        </p:txBody>
      </p:sp>
      <p:pic>
        <p:nvPicPr>
          <p:cNvPr id="7" name="Picture 6" descr="A picture containing text, clock&#10;&#10;Description automatically generated">
            <a:extLst>
              <a:ext uri="{FF2B5EF4-FFF2-40B4-BE49-F238E27FC236}">
                <a16:creationId xmlns:a16="http://schemas.microsoft.com/office/drawing/2014/main" id="{B77827A8-87E0-4171-9532-61CCFA8EDA3C}"/>
              </a:ext>
            </a:extLst>
          </p:cNvPr>
          <p:cNvPicPr>
            <a:picLocks noChangeAspect="1"/>
          </p:cNvPicPr>
          <p:nvPr/>
        </p:nvPicPr>
        <p:blipFill>
          <a:blip r:embed="rId2"/>
          <a:stretch>
            <a:fillRect/>
          </a:stretch>
        </p:blipFill>
        <p:spPr>
          <a:xfrm>
            <a:off x="4326849" y="4592352"/>
            <a:ext cx="3238500" cy="923925"/>
          </a:xfrm>
          <a:prstGeom prst="rect">
            <a:avLst/>
          </a:prstGeom>
        </p:spPr>
      </p:pic>
      <p:pic>
        <p:nvPicPr>
          <p:cNvPr id="10" name="Picture 9" descr="Graphical user interface, text, application&#10;&#10;Description automatically generated">
            <a:extLst>
              <a:ext uri="{FF2B5EF4-FFF2-40B4-BE49-F238E27FC236}">
                <a16:creationId xmlns:a16="http://schemas.microsoft.com/office/drawing/2014/main" id="{4CCAF542-034D-4C12-A029-386DB9715172}"/>
              </a:ext>
            </a:extLst>
          </p:cNvPr>
          <p:cNvPicPr>
            <a:picLocks noChangeAspect="1"/>
          </p:cNvPicPr>
          <p:nvPr/>
        </p:nvPicPr>
        <p:blipFill>
          <a:blip r:embed="rId3"/>
          <a:stretch>
            <a:fillRect/>
          </a:stretch>
        </p:blipFill>
        <p:spPr>
          <a:xfrm>
            <a:off x="7749382" y="4463492"/>
            <a:ext cx="3238500" cy="1853418"/>
          </a:xfrm>
          <a:prstGeom prst="rect">
            <a:avLst/>
          </a:prstGeom>
        </p:spPr>
      </p:pic>
      <p:sp>
        <p:nvSpPr>
          <p:cNvPr id="16" name="TextBox 15">
            <a:extLst>
              <a:ext uri="{FF2B5EF4-FFF2-40B4-BE49-F238E27FC236}">
                <a16:creationId xmlns:a16="http://schemas.microsoft.com/office/drawing/2014/main" id="{C03E6B3E-0A4B-4DBA-A8E0-07BA38CF20A7}"/>
              </a:ext>
            </a:extLst>
          </p:cNvPr>
          <p:cNvSpPr txBox="1"/>
          <p:nvPr/>
        </p:nvSpPr>
        <p:spPr>
          <a:xfrm>
            <a:off x="1394635" y="5703545"/>
            <a:ext cx="6093500" cy="923330"/>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Demerits: </a:t>
            </a:r>
            <a:r>
              <a:rPr lang="en-US" dirty="0">
                <a:latin typeface="Times New Roman" panose="02020603050405020304" pitchFamily="18" charset="0"/>
                <a:cs typeface="Times New Roman" panose="02020603050405020304" pitchFamily="18" charset="0"/>
              </a:rPr>
              <a:t>The graph of MAE is not differentiable so we have to apply various optimizers like Gradient descent which can be differentiable.</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B012361-C280-D296-43E7-7B57E0F5EB2A}"/>
                  </a:ext>
                </a:extLst>
              </p14:cNvPr>
              <p14:cNvContentPartPr/>
              <p14:nvPr/>
            </p14:nvContentPartPr>
            <p14:xfrm>
              <a:off x="1905964" y="3294248"/>
              <a:ext cx="661680" cy="19800"/>
            </p14:xfrm>
          </p:contentPart>
        </mc:Choice>
        <mc:Fallback>
          <p:pic>
            <p:nvPicPr>
              <p:cNvPr id="2" name="Ink 1">
                <a:extLst>
                  <a:ext uri="{FF2B5EF4-FFF2-40B4-BE49-F238E27FC236}">
                    <a16:creationId xmlns:a16="http://schemas.microsoft.com/office/drawing/2014/main" id="{1B012361-C280-D296-43E7-7B57E0F5EB2A}"/>
                  </a:ext>
                </a:extLst>
              </p:cNvPr>
              <p:cNvPicPr/>
              <p:nvPr/>
            </p:nvPicPr>
            <p:blipFill>
              <a:blip r:embed="rId5"/>
              <a:stretch>
                <a:fillRect/>
              </a:stretch>
            </p:blipFill>
            <p:spPr>
              <a:xfrm>
                <a:off x="1897324" y="3285608"/>
                <a:ext cx="67932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A837F8BB-C58A-54DB-8047-1CBC543E8D18}"/>
                  </a:ext>
                </a:extLst>
              </p14:cNvPr>
              <p14:cNvContentPartPr/>
              <p14:nvPr/>
            </p14:nvContentPartPr>
            <p14:xfrm>
              <a:off x="3720004" y="5091728"/>
              <a:ext cx="370440" cy="159840"/>
            </p14:xfrm>
          </p:contentPart>
        </mc:Choice>
        <mc:Fallback>
          <p:pic>
            <p:nvPicPr>
              <p:cNvPr id="5" name="Ink 4">
                <a:extLst>
                  <a:ext uri="{FF2B5EF4-FFF2-40B4-BE49-F238E27FC236}">
                    <a16:creationId xmlns:a16="http://schemas.microsoft.com/office/drawing/2014/main" id="{A837F8BB-C58A-54DB-8047-1CBC543E8D18}"/>
                  </a:ext>
                </a:extLst>
              </p:cNvPr>
              <p:cNvPicPr/>
              <p:nvPr/>
            </p:nvPicPr>
            <p:blipFill>
              <a:blip r:embed="rId7"/>
              <a:stretch>
                <a:fillRect/>
              </a:stretch>
            </p:blipFill>
            <p:spPr>
              <a:xfrm>
                <a:off x="3711364" y="5082728"/>
                <a:ext cx="3880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89CD1A57-F481-1744-DBA8-70F1792E39D8}"/>
                  </a:ext>
                </a:extLst>
              </p14:cNvPr>
              <p14:cNvContentPartPr/>
              <p14:nvPr/>
            </p14:nvContentPartPr>
            <p14:xfrm>
              <a:off x="6526204" y="5267408"/>
              <a:ext cx="84240" cy="221760"/>
            </p14:xfrm>
          </p:contentPart>
        </mc:Choice>
        <mc:Fallback>
          <p:pic>
            <p:nvPicPr>
              <p:cNvPr id="6" name="Ink 5">
                <a:extLst>
                  <a:ext uri="{FF2B5EF4-FFF2-40B4-BE49-F238E27FC236}">
                    <a16:creationId xmlns:a16="http://schemas.microsoft.com/office/drawing/2014/main" id="{89CD1A57-F481-1744-DBA8-70F1792E39D8}"/>
                  </a:ext>
                </a:extLst>
              </p:cNvPr>
              <p:cNvPicPr/>
              <p:nvPr/>
            </p:nvPicPr>
            <p:blipFill>
              <a:blip r:embed="rId9"/>
              <a:stretch>
                <a:fillRect/>
              </a:stretch>
            </p:blipFill>
            <p:spPr>
              <a:xfrm>
                <a:off x="6517204" y="5258408"/>
                <a:ext cx="101880" cy="239400"/>
              </a:xfrm>
              <a:prstGeom prst="rect">
                <a:avLst/>
              </a:prstGeom>
            </p:spPr>
          </p:pic>
        </mc:Fallback>
      </mc:AlternateContent>
      <p:grpSp>
        <p:nvGrpSpPr>
          <p:cNvPr id="14" name="Group 13">
            <a:extLst>
              <a:ext uri="{FF2B5EF4-FFF2-40B4-BE49-F238E27FC236}">
                <a16:creationId xmlns:a16="http://schemas.microsoft.com/office/drawing/2014/main" id="{4C62D4F6-C777-1266-2CD5-2AB4DF6AF9BC}"/>
              </a:ext>
            </a:extLst>
          </p:cNvPr>
          <p:cNvGrpSpPr/>
          <p:nvPr/>
        </p:nvGrpSpPr>
        <p:grpSpPr>
          <a:xfrm>
            <a:off x="7101124" y="5290088"/>
            <a:ext cx="146520" cy="329760"/>
            <a:chOff x="7101124" y="5290088"/>
            <a:chExt cx="146520" cy="329760"/>
          </a:xfrm>
        </p:grpSpPr>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34F05276-180E-32CB-231F-6D8872009F09}"/>
                    </a:ext>
                  </a:extLst>
                </p14:cNvPr>
                <p14:cNvContentPartPr/>
                <p14:nvPr/>
              </p14:nvContentPartPr>
              <p14:xfrm>
                <a:off x="7104724" y="5299808"/>
                <a:ext cx="71640" cy="320040"/>
              </p14:xfrm>
            </p:contentPart>
          </mc:Choice>
          <mc:Fallback>
            <p:pic>
              <p:nvPicPr>
                <p:cNvPr id="8" name="Ink 7">
                  <a:extLst>
                    <a:ext uri="{FF2B5EF4-FFF2-40B4-BE49-F238E27FC236}">
                      <a16:creationId xmlns:a16="http://schemas.microsoft.com/office/drawing/2014/main" id="{34F05276-180E-32CB-231F-6D8872009F09}"/>
                    </a:ext>
                  </a:extLst>
                </p:cNvPr>
                <p:cNvPicPr/>
                <p:nvPr/>
              </p:nvPicPr>
              <p:blipFill>
                <a:blip r:embed="rId11"/>
                <a:stretch>
                  <a:fillRect/>
                </a:stretch>
              </p:blipFill>
              <p:spPr>
                <a:xfrm>
                  <a:off x="7096084" y="5290808"/>
                  <a:ext cx="8928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58334BA9-E483-F70B-600B-1F65CEB45060}"/>
                    </a:ext>
                  </a:extLst>
                </p14:cNvPr>
                <p14:cNvContentPartPr/>
                <p14:nvPr/>
              </p14:nvContentPartPr>
              <p14:xfrm>
                <a:off x="7101124" y="5290088"/>
                <a:ext cx="146520" cy="81720"/>
              </p14:xfrm>
            </p:contentPart>
          </mc:Choice>
          <mc:Fallback>
            <p:pic>
              <p:nvPicPr>
                <p:cNvPr id="12" name="Ink 11">
                  <a:extLst>
                    <a:ext uri="{FF2B5EF4-FFF2-40B4-BE49-F238E27FC236}">
                      <a16:creationId xmlns:a16="http://schemas.microsoft.com/office/drawing/2014/main" id="{58334BA9-E483-F70B-600B-1F65CEB45060}"/>
                    </a:ext>
                  </a:extLst>
                </p:cNvPr>
                <p:cNvPicPr/>
                <p:nvPr/>
              </p:nvPicPr>
              <p:blipFill>
                <a:blip r:embed="rId13"/>
                <a:stretch>
                  <a:fillRect/>
                </a:stretch>
              </p:blipFill>
              <p:spPr>
                <a:xfrm>
                  <a:off x="7092484" y="5281088"/>
                  <a:ext cx="164160" cy="99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8" name="Ink 17">
                <a:extLst>
                  <a:ext uri="{FF2B5EF4-FFF2-40B4-BE49-F238E27FC236}">
                    <a16:creationId xmlns:a16="http://schemas.microsoft.com/office/drawing/2014/main" id="{C1E4DD44-FFDD-053F-D229-9C4D9A283E4F}"/>
                  </a:ext>
                </a:extLst>
              </p14:cNvPr>
              <p14:cNvContentPartPr/>
              <p14:nvPr/>
            </p14:nvContentPartPr>
            <p14:xfrm>
              <a:off x="6101044" y="5577728"/>
              <a:ext cx="180360" cy="6480"/>
            </p14:xfrm>
          </p:contentPart>
        </mc:Choice>
        <mc:Fallback>
          <p:pic>
            <p:nvPicPr>
              <p:cNvPr id="18" name="Ink 17">
                <a:extLst>
                  <a:ext uri="{FF2B5EF4-FFF2-40B4-BE49-F238E27FC236}">
                    <a16:creationId xmlns:a16="http://schemas.microsoft.com/office/drawing/2014/main" id="{C1E4DD44-FFDD-053F-D229-9C4D9A283E4F}"/>
                  </a:ext>
                </a:extLst>
              </p:cNvPr>
              <p:cNvPicPr/>
              <p:nvPr/>
            </p:nvPicPr>
            <p:blipFill>
              <a:blip r:embed="rId15"/>
              <a:stretch>
                <a:fillRect/>
              </a:stretch>
            </p:blipFill>
            <p:spPr>
              <a:xfrm>
                <a:off x="6092404" y="5568728"/>
                <a:ext cx="1980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0" name="Ink 19">
                <a:extLst>
                  <a:ext uri="{FF2B5EF4-FFF2-40B4-BE49-F238E27FC236}">
                    <a16:creationId xmlns:a16="http://schemas.microsoft.com/office/drawing/2014/main" id="{2CF91B5D-8AEE-A061-6D1B-D5CEA3C7BFE4}"/>
                  </a:ext>
                </a:extLst>
              </p14:cNvPr>
              <p14:cNvContentPartPr/>
              <p14:nvPr/>
            </p14:nvContentPartPr>
            <p14:xfrm>
              <a:off x="1886524" y="3293168"/>
              <a:ext cx="543600" cy="7200"/>
            </p14:xfrm>
          </p:contentPart>
        </mc:Choice>
        <mc:Fallback>
          <p:pic>
            <p:nvPicPr>
              <p:cNvPr id="20" name="Ink 19">
                <a:extLst>
                  <a:ext uri="{FF2B5EF4-FFF2-40B4-BE49-F238E27FC236}">
                    <a16:creationId xmlns:a16="http://schemas.microsoft.com/office/drawing/2014/main" id="{2CF91B5D-8AEE-A061-6D1B-D5CEA3C7BFE4}"/>
                  </a:ext>
                </a:extLst>
              </p:cNvPr>
              <p:cNvPicPr/>
              <p:nvPr/>
            </p:nvPicPr>
            <p:blipFill>
              <a:blip r:embed="rId17"/>
              <a:stretch>
                <a:fillRect/>
              </a:stretch>
            </p:blipFill>
            <p:spPr>
              <a:xfrm>
                <a:off x="1877524" y="3284528"/>
                <a:ext cx="561240" cy="24840"/>
              </a:xfrm>
              <a:prstGeom prst="rect">
                <a:avLst/>
              </a:prstGeom>
            </p:spPr>
          </p:pic>
        </mc:Fallback>
      </mc:AlternateContent>
    </p:spTree>
    <p:extLst>
      <p:ext uri="{BB962C8B-B14F-4D97-AF65-F5344CB8AC3E}">
        <p14:creationId xmlns:p14="http://schemas.microsoft.com/office/powerpoint/2010/main" val="3495231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3115884"/>
          </a:xfrm>
        </p:spPr>
        <p:txBody>
          <a:bodyPr anchor="ctr">
            <a:normAutofit/>
          </a:bodyPr>
          <a:lstStyle/>
          <a:p>
            <a:pPr marL="0" indent="0" algn="just">
              <a:buNone/>
            </a:pPr>
            <a:r>
              <a:rPr lang="en-IN" sz="1800" b="1" dirty="0">
                <a:solidFill>
                  <a:srgbClr val="222222"/>
                </a:solidFill>
                <a:latin typeface="Times New Roman" panose="02020603050405020304" pitchFamily="18" charset="0"/>
                <a:cs typeface="Times New Roman" panose="02020603050405020304" pitchFamily="18" charset="0"/>
              </a:rPr>
              <a:t>2</a:t>
            </a:r>
            <a:r>
              <a:rPr lang="en-IN" sz="1800" b="1" i="0" dirty="0">
                <a:solidFill>
                  <a:srgbClr val="222222"/>
                </a:solidFill>
                <a:effectLst/>
                <a:latin typeface="Times New Roman" panose="02020603050405020304" pitchFamily="18" charset="0"/>
                <a:cs typeface="Times New Roman" panose="02020603050405020304" pitchFamily="18" charset="0"/>
              </a:rPr>
              <a:t>. </a:t>
            </a:r>
            <a:r>
              <a:rPr lang="en-US" sz="1800" b="1" i="0" dirty="0">
                <a:solidFill>
                  <a:srgbClr val="222222"/>
                </a:solidFill>
                <a:effectLst/>
                <a:latin typeface="Times New Roman" panose="02020603050405020304" pitchFamily="18" charset="0"/>
                <a:cs typeface="Times New Roman" panose="02020603050405020304" pitchFamily="18" charset="0"/>
              </a:rPr>
              <a:t>Mean squared error (MSE)</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This is the mean of the squared difference of the actual value in the dataset and the value predicted by the model. Mean Squared Error (MSE) is similar to MAE, the only difference being that MSE takes the average of the square of the difference between the original values and the predicted values which eases the process of gradient calculation, penalizes the error terms more, and is unbiased towards the direction of error (since you are squaring). However, this makes it more sensitive to outliers. The graph of MSE is differentiable, so you can easily use it as a loss function.</a:t>
            </a:r>
            <a:endParaRPr lang="en-US" sz="1600" b="0" i="0" dirty="0">
              <a:solidFill>
                <a:srgbClr val="222222"/>
              </a:solidFill>
              <a:effectLst/>
              <a:latin typeface="Lato" panose="020F0502020204030203" pitchFamily="34" charset="0"/>
            </a:endParaRPr>
          </a:p>
          <a:p>
            <a:pPr marL="0" indent="0">
              <a:buNone/>
            </a:pPr>
            <a:endParaRPr lang="en-IN" sz="2400" dirty="0"/>
          </a:p>
        </p:txBody>
      </p:sp>
      <p:pic>
        <p:nvPicPr>
          <p:cNvPr id="5" name="Picture 4" descr="A picture containing text, clock&#10;&#10;Description automatically generated">
            <a:extLst>
              <a:ext uri="{FF2B5EF4-FFF2-40B4-BE49-F238E27FC236}">
                <a16:creationId xmlns:a16="http://schemas.microsoft.com/office/drawing/2014/main" id="{8EF1624E-546A-4978-AED0-649C207A3C45}"/>
              </a:ext>
            </a:extLst>
          </p:cNvPr>
          <p:cNvPicPr>
            <a:picLocks noChangeAspect="1"/>
          </p:cNvPicPr>
          <p:nvPr/>
        </p:nvPicPr>
        <p:blipFill>
          <a:blip r:embed="rId2"/>
          <a:stretch>
            <a:fillRect/>
          </a:stretch>
        </p:blipFill>
        <p:spPr>
          <a:xfrm>
            <a:off x="3302755" y="4917710"/>
            <a:ext cx="3248025" cy="876300"/>
          </a:xfrm>
          <a:prstGeom prst="rect">
            <a:avLst/>
          </a:prstGeom>
        </p:spPr>
      </p:pic>
      <p:pic>
        <p:nvPicPr>
          <p:cNvPr id="14" name="Picture 13" descr="Graphical user interface, text, application&#10;&#10;Description automatically generated">
            <a:extLst>
              <a:ext uri="{FF2B5EF4-FFF2-40B4-BE49-F238E27FC236}">
                <a16:creationId xmlns:a16="http://schemas.microsoft.com/office/drawing/2014/main" id="{11EB0649-6C29-4D9E-87EA-D115C77D5063}"/>
              </a:ext>
            </a:extLst>
          </p:cNvPr>
          <p:cNvPicPr>
            <a:picLocks noChangeAspect="1"/>
          </p:cNvPicPr>
          <p:nvPr/>
        </p:nvPicPr>
        <p:blipFill>
          <a:blip r:embed="rId3"/>
          <a:stretch>
            <a:fillRect/>
          </a:stretch>
        </p:blipFill>
        <p:spPr>
          <a:xfrm>
            <a:off x="7750616" y="4773457"/>
            <a:ext cx="3238500" cy="1853418"/>
          </a:xfrm>
          <a:prstGeom prst="rect">
            <a:avLst/>
          </a:prstGeom>
        </p:spPr>
      </p:pic>
      <p:sp>
        <p:nvSpPr>
          <p:cNvPr id="20" name="TextBox 19">
            <a:extLst>
              <a:ext uri="{FF2B5EF4-FFF2-40B4-BE49-F238E27FC236}">
                <a16:creationId xmlns:a16="http://schemas.microsoft.com/office/drawing/2014/main" id="{9EB60B74-4634-4445-B619-2AEDDE3E071E}"/>
              </a:ext>
            </a:extLst>
          </p:cNvPr>
          <p:cNvSpPr txBox="1"/>
          <p:nvPr/>
        </p:nvSpPr>
        <p:spPr>
          <a:xfrm>
            <a:off x="1394635" y="5703545"/>
            <a:ext cx="6093500" cy="646331"/>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Demerits: </a:t>
            </a:r>
            <a:r>
              <a:rPr lang="en-US" dirty="0">
                <a:latin typeface="Times New Roman" panose="02020603050405020304" pitchFamily="18" charset="0"/>
                <a:cs typeface="Times New Roman" panose="02020603050405020304" pitchFamily="18" charset="0"/>
              </a:rPr>
              <a:t>The value you get after calculating MSE is a squared unit of output.</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09C147D2-D74D-875A-C4F4-9D010558CC16}"/>
                  </a:ext>
                </a:extLst>
              </p14:cNvPr>
              <p14:cNvContentPartPr/>
              <p14:nvPr/>
            </p14:nvContentPartPr>
            <p14:xfrm>
              <a:off x="1914244" y="3240968"/>
              <a:ext cx="853920" cy="39240"/>
            </p14:xfrm>
          </p:contentPart>
        </mc:Choice>
        <mc:Fallback>
          <p:pic>
            <p:nvPicPr>
              <p:cNvPr id="2" name="Ink 1">
                <a:extLst>
                  <a:ext uri="{FF2B5EF4-FFF2-40B4-BE49-F238E27FC236}">
                    <a16:creationId xmlns:a16="http://schemas.microsoft.com/office/drawing/2014/main" id="{09C147D2-D74D-875A-C4F4-9D010558CC16}"/>
                  </a:ext>
                </a:extLst>
              </p:cNvPr>
              <p:cNvPicPr/>
              <p:nvPr/>
            </p:nvPicPr>
            <p:blipFill>
              <a:blip r:embed="rId5"/>
              <a:stretch>
                <a:fillRect/>
              </a:stretch>
            </p:blipFill>
            <p:spPr>
              <a:xfrm>
                <a:off x="1905244" y="3231968"/>
                <a:ext cx="87156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0E55BDB7-6F6E-AEF2-C523-D9361344F90E}"/>
                  </a:ext>
                </a:extLst>
              </p14:cNvPr>
              <p14:cNvContentPartPr/>
              <p14:nvPr/>
            </p14:nvContentPartPr>
            <p14:xfrm>
              <a:off x="5476444" y="5534888"/>
              <a:ext cx="104760" cy="183600"/>
            </p14:xfrm>
          </p:contentPart>
        </mc:Choice>
        <mc:Fallback>
          <p:pic>
            <p:nvPicPr>
              <p:cNvPr id="6" name="Ink 5">
                <a:extLst>
                  <a:ext uri="{FF2B5EF4-FFF2-40B4-BE49-F238E27FC236}">
                    <a16:creationId xmlns:a16="http://schemas.microsoft.com/office/drawing/2014/main" id="{0E55BDB7-6F6E-AEF2-C523-D9361344F90E}"/>
                  </a:ext>
                </a:extLst>
              </p:cNvPr>
              <p:cNvPicPr/>
              <p:nvPr/>
            </p:nvPicPr>
            <p:blipFill>
              <a:blip r:embed="rId7"/>
              <a:stretch>
                <a:fillRect/>
              </a:stretch>
            </p:blipFill>
            <p:spPr>
              <a:xfrm>
                <a:off x="5467804" y="5526248"/>
                <a:ext cx="12240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49CDD0C2-922F-4E0C-9F45-1031F84DA9CF}"/>
                  </a:ext>
                </a:extLst>
              </p14:cNvPr>
              <p14:cNvContentPartPr/>
              <p14:nvPr/>
            </p14:nvContentPartPr>
            <p14:xfrm>
              <a:off x="6002404" y="5557208"/>
              <a:ext cx="121680" cy="202320"/>
            </p14:xfrm>
          </p:contentPart>
        </mc:Choice>
        <mc:Fallback>
          <p:pic>
            <p:nvPicPr>
              <p:cNvPr id="7" name="Ink 6">
                <a:extLst>
                  <a:ext uri="{FF2B5EF4-FFF2-40B4-BE49-F238E27FC236}">
                    <a16:creationId xmlns:a16="http://schemas.microsoft.com/office/drawing/2014/main" id="{49CDD0C2-922F-4E0C-9F45-1031F84DA9CF}"/>
                  </a:ext>
                </a:extLst>
              </p:cNvPr>
              <p:cNvPicPr/>
              <p:nvPr/>
            </p:nvPicPr>
            <p:blipFill>
              <a:blip r:embed="rId9"/>
              <a:stretch>
                <a:fillRect/>
              </a:stretch>
            </p:blipFill>
            <p:spPr>
              <a:xfrm>
                <a:off x="5993764" y="5548568"/>
                <a:ext cx="13932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FA19A64C-0A2D-55D5-FB4D-56E3C853DFF8}"/>
                  </a:ext>
                </a:extLst>
              </p14:cNvPr>
              <p14:cNvContentPartPr/>
              <p14:nvPr/>
            </p14:nvContentPartPr>
            <p14:xfrm>
              <a:off x="6503164" y="3603488"/>
              <a:ext cx="478440" cy="23400"/>
            </p14:xfrm>
          </p:contentPart>
        </mc:Choice>
        <mc:Fallback>
          <p:pic>
            <p:nvPicPr>
              <p:cNvPr id="8" name="Ink 7">
                <a:extLst>
                  <a:ext uri="{FF2B5EF4-FFF2-40B4-BE49-F238E27FC236}">
                    <a16:creationId xmlns:a16="http://schemas.microsoft.com/office/drawing/2014/main" id="{FA19A64C-0A2D-55D5-FB4D-56E3C853DFF8}"/>
                  </a:ext>
                </a:extLst>
              </p:cNvPr>
              <p:cNvPicPr/>
              <p:nvPr/>
            </p:nvPicPr>
            <p:blipFill>
              <a:blip r:embed="rId11"/>
              <a:stretch>
                <a:fillRect/>
              </a:stretch>
            </p:blipFill>
            <p:spPr>
              <a:xfrm>
                <a:off x="6494524" y="3594848"/>
                <a:ext cx="4960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CD673E99-EE8F-67C0-75BC-E812C6802EAD}"/>
                  </a:ext>
                </a:extLst>
              </p14:cNvPr>
              <p14:cNvContentPartPr/>
              <p14:nvPr/>
            </p14:nvContentPartPr>
            <p14:xfrm>
              <a:off x="9227284" y="3522488"/>
              <a:ext cx="482040" cy="78840"/>
            </p14:xfrm>
          </p:contentPart>
        </mc:Choice>
        <mc:Fallback>
          <p:pic>
            <p:nvPicPr>
              <p:cNvPr id="10" name="Ink 9">
                <a:extLst>
                  <a:ext uri="{FF2B5EF4-FFF2-40B4-BE49-F238E27FC236}">
                    <a16:creationId xmlns:a16="http://schemas.microsoft.com/office/drawing/2014/main" id="{CD673E99-EE8F-67C0-75BC-E812C6802EAD}"/>
                  </a:ext>
                </a:extLst>
              </p:cNvPr>
              <p:cNvPicPr/>
              <p:nvPr/>
            </p:nvPicPr>
            <p:blipFill>
              <a:blip r:embed="rId13"/>
              <a:stretch>
                <a:fillRect/>
              </a:stretch>
            </p:blipFill>
            <p:spPr>
              <a:xfrm>
                <a:off x="9218284" y="3513848"/>
                <a:ext cx="49968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37586CB1-9702-36FF-947C-5E8AEE97A4CB}"/>
                  </a:ext>
                </a:extLst>
              </p14:cNvPr>
              <p14:cNvContentPartPr/>
              <p14:nvPr/>
            </p14:nvContentPartPr>
            <p14:xfrm>
              <a:off x="6334324" y="3753608"/>
              <a:ext cx="270360" cy="40320"/>
            </p14:xfrm>
          </p:contentPart>
        </mc:Choice>
        <mc:Fallback>
          <p:pic>
            <p:nvPicPr>
              <p:cNvPr id="12" name="Ink 11">
                <a:extLst>
                  <a:ext uri="{FF2B5EF4-FFF2-40B4-BE49-F238E27FC236}">
                    <a16:creationId xmlns:a16="http://schemas.microsoft.com/office/drawing/2014/main" id="{37586CB1-9702-36FF-947C-5E8AEE97A4CB}"/>
                  </a:ext>
                </a:extLst>
              </p:cNvPr>
              <p:cNvPicPr/>
              <p:nvPr/>
            </p:nvPicPr>
            <p:blipFill>
              <a:blip r:embed="rId15"/>
              <a:stretch>
                <a:fillRect/>
              </a:stretch>
            </p:blipFill>
            <p:spPr>
              <a:xfrm>
                <a:off x="6325684" y="3744968"/>
                <a:ext cx="28800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3CB3CDEC-E060-B968-70BB-4E5A4DC7E1F4}"/>
                  </a:ext>
                </a:extLst>
              </p14:cNvPr>
              <p14:cNvContentPartPr/>
              <p14:nvPr/>
            </p14:nvContentPartPr>
            <p14:xfrm>
              <a:off x="3360724" y="4272728"/>
              <a:ext cx="289800" cy="41040"/>
            </p14:xfrm>
          </p:contentPart>
        </mc:Choice>
        <mc:Fallback>
          <p:pic>
            <p:nvPicPr>
              <p:cNvPr id="16" name="Ink 15">
                <a:extLst>
                  <a:ext uri="{FF2B5EF4-FFF2-40B4-BE49-F238E27FC236}">
                    <a16:creationId xmlns:a16="http://schemas.microsoft.com/office/drawing/2014/main" id="{3CB3CDEC-E060-B968-70BB-4E5A4DC7E1F4}"/>
                  </a:ext>
                </a:extLst>
              </p:cNvPr>
              <p:cNvPicPr/>
              <p:nvPr/>
            </p:nvPicPr>
            <p:blipFill>
              <a:blip r:embed="rId17"/>
              <a:stretch>
                <a:fillRect/>
              </a:stretch>
            </p:blipFill>
            <p:spPr>
              <a:xfrm>
                <a:off x="3352084" y="4263728"/>
                <a:ext cx="307440" cy="586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1B01A751-9D05-C0A3-6CA2-A40808DEFB82}"/>
                  </a:ext>
                </a:extLst>
              </p14:cNvPr>
              <p14:cNvContentPartPr/>
              <p14:nvPr/>
            </p14:nvContentPartPr>
            <p14:xfrm>
              <a:off x="6830044" y="4292528"/>
              <a:ext cx="424080" cy="32040"/>
            </p14:xfrm>
          </p:contentPart>
        </mc:Choice>
        <mc:Fallback>
          <p:pic>
            <p:nvPicPr>
              <p:cNvPr id="18" name="Ink 17">
                <a:extLst>
                  <a:ext uri="{FF2B5EF4-FFF2-40B4-BE49-F238E27FC236}">
                    <a16:creationId xmlns:a16="http://schemas.microsoft.com/office/drawing/2014/main" id="{1B01A751-9D05-C0A3-6CA2-A40808DEFB82}"/>
                  </a:ext>
                </a:extLst>
              </p:cNvPr>
              <p:cNvPicPr/>
              <p:nvPr/>
            </p:nvPicPr>
            <p:blipFill>
              <a:blip r:embed="rId19"/>
              <a:stretch>
                <a:fillRect/>
              </a:stretch>
            </p:blipFill>
            <p:spPr>
              <a:xfrm>
                <a:off x="6821404" y="4283888"/>
                <a:ext cx="44172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1" name="Ink 20">
                <a:extLst>
                  <a:ext uri="{FF2B5EF4-FFF2-40B4-BE49-F238E27FC236}">
                    <a16:creationId xmlns:a16="http://schemas.microsoft.com/office/drawing/2014/main" id="{F2C09CF5-11A8-1970-F218-4F2A4871E596}"/>
                  </a:ext>
                </a:extLst>
              </p14:cNvPr>
              <p14:cNvContentPartPr/>
              <p14:nvPr/>
            </p14:nvContentPartPr>
            <p14:xfrm>
              <a:off x="3115924" y="4553528"/>
              <a:ext cx="253440" cy="7920"/>
            </p14:xfrm>
          </p:contentPart>
        </mc:Choice>
        <mc:Fallback>
          <p:pic>
            <p:nvPicPr>
              <p:cNvPr id="21" name="Ink 20">
                <a:extLst>
                  <a:ext uri="{FF2B5EF4-FFF2-40B4-BE49-F238E27FC236}">
                    <a16:creationId xmlns:a16="http://schemas.microsoft.com/office/drawing/2014/main" id="{F2C09CF5-11A8-1970-F218-4F2A4871E596}"/>
                  </a:ext>
                </a:extLst>
              </p:cNvPr>
              <p:cNvPicPr/>
              <p:nvPr/>
            </p:nvPicPr>
            <p:blipFill>
              <a:blip r:embed="rId21"/>
              <a:stretch>
                <a:fillRect/>
              </a:stretch>
            </p:blipFill>
            <p:spPr>
              <a:xfrm>
                <a:off x="3107284" y="4544888"/>
                <a:ext cx="27108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2" name="Ink 21">
                <a:extLst>
                  <a:ext uri="{FF2B5EF4-FFF2-40B4-BE49-F238E27FC236}">
                    <a16:creationId xmlns:a16="http://schemas.microsoft.com/office/drawing/2014/main" id="{2FDAFB8B-EEA7-7600-AEFA-0A3E41CC5D63}"/>
                  </a:ext>
                </a:extLst>
              </p14:cNvPr>
              <p14:cNvContentPartPr/>
              <p14:nvPr/>
            </p14:nvContentPartPr>
            <p14:xfrm>
              <a:off x="9516724" y="4571528"/>
              <a:ext cx="238320" cy="49680"/>
            </p14:xfrm>
          </p:contentPart>
        </mc:Choice>
        <mc:Fallback>
          <p:pic>
            <p:nvPicPr>
              <p:cNvPr id="22" name="Ink 21">
                <a:extLst>
                  <a:ext uri="{FF2B5EF4-FFF2-40B4-BE49-F238E27FC236}">
                    <a16:creationId xmlns:a16="http://schemas.microsoft.com/office/drawing/2014/main" id="{2FDAFB8B-EEA7-7600-AEFA-0A3E41CC5D63}"/>
                  </a:ext>
                </a:extLst>
              </p:cNvPr>
              <p:cNvPicPr/>
              <p:nvPr/>
            </p:nvPicPr>
            <p:blipFill>
              <a:blip r:embed="rId23"/>
              <a:stretch>
                <a:fillRect/>
              </a:stretch>
            </p:blipFill>
            <p:spPr>
              <a:xfrm>
                <a:off x="9507724" y="4562528"/>
                <a:ext cx="25596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3" name="Ink 22">
                <a:extLst>
                  <a:ext uri="{FF2B5EF4-FFF2-40B4-BE49-F238E27FC236}">
                    <a16:creationId xmlns:a16="http://schemas.microsoft.com/office/drawing/2014/main" id="{3CD8CECF-27B5-7C67-9E83-4C907075855F}"/>
                  </a:ext>
                </a:extLst>
              </p14:cNvPr>
              <p14:cNvContentPartPr/>
              <p14:nvPr/>
            </p14:nvContentPartPr>
            <p14:xfrm>
              <a:off x="3317164" y="4807688"/>
              <a:ext cx="266760" cy="12240"/>
            </p14:xfrm>
          </p:contentPart>
        </mc:Choice>
        <mc:Fallback>
          <p:pic>
            <p:nvPicPr>
              <p:cNvPr id="23" name="Ink 22">
                <a:extLst>
                  <a:ext uri="{FF2B5EF4-FFF2-40B4-BE49-F238E27FC236}">
                    <a16:creationId xmlns:a16="http://schemas.microsoft.com/office/drawing/2014/main" id="{3CD8CECF-27B5-7C67-9E83-4C907075855F}"/>
                  </a:ext>
                </a:extLst>
              </p:cNvPr>
              <p:cNvPicPr/>
              <p:nvPr/>
            </p:nvPicPr>
            <p:blipFill>
              <a:blip r:embed="rId25"/>
              <a:stretch>
                <a:fillRect/>
              </a:stretch>
            </p:blipFill>
            <p:spPr>
              <a:xfrm>
                <a:off x="3308164" y="4799048"/>
                <a:ext cx="284400" cy="298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4" name="Ink 23">
                <a:extLst>
                  <a:ext uri="{FF2B5EF4-FFF2-40B4-BE49-F238E27FC236}">
                    <a16:creationId xmlns:a16="http://schemas.microsoft.com/office/drawing/2014/main" id="{078FC910-3145-BE21-6A3F-8D770463C08C}"/>
                  </a:ext>
                </a:extLst>
              </p14:cNvPr>
              <p14:cNvContentPartPr/>
              <p14:nvPr/>
            </p14:nvContentPartPr>
            <p14:xfrm>
              <a:off x="6412084" y="4872848"/>
              <a:ext cx="479160" cy="24840"/>
            </p14:xfrm>
          </p:contentPart>
        </mc:Choice>
        <mc:Fallback>
          <p:pic>
            <p:nvPicPr>
              <p:cNvPr id="24" name="Ink 23">
                <a:extLst>
                  <a:ext uri="{FF2B5EF4-FFF2-40B4-BE49-F238E27FC236}">
                    <a16:creationId xmlns:a16="http://schemas.microsoft.com/office/drawing/2014/main" id="{078FC910-3145-BE21-6A3F-8D770463C08C}"/>
                  </a:ext>
                </a:extLst>
              </p:cNvPr>
              <p:cNvPicPr/>
              <p:nvPr/>
            </p:nvPicPr>
            <p:blipFill>
              <a:blip r:embed="rId27"/>
              <a:stretch>
                <a:fillRect/>
              </a:stretch>
            </p:blipFill>
            <p:spPr>
              <a:xfrm>
                <a:off x="6403084" y="4863848"/>
                <a:ext cx="496800" cy="42480"/>
              </a:xfrm>
              <a:prstGeom prst="rect">
                <a:avLst/>
              </a:prstGeom>
            </p:spPr>
          </p:pic>
        </mc:Fallback>
      </mc:AlternateContent>
    </p:spTree>
    <p:extLst>
      <p:ext uri="{BB962C8B-B14F-4D97-AF65-F5344CB8AC3E}">
        <p14:creationId xmlns:p14="http://schemas.microsoft.com/office/powerpoint/2010/main" val="1805467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2666179"/>
          </a:xfrm>
        </p:spPr>
        <p:txBody>
          <a:bodyPr anchor="ctr">
            <a:normAutofit/>
          </a:bodyPr>
          <a:lstStyle/>
          <a:p>
            <a:pPr marL="0" indent="0" algn="just">
              <a:buNone/>
            </a:pPr>
            <a:r>
              <a:rPr lang="en-IN" sz="1800" b="1" i="0" dirty="0">
                <a:solidFill>
                  <a:srgbClr val="222222"/>
                </a:solidFill>
                <a:effectLst/>
                <a:latin typeface="Times New Roman" panose="02020603050405020304" pitchFamily="18" charset="0"/>
                <a:cs typeface="Times New Roman" panose="02020603050405020304" pitchFamily="18" charset="0"/>
              </a:rPr>
              <a:t>3. Root m</a:t>
            </a:r>
            <a:r>
              <a:rPr lang="en-US" sz="1800" b="1" i="0" dirty="0">
                <a:solidFill>
                  <a:srgbClr val="222222"/>
                </a:solidFill>
                <a:effectLst/>
                <a:latin typeface="Times New Roman" panose="02020603050405020304" pitchFamily="18" charset="0"/>
                <a:cs typeface="Times New Roman" panose="02020603050405020304" pitchFamily="18" charset="0"/>
              </a:rPr>
              <a:t>ean squared error (RMSE)</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It is the mean of root squared subtraction between the actual value in the dataset and the value predicted by the model. It’s the same as MSE, we are just taking the root of it. The smaller the value of root mean squared error, the more accurate the model is. The output value you get is in the same unit as the required output variable which makes interpretation of loss easy.</a:t>
            </a:r>
            <a:endParaRPr lang="en-IN" sz="2400" dirty="0"/>
          </a:p>
        </p:txBody>
      </p:sp>
      <p:pic>
        <p:nvPicPr>
          <p:cNvPr id="14" name="Picture 13" descr="Graphical user interface, text, application&#10;&#10;Description automatically generated">
            <a:extLst>
              <a:ext uri="{FF2B5EF4-FFF2-40B4-BE49-F238E27FC236}">
                <a16:creationId xmlns:a16="http://schemas.microsoft.com/office/drawing/2014/main" id="{11EB0649-6C29-4D9E-87EA-D115C77D5063}"/>
              </a:ext>
            </a:extLst>
          </p:cNvPr>
          <p:cNvPicPr>
            <a:picLocks noChangeAspect="1"/>
          </p:cNvPicPr>
          <p:nvPr/>
        </p:nvPicPr>
        <p:blipFill>
          <a:blip r:embed="rId2"/>
          <a:stretch>
            <a:fillRect/>
          </a:stretch>
        </p:blipFill>
        <p:spPr>
          <a:xfrm>
            <a:off x="7838119" y="4548213"/>
            <a:ext cx="3238500" cy="1853418"/>
          </a:xfrm>
          <a:prstGeom prst="rect">
            <a:avLst/>
          </a:prstGeom>
        </p:spPr>
      </p:pic>
      <p:pic>
        <p:nvPicPr>
          <p:cNvPr id="6" name="Picture 5" descr="A picture containing text, clock&#10;&#10;Description automatically generated">
            <a:extLst>
              <a:ext uri="{FF2B5EF4-FFF2-40B4-BE49-F238E27FC236}">
                <a16:creationId xmlns:a16="http://schemas.microsoft.com/office/drawing/2014/main" id="{F58FE4EC-07EC-42D2-A036-881967069569}"/>
              </a:ext>
            </a:extLst>
          </p:cNvPr>
          <p:cNvPicPr>
            <a:picLocks noChangeAspect="1"/>
          </p:cNvPicPr>
          <p:nvPr/>
        </p:nvPicPr>
        <p:blipFill>
          <a:blip r:embed="rId3"/>
          <a:stretch>
            <a:fillRect/>
          </a:stretch>
        </p:blipFill>
        <p:spPr>
          <a:xfrm>
            <a:off x="3567815" y="4679768"/>
            <a:ext cx="3257550" cy="923925"/>
          </a:xfrm>
          <a:prstGeom prst="rect">
            <a:avLst/>
          </a:prstGeom>
        </p:spPr>
      </p:pic>
      <p:sp>
        <p:nvSpPr>
          <p:cNvPr id="16" name="TextBox 15">
            <a:extLst>
              <a:ext uri="{FF2B5EF4-FFF2-40B4-BE49-F238E27FC236}">
                <a16:creationId xmlns:a16="http://schemas.microsoft.com/office/drawing/2014/main" id="{F86BD108-533D-4B93-8902-F660A57D16BD}"/>
              </a:ext>
            </a:extLst>
          </p:cNvPr>
          <p:cNvSpPr txBox="1"/>
          <p:nvPr/>
        </p:nvSpPr>
        <p:spPr>
          <a:xfrm>
            <a:off x="1394635" y="5703545"/>
            <a:ext cx="6093500"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Demerits: </a:t>
            </a:r>
            <a:r>
              <a:rPr lang="en-US" dirty="0">
                <a:latin typeface="Times New Roman" panose="02020603050405020304" pitchFamily="18" charset="0"/>
                <a:cs typeface="Times New Roman" panose="02020603050405020304" pitchFamily="18" charset="0"/>
              </a:rPr>
              <a:t>It is not that robust to outliers as compared to MAE.</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509B853A-6FCA-8520-111B-DC02D27BBFCE}"/>
                  </a:ext>
                </a:extLst>
              </p14:cNvPr>
              <p14:cNvContentPartPr/>
              <p14:nvPr/>
            </p14:nvContentPartPr>
            <p14:xfrm>
              <a:off x="4992964" y="5462888"/>
              <a:ext cx="1477080" cy="207360"/>
            </p14:xfrm>
          </p:contentPart>
        </mc:Choice>
        <mc:Fallback>
          <p:pic>
            <p:nvPicPr>
              <p:cNvPr id="2" name="Ink 1">
                <a:extLst>
                  <a:ext uri="{FF2B5EF4-FFF2-40B4-BE49-F238E27FC236}">
                    <a16:creationId xmlns:a16="http://schemas.microsoft.com/office/drawing/2014/main" id="{509B853A-6FCA-8520-111B-DC02D27BBFCE}"/>
                  </a:ext>
                </a:extLst>
              </p:cNvPr>
              <p:cNvPicPr/>
              <p:nvPr/>
            </p:nvPicPr>
            <p:blipFill>
              <a:blip r:embed="rId5"/>
              <a:stretch>
                <a:fillRect/>
              </a:stretch>
            </p:blipFill>
            <p:spPr>
              <a:xfrm>
                <a:off x="4984324" y="5454248"/>
                <a:ext cx="1494720" cy="225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89ECEB1C-E4E0-D6A7-2B49-61281817013F}"/>
                  </a:ext>
                </a:extLst>
              </p14:cNvPr>
              <p14:cNvContentPartPr/>
              <p14:nvPr/>
            </p14:nvContentPartPr>
            <p14:xfrm>
              <a:off x="4295284" y="4032608"/>
              <a:ext cx="276120" cy="38880"/>
            </p14:xfrm>
          </p:contentPart>
        </mc:Choice>
        <mc:Fallback>
          <p:pic>
            <p:nvPicPr>
              <p:cNvPr id="5" name="Ink 4">
                <a:extLst>
                  <a:ext uri="{FF2B5EF4-FFF2-40B4-BE49-F238E27FC236}">
                    <a16:creationId xmlns:a16="http://schemas.microsoft.com/office/drawing/2014/main" id="{89ECEB1C-E4E0-D6A7-2B49-61281817013F}"/>
                  </a:ext>
                </a:extLst>
              </p:cNvPr>
              <p:cNvPicPr/>
              <p:nvPr/>
            </p:nvPicPr>
            <p:blipFill>
              <a:blip r:embed="rId7"/>
              <a:stretch>
                <a:fillRect/>
              </a:stretch>
            </p:blipFill>
            <p:spPr>
              <a:xfrm>
                <a:off x="4286644" y="4023608"/>
                <a:ext cx="29376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0DEEE262-7848-3B14-950B-6B5606B3B4DB}"/>
                  </a:ext>
                </a:extLst>
              </p14:cNvPr>
              <p14:cNvContentPartPr/>
              <p14:nvPr/>
            </p14:nvContentPartPr>
            <p14:xfrm>
              <a:off x="6998524" y="3996608"/>
              <a:ext cx="348840" cy="10440"/>
            </p14:xfrm>
          </p:contentPart>
        </mc:Choice>
        <mc:Fallback>
          <p:pic>
            <p:nvPicPr>
              <p:cNvPr id="7" name="Ink 6">
                <a:extLst>
                  <a:ext uri="{FF2B5EF4-FFF2-40B4-BE49-F238E27FC236}">
                    <a16:creationId xmlns:a16="http://schemas.microsoft.com/office/drawing/2014/main" id="{0DEEE262-7848-3B14-950B-6B5606B3B4DB}"/>
                  </a:ext>
                </a:extLst>
              </p:cNvPr>
              <p:cNvPicPr/>
              <p:nvPr/>
            </p:nvPicPr>
            <p:blipFill>
              <a:blip r:embed="rId9"/>
              <a:stretch>
                <a:fillRect/>
              </a:stretch>
            </p:blipFill>
            <p:spPr>
              <a:xfrm>
                <a:off x="6989524" y="3987968"/>
                <a:ext cx="36648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01974050-429E-B31F-E51A-2001D749603A}"/>
                  </a:ext>
                </a:extLst>
              </p14:cNvPr>
              <p14:cNvContentPartPr/>
              <p14:nvPr/>
            </p14:nvContentPartPr>
            <p14:xfrm>
              <a:off x="5548444" y="4341128"/>
              <a:ext cx="274320" cy="1080"/>
            </p14:xfrm>
          </p:contentPart>
        </mc:Choice>
        <mc:Fallback>
          <p:pic>
            <p:nvPicPr>
              <p:cNvPr id="8" name="Ink 7">
                <a:extLst>
                  <a:ext uri="{FF2B5EF4-FFF2-40B4-BE49-F238E27FC236}">
                    <a16:creationId xmlns:a16="http://schemas.microsoft.com/office/drawing/2014/main" id="{01974050-429E-B31F-E51A-2001D749603A}"/>
                  </a:ext>
                </a:extLst>
              </p:cNvPr>
              <p:cNvPicPr/>
              <p:nvPr/>
            </p:nvPicPr>
            <p:blipFill>
              <a:blip r:embed="rId11"/>
              <a:stretch>
                <a:fillRect/>
              </a:stretch>
            </p:blipFill>
            <p:spPr>
              <a:xfrm>
                <a:off x="5539444" y="4332488"/>
                <a:ext cx="29196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AD467428-A0D5-0840-F6B7-72B9E9245385}"/>
                  </a:ext>
                </a:extLst>
              </p14:cNvPr>
              <p14:cNvContentPartPr/>
              <p14:nvPr/>
            </p14:nvContentPartPr>
            <p14:xfrm>
              <a:off x="3658444" y="4643888"/>
              <a:ext cx="190800" cy="25200"/>
            </p14:xfrm>
          </p:contentPart>
        </mc:Choice>
        <mc:Fallback>
          <p:pic>
            <p:nvPicPr>
              <p:cNvPr id="10" name="Ink 9">
                <a:extLst>
                  <a:ext uri="{FF2B5EF4-FFF2-40B4-BE49-F238E27FC236}">
                    <a16:creationId xmlns:a16="http://schemas.microsoft.com/office/drawing/2014/main" id="{AD467428-A0D5-0840-F6B7-72B9E9245385}"/>
                  </a:ext>
                </a:extLst>
              </p:cNvPr>
              <p:cNvPicPr/>
              <p:nvPr/>
            </p:nvPicPr>
            <p:blipFill>
              <a:blip r:embed="rId13"/>
              <a:stretch>
                <a:fillRect/>
              </a:stretch>
            </p:blipFill>
            <p:spPr>
              <a:xfrm>
                <a:off x="3649444" y="4635248"/>
                <a:ext cx="20844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2B92E192-55A7-0675-2567-F0A85EB1F676}"/>
                  </a:ext>
                </a:extLst>
              </p14:cNvPr>
              <p14:cNvContentPartPr/>
              <p14:nvPr/>
            </p14:nvContentPartPr>
            <p14:xfrm>
              <a:off x="6838684" y="4619408"/>
              <a:ext cx="222840" cy="9720"/>
            </p14:xfrm>
          </p:contentPart>
        </mc:Choice>
        <mc:Fallback>
          <p:pic>
            <p:nvPicPr>
              <p:cNvPr id="12" name="Ink 11">
                <a:extLst>
                  <a:ext uri="{FF2B5EF4-FFF2-40B4-BE49-F238E27FC236}">
                    <a16:creationId xmlns:a16="http://schemas.microsoft.com/office/drawing/2014/main" id="{2B92E192-55A7-0675-2567-F0A85EB1F676}"/>
                  </a:ext>
                </a:extLst>
              </p:cNvPr>
              <p:cNvPicPr/>
              <p:nvPr/>
            </p:nvPicPr>
            <p:blipFill>
              <a:blip r:embed="rId15"/>
              <a:stretch>
                <a:fillRect/>
              </a:stretch>
            </p:blipFill>
            <p:spPr>
              <a:xfrm>
                <a:off x="6830044" y="4610408"/>
                <a:ext cx="240480" cy="27360"/>
              </a:xfrm>
              <a:prstGeom prst="rect">
                <a:avLst/>
              </a:prstGeom>
            </p:spPr>
          </p:pic>
        </mc:Fallback>
      </mc:AlternateContent>
    </p:spTree>
    <p:extLst>
      <p:ext uri="{BB962C8B-B14F-4D97-AF65-F5344CB8AC3E}">
        <p14:creationId xmlns:p14="http://schemas.microsoft.com/office/powerpoint/2010/main" val="2049163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2666179"/>
          </a:xfrm>
        </p:spPr>
        <p:txBody>
          <a:bodyPr anchor="ctr">
            <a:normAutofit/>
          </a:bodyPr>
          <a:lstStyle/>
          <a:p>
            <a:pPr marL="0" indent="0" algn="just">
              <a:buNone/>
            </a:pPr>
            <a:r>
              <a:rPr lang="en-IN" sz="1800" b="1" dirty="0">
                <a:solidFill>
                  <a:srgbClr val="222222"/>
                </a:solidFill>
                <a:latin typeface="Times New Roman" panose="02020603050405020304" pitchFamily="18" charset="0"/>
                <a:cs typeface="Times New Roman" panose="02020603050405020304" pitchFamily="18" charset="0"/>
              </a:rPr>
              <a:t>4</a:t>
            </a:r>
            <a:r>
              <a:rPr lang="en-IN" sz="1800" b="1" i="0" dirty="0">
                <a:solidFill>
                  <a:srgbClr val="222222"/>
                </a:solidFill>
                <a:effectLst/>
                <a:latin typeface="Times New Roman" panose="02020603050405020304" pitchFamily="18" charset="0"/>
                <a:cs typeface="Times New Roman" panose="02020603050405020304" pitchFamily="18" charset="0"/>
              </a:rPr>
              <a:t>. </a:t>
            </a:r>
            <a:r>
              <a:rPr lang="en-US" sz="1800" b="1" i="0" dirty="0">
                <a:solidFill>
                  <a:srgbClr val="222222"/>
                </a:solidFill>
                <a:effectLst/>
                <a:latin typeface="Times New Roman" panose="02020603050405020304" pitchFamily="18" charset="0"/>
                <a:cs typeface="Times New Roman" panose="02020603050405020304" pitchFamily="18" charset="0"/>
              </a:rPr>
              <a:t>Sum of Squares Total (SST) </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The sum of squared differences between individual data points and the mean of the response variable.</a:t>
            </a:r>
            <a:endParaRPr lang="en-IN" sz="2400" dirty="0"/>
          </a:p>
        </p:txBody>
      </p:sp>
      <p:pic>
        <p:nvPicPr>
          <p:cNvPr id="5" name="Picture 4" descr="A picture containing text, watch&#10;&#10;Description automatically generated">
            <a:extLst>
              <a:ext uri="{FF2B5EF4-FFF2-40B4-BE49-F238E27FC236}">
                <a16:creationId xmlns:a16="http://schemas.microsoft.com/office/drawing/2014/main" id="{A5018283-D289-4251-858E-8DB101CBE69B}"/>
              </a:ext>
            </a:extLst>
          </p:cNvPr>
          <p:cNvPicPr>
            <a:picLocks noChangeAspect="1"/>
          </p:cNvPicPr>
          <p:nvPr/>
        </p:nvPicPr>
        <p:blipFill>
          <a:blip r:embed="rId2"/>
          <a:stretch>
            <a:fillRect/>
          </a:stretch>
        </p:blipFill>
        <p:spPr>
          <a:xfrm>
            <a:off x="4953780" y="4456919"/>
            <a:ext cx="1746822" cy="585959"/>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D87BA7F-8E5D-4D8A-A0D5-B640B62335DA}"/>
                  </a:ext>
                </a:extLst>
              </p14:cNvPr>
              <p14:cNvContentPartPr/>
              <p14:nvPr/>
            </p14:nvContentPartPr>
            <p14:xfrm>
              <a:off x="3965524" y="3805808"/>
              <a:ext cx="304560" cy="22320"/>
            </p14:xfrm>
          </p:contentPart>
        </mc:Choice>
        <mc:Fallback>
          <p:pic>
            <p:nvPicPr>
              <p:cNvPr id="2" name="Ink 1">
                <a:extLst>
                  <a:ext uri="{FF2B5EF4-FFF2-40B4-BE49-F238E27FC236}">
                    <a16:creationId xmlns:a16="http://schemas.microsoft.com/office/drawing/2014/main" id="{BD87BA7F-8E5D-4D8A-A0D5-B640B62335DA}"/>
                  </a:ext>
                </a:extLst>
              </p:cNvPr>
              <p:cNvPicPr/>
              <p:nvPr/>
            </p:nvPicPr>
            <p:blipFill>
              <a:blip r:embed="rId4"/>
              <a:stretch>
                <a:fillRect/>
              </a:stretch>
            </p:blipFill>
            <p:spPr>
              <a:xfrm>
                <a:off x="3956524" y="3797168"/>
                <a:ext cx="322200" cy="39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585F64ED-6B96-D7A0-B0A9-A08DB2B0CECA}"/>
                  </a:ext>
                </a:extLst>
              </p14:cNvPr>
              <p14:cNvContentPartPr/>
              <p14:nvPr/>
            </p14:nvContentPartPr>
            <p14:xfrm>
              <a:off x="2223124" y="4243568"/>
              <a:ext cx="715680" cy="76680"/>
            </p14:xfrm>
          </p:contentPart>
        </mc:Choice>
        <mc:Fallback>
          <p:pic>
            <p:nvPicPr>
              <p:cNvPr id="6" name="Ink 5">
                <a:extLst>
                  <a:ext uri="{FF2B5EF4-FFF2-40B4-BE49-F238E27FC236}">
                    <a16:creationId xmlns:a16="http://schemas.microsoft.com/office/drawing/2014/main" id="{585F64ED-6B96-D7A0-B0A9-A08DB2B0CECA}"/>
                  </a:ext>
                </a:extLst>
              </p:cNvPr>
              <p:cNvPicPr/>
              <p:nvPr/>
            </p:nvPicPr>
            <p:blipFill>
              <a:blip r:embed="rId6"/>
              <a:stretch>
                <a:fillRect/>
              </a:stretch>
            </p:blipFill>
            <p:spPr>
              <a:xfrm>
                <a:off x="2214484" y="4234928"/>
                <a:ext cx="733320" cy="94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1316C89A-7CCC-1E6F-447E-C69C94E9CE23}"/>
                  </a:ext>
                </a:extLst>
              </p14:cNvPr>
              <p14:cNvContentPartPr/>
              <p14:nvPr/>
            </p14:nvContentPartPr>
            <p14:xfrm>
              <a:off x="3638644" y="4274168"/>
              <a:ext cx="406080" cy="17280"/>
            </p14:xfrm>
          </p:contentPart>
        </mc:Choice>
        <mc:Fallback>
          <p:pic>
            <p:nvPicPr>
              <p:cNvPr id="7" name="Ink 6">
                <a:extLst>
                  <a:ext uri="{FF2B5EF4-FFF2-40B4-BE49-F238E27FC236}">
                    <a16:creationId xmlns:a16="http://schemas.microsoft.com/office/drawing/2014/main" id="{1316C89A-7CCC-1E6F-447E-C69C94E9CE23}"/>
                  </a:ext>
                </a:extLst>
              </p:cNvPr>
              <p:cNvPicPr/>
              <p:nvPr/>
            </p:nvPicPr>
            <p:blipFill>
              <a:blip r:embed="rId8"/>
              <a:stretch>
                <a:fillRect/>
              </a:stretch>
            </p:blipFill>
            <p:spPr>
              <a:xfrm>
                <a:off x="3629644" y="4265528"/>
                <a:ext cx="423720" cy="34920"/>
              </a:xfrm>
              <a:prstGeom prst="rect">
                <a:avLst/>
              </a:prstGeom>
            </p:spPr>
          </p:pic>
        </mc:Fallback>
      </mc:AlternateContent>
      <p:grpSp>
        <p:nvGrpSpPr>
          <p:cNvPr id="20" name="Group 19">
            <a:extLst>
              <a:ext uri="{FF2B5EF4-FFF2-40B4-BE49-F238E27FC236}">
                <a16:creationId xmlns:a16="http://schemas.microsoft.com/office/drawing/2014/main" id="{D28C41BF-8022-E8A0-5840-B691DC65450F}"/>
              </a:ext>
            </a:extLst>
          </p:cNvPr>
          <p:cNvGrpSpPr/>
          <p:nvPr/>
        </p:nvGrpSpPr>
        <p:grpSpPr>
          <a:xfrm>
            <a:off x="5954164" y="4988408"/>
            <a:ext cx="479160" cy="338400"/>
            <a:chOff x="5954164" y="4988408"/>
            <a:chExt cx="479160" cy="338400"/>
          </a:xfrm>
        </p:grpSpPr>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ABD599BE-BEC9-F4E5-C155-0FBEDE18ACD2}"/>
                    </a:ext>
                  </a:extLst>
                </p14:cNvPr>
                <p14:cNvContentPartPr/>
                <p14:nvPr/>
              </p14:nvContentPartPr>
              <p14:xfrm>
                <a:off x="5954164" y="4988408"/>
                <a:ext cx="68760" cy="1080"/>
              </p14:xfrm>
            </p:contentPart>
          </mc:Choice>
          <mc:Fallback>
            <p:pic>
              <p:nvPicPr>
                <p:cNvPr id="8" name="Ink 7">
                  <a:extLst>
                    <a:ext uri="{FF2B5EF4-FFF2-40B4-BE49-F238E27FC236}">
                      <a16:creationId xmlns:a16="http://schemas.microsoft.com/office/drawing/2014/main" id="{ABD599BE-BEC9-F4E5-C155-0FBEDE18ACD2}"/>
                    </a:ext>
                  </a:extLst>
                </p:cNvPr>
                <p:cNvPicPr/>
                <p:nvPr/>
              </p:nvPicPr>
              <p:blipFill>
                <a:blip r:embed="rId10"/>
                <a:stretch>
                  <a:fillRect/>
                </a:stretch>
              </p:blipFill>
              <p:spPr>
                <a:xfrm>
                  <a:off x="5945524" y="4979768"/>
                  <a:ext cx="86400" cy="18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0" name="Ink 9">
                  <a:extLst>
                    <a:ext uri="{FF2B5EF4-FFF2-40B4-BE49-F238E27FC236}">
                      <a16:creationId xmlns:a16="http://schemas.microsoft.com/office/drawing/2014/main" id="{65225A00-772A-05C1-626B-8741DE25E349}"/>
                    </a:ext>
                  </a:extLst>
                </p14:cNvPr>
                <p14:cNvContentPartPr/>
                <p14:nvPr/>
              </p14:nvContentPartPr>
              <p14:xfrm>
                <a:off x="6411004" y="4997768"/>
                <a:ext cx="18360" cy="6480"/>
              </p14:xfrm>
            </p:contentPart>
          </mc:Choice>
          <mc:Fallback>
            <p:pic>
              <p:nvPicPr>
                <p:cNvPr id="10" name="Ink 9">
                  <a:extLst>
                    <a:ext uri="{FF2B5EF4-FFF2-40B4-BE49-F238E27FC236}">
                      <a16:creationId xmlns:a16="http://schemas.microsoft.com/office/drawing/2014/main" id="{65225A00-772A-05C1-626B-8741DE25E349}"/>
                    </a:ext>
                  </a:extLst>
                </p:cNvPr>
                <p:cNvPicPr/>
                <p:nvPr/>
              </p:nvPicPr>
              <p:blipFill>
                <a:blip r:embed="rId12"/>
                <a:stretch>
                  <a:fillRect/>
                </a:stretch>
              </p:blipFill>
              <p:spPr>
                <a:xfrm>
                  <a:off x="6402364" y="4989128"/>
                  <a:ext cx="360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B0644084-43E6-3E57-508E-876EF0364D3E}"/>
                    </a:ext>
                  </a:extLst>
                </p14:cNvPr>
                <p14:cNvContentPartPr/>
                <p14:nvPr/>
              </p14:nvContentPartPr>
              <p14:xfrm>
                <a:off x="5969284" y="5007128"/>
                <a:ext cx="464040" cy="26640"/>
              </p14:xfrm>
            </p:contentPart>
          </mc:Choice>
          <mc:Fallback>
            <p:pic>
              <p:nvPicPr>
                <p:cNvPr id="12" name="Ink 11">
                  <a:extLst>
                    <a:ext uri="{FF2B5EF4-FFF2-40B4-BE49-F238E27FC236}">
                      <a16:creationId xmlns:a16="http://schemas.microsoft.com/office/drawing/2014/main" id="{B0644084-43E6-3E57-508E-876EF0364D3E}"/>
                    </a:ext>
                  </a:extLst>
                </p:cNvPr>
                <p:cNvPicPr/>
                <p:nvPr/>
              </p:nvPicPr>
              <p:blipFill>
                <a:blip r:embed="rId14"/>
                <a:stretch>
                  <a:fillRect/>
                </a:stretch>
              </p:blipFill>
              <p:spPr>
                <a:xfrm>
                  <a:off x="5960644" y="4998488"/>
                  <a:ext cx="48168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4" name="Ink 13">
                  <a:extLst>
                    <a:ext uri="{FF2B5EF4-FFF2-40B4-BE49-F238E27FC236}">
                      <a16:creationId xmlns:a16="http://schemas.microsoft.com/office/drawing/2014/main" id="{6718DC5A-9D68-C1FD-D508-B0738A0A6F33}"/>
                    </a:ext>
                  </a:extLst>
                </p14:cNvPr>
                <p14:cNvContentPartPr/>
                <p14:nvPr/>
              </p14:nvContentPartPr>
              <p14:xfrm>
                <a:off x="5960284" y="5027288"/>
                <a:ext cx="77400" cy="228960"/>
              </p14:xfrm>
            </p:contentPart>
          </mc:Choice>
          <mc:Fallback>
            <p:pic>
              <p:nvPicPr>
                <p:cNvPr id="14" name="Ink 13">
                  <a:extLst>
                    <a:ext uri="{FF2B5EF4-FFF2-40B4-BE49-F238E27FC236}">
                      <a16:creationId xmlns:a16="http://schemas.microsoft.com/office/drawing/2014/main" id="{6718DC5A-9D68-C1FD-D508-B0738A0A6F33}"/>
                    </a:ext>
                  </a:extLst>
                </p:cNvPr>
                <p:cNvPicPr/>
                <p:nvPr/>
              </p:nvPicPr>
              <p:blipFill>
                <a:blip r:embed="rId16"/>
                <a:stretch>
                  <a:fillRect/>
                </a:stretch>
              </p:blipFill>
              <p:spPr>
                <a:xfrm>
                  <a:off x="5951644" y="5018288"/>
                  <a:ext cx="9504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8" name="Ink 17">
                  <a:extLst>
                    <a:ext uri="{FF2B5EF4-FFF2-40B4-BE49-F238E27FC236}">
                      <a16:creationId xmlns:a16="http://schemas.microsoft.com/office/drawing/2014/main" id="{4DE3938C-F072-3B84-106D-BD916666DCB5}"/>
                    </a:ext>
                  </a:extLst>
                </p14:cNvPr>
                <p14:cNvContentPartPr/>
                <p14:nvPr/>
              </p14:nvContentPartPr>
              <p14:xfrm>
                <a:off x="6286084" y="5073368"/>
                <a:ext cx="27720" cy="253440"/>
              </p14:xfrm>
            </p:contentPart>
          </mc:Choice>
          <mc:Fallback>
            <p:pic>
              <p:nvPicPr>
                <p:cNvPr id="18" name="Ink 17">
                  <a:extLst>
                    <a:ext uri="{FF2B5EF4-FFF2-40B4-BE49-F238E27FC236}">
                      <a16:creationId xmlns:a16="http://schemas.microsoft.com/office/drawing/2014/main" id="{4DE3938C-F072-3B84-106D-BD916666DCB5}"/>
                    </a:ext>
                  </a:extLst>
                </p:cNvPr>
                <p:cNvPicPr/>
                <p:nvPr/>
              </p:nvPicPr>
              <p:blipFill>
                <a:blip r:embed="rId18"/>
                <a:stretch>
                  <a:fillRect/>
                </a:stretch>
              </p:blipFill>
              <p:spPr>
                <a:xfrm>
                  <a:off x="6277084" y="5064368"/>
                  <a:ext cx="45360" cy="271080"/>
                </a:xfrm>
                <a:prstGeom prst="rect">
                  <a:avLst/>
                </a:prstGeom>
              </p:spPr>
            </p:pic>
          </mc:Fallback>
        </mc:AlternateContent>
      </p:grpSp>
    </p:spTree>
    <p:extLst>
      <p:ext uri="{BB962C8B-B14F-4D97-AF65-F5344CB8AC3E}">
        <p14:creationId xmlns:p14="http://schemas.microsoft.com/office/powerpoint/2010/main" val="4144946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2666179"/>
          </a:xfrm>
        </p:spPr>
        <p:txBody>
          <a:bodyPr anchor="ctr">
            <a:normAutofit/>
          </a:bodyPr>
          <a:lstStyle/>
          <a:p>
            <a:pPr marL="0" indent="0" algn="just">
              <a:buNone/>
            </a:pPr>
            <a:r>
              <a:rPr lang="en-IN" sz="1800" b="1" i="0" dirty="0">
                <a:solidFill>
                  <a:srgbClr val="222222"/>
                </a:solidFill>
                <a:effectLst/>
                <a:latin typeface="Times New Roman" panose="02020603050405020304" pitchFamily="18" charset="0"/>
                <a:cs typeface="Times New Roman" panose="02020603050405020304" pitchFamily="18" charset="0"/>
              </a:rPr>
              <a:t>5. </a:t>
            </a:r>
            <a:r>
              <a:rPr lang="en-US" sz="1800" b="1" i="0" dirty="0">
                <a:solidFill>
                  <a:srgbClr val="222222"/>
                </a:solidFill>
                <a:effectLst/>
                <a:latin typeface="Times New Roman" panose="02020603050405020304" pitchFamily="18" charset="0"/>
                <a:cs typeface="Times New Roman" panose="02020603050405020304" pitchFamily="18" charset="0"/>
              </a:rPr>
              <a:t>Sum of Squares Regression (SSR) </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The sum of squared differences between predicted data points (</a:t>
            </a:r>
            <a:r>
              <a:rPr lang="en-US" sz="1800" b="0" i="0" dirty="0" err="1">
                <a:solidFill>
                  <a:srgbClr val="222222"/>
                </a:solidFill>
                <a:effectLst/>
                <a:latin typeface="Times New Roman" panose="02020603050405020304" pitchFamily="18" charset="0"/>
                <a:cs typeface="Times New Roman" panose="02020603050405020304" pitchFamily="18" charset="0"/>
              </a:rPr>
              <a:t>ŷi</a:t>
            </a:r>
            <a:r>
              <a:rPr lang="en-US" sz="1800" b="0" i="0" dirty="0">
                <a:solidFill>
                  <a:srgbClr val="222222"/>
                </a:solidFill>
                <a:effectLst/>
                <a:latin typeface="Times New Roman" panose="02020603050405020304" pitchFamily="18" charset="0"/>
                <a:cs typeface="Times New Roman" panose="02020603050405020304" pitchFamily="18" charset="0"/>
              </a:rPr>
              <a:t>) and the mean of the response variable(y).</a:t>
            </a:r>
            <a:endParaRPr lang="en-IN" sz="2400" dirty="0"/>
          </a:p>
        </p:txBody>
      </p:sp>
      <p:pic>
        <p:nvPicPr>
          <p:cNvPr id="6" name="Picture 5" descr="Text&#10;&#10;Description automatically generated">
            <a:extLst>
              <a:ext uri="{FF2B5EF4-FFF2-40B4-BE49-F238E27FC236}">
                <a16:creationId xmlns:a16="http://schemas.microsoft.com/office/drawing/2014/main" id="{071C9EC0-A46A-45AA-901C-0B4E382FACC9}"/>
              </a:ext>
            </a:extLst>
          </p:cNvPr>
          <p:cNvPicPr>
            <a:picLocks noChangeAspect="1"/>
          </p:cNvPicPr>
          <p:nvPr/>
        </p:nvPicPr>
        <p:blipFill>
          <a:blip r:embed="rId2"/>
          <a:stretch>
            <a:fillRect/>
          </a:stretch>
        </p:blipFill>
        <p:spPr>
          <a:xfrm>
            <a:off x="4602871" y="4563724"/>
            <a:ext cx="1619250" cy="619125"/>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BC49104E-3748-51CD-5F19-5FCA91A2339C}"/>
                  </a:ext>
                </a:extLst>
              </p14:cNvPr>
              <p14:cNvContentPartPr/>
              <p14:nvPr/>
            </p14:nvContentPartPr>
            <p14:xfrm>
              <a:off x="5575084" y="5131688"/>
              <a:ext cx="14400" cy="141840"/>
            </p14:xfrm>
          </p:contentPart>
        </mc:Choice>
        <mc:Fallback>
          <p:pic>
            <p:nvPicPr>
              <p:cNvPr id="2" name="Ink 1">
                <a:extLst>
                  <a:ext uri="{FF2B5EF4-FFF2-40B4-BE49-F238E27FC236}">
                    <a16:creationId xmlns:a16="http://schemas.microsoft.com/office/drawing/2014/main" id="{BC49104E-3748-51CD-5F19-5FCA91A2339C}"/>
                  </a:ext>
                </a:extLst>
              </p:cNvPr>
              <p:cNvPicPr/>
              <p:nvPr/>
            </p:nvPicPr>
            <p:blipFill>
              <a:blip r:embed="rId4"/>
              <a:stretch>
                <a:fillRect/>
              </a:stretch>
            </p:blipFill>
            <p:spPr>
              <a:xfrm>
                <a:off x="5566084" y="5123048"/>
                <a:ext cx="3204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71F4F410-FF7B-6209-5F1D-B89D07C1530A}"/>
                  </a:ext>
                </a:extLst>
              </p14:cNvPr>
              <p14:cNvContentPartPr/>
              <p14:nvPr/>
            </p14:nvContentPartPr>
            <p14:xfrm>
              <a:off x="5922844" y="5149688"/>
              <a:ext cx="14400" cy="161640"/>
            </p14:xfrm>
          </p:contentPart>
        </mc:Choice>
        <mc:Fallback>
          <p:pic>
            <p:nvPicPr>
              <p:cNvPr id="5" name="Ink 4">
                <a:extLst>
                  <a:ext uri="{FF2B5EF4-FFF2-40B4-BE49-F238E27FC236}">
                    <a16:creationId xmlns:a16="http://schemas.microsoft.com/office/drawing/2014/main" id="{71F4F410-FF7B-6209-5F1D-B89D07C1530A}"/>
                  </a:ext>
                </a:extLst>
              </p:cNvPr>
              <p:cNvPicPr/>
              <p:nvPr/>
            </p:nvPicPr>
            <p:blipFill>
              <a:blip r:embed="rId6"/>
              <a:stretch>
                <a:fillRect/>
              </a:stretch>
            </p:blipFill>
            <p:spPr>
              <a:xfrm>
                <a:off x="5914204" y="5140688"/>
                <a:ext cx="32040" cy="179280"/>
              </a:xfrm>
              <a:prstGeom prst="rect">
                <a:avLst/>
              </a:prstGeom>
            </p:spPr>
          </p:pic>
        </mc:Fallback>
      </mc:AlternateContent>
    </p:spTree>
    <p:extLst>
      <p:ext uri="{BB962C8B-B14F-4D97-AF65-F5344CB8AC3E}">
        <p14:creationId xmlns:p14="http://schemas.microsoft.com/office/powerpoint/2010/main" val="228609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2666179"/>
          </a:xfrm>
        </p:spPr>
        <p:txBody>
          <a:bodyPr anchor="ctr">
            <a:normAutofit/>
          </a:bodyPr>
          <a:lstStyle/>
          <a:p>
            <a:pPr marL="0" indent="0" algn="just">
              <a:buNone/>
            </a:pPr>
            <a:r>
              <a:rPr lang="en-IN" sz="1800" b="1" i="0" dirty="0">
                <a:solidFill>
                  <a:srgbClr val="222222"/>
                </a:solidFill>
                <a:effectLst/>
                <a:latin typeface="Times New Roman" panose="02020603050405020304" pitchFamily="18" charset="0"/>
                <a:cs typeface="Times New Roman" panose="02020603050405020304" pitchFamily="18" charset="0"/>
              </a:rPr>
              <a:t>6. </a:t>
            </a:r>
            <a:r>
              <a:rPr lang="en-US" sz="1800" b="1" i="0" dirty="0">
                <a:solidFill>
                  <a:srgbClr val="222222"/>
                </a:solidFill>
                <a:effectLst/>
                <a:latin typeface="Times New Roman" panose="02020603050405020304" pitchFamily="18" charset="0"/>
                <a:cs typeface="Times New Roman" panose="02020603050405020304" pitchFamily="18" charset="0"/>
              </a:rPr>
              <a:t>Sum of Squares Error (SSE) </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The sum of squared differences between predicted data points (</a:t>
            </a:r>
            <a:r>
              <a:rPr lang="en-US" sz="1800" b="0" i="0" dirty="0" err="1">
                <a:solidFill>
                  <a:srgbClr val="222222"/>
                </a:solidFill>
                <a:effectLst/>
                <a:latin typeface="Times New Roman" panose="02020603050405020304" pitchFamily="18" charset="0"/>
                <a:cs typeface="Times New Roman" panose="02020603050405020304" pitchFamily="18" charset="0"/>
              </a:rPr>
              <a:t>ŷi</a:t>
            </a:r>
            <a:r>
              <a:rPr lang="en-US" sz="1800" b="0" i="0" dirty="0">
                <a:solidFill>
                  <a:srgbClr val="222222"/>
                </a:solidFill>
                <a:effectLst/>
                <a:latin typeface="Times New Roman" panose="02020603050405020304" pitchFamily="18" charset="0"/>
                <a:cs typeface="Times New Roman" panose="02020603050405020304" pitchFamily="18" charset="0"/>
              </a:rPr>
              <a:t>) and observed data points (</a:t>
            </a:r>
            <a:r>
              <a:rPr lang="en-US" sz="1800" b="0" i="0" dirty="0" err="1">
                <a:solidFill>
                  <a:srgbClr val="222222"/>
                </a:solidFill>
                <a:effectLst/>
                <a:latin typeface="Times New Roman" panose="02020603050405020304" pitchFamily="18" charset="0"/>
                <a:cs typeface="Times New Roman" panose="02020603050405020304" pitchFamily="18" charset="0"/>
              </a:rPr>
              <a:t>yi</a:t>
            </a:r>
            <a:r>
              <a:rPr lang="en-US" sz="1800" b="0" i="0" dirty="0">
                <a:solidFill>
                  <a:srgbClr val="222222"/>
                </a:solidFill>
                <a:effectLst/>
                <a:latin typeface="Times New Roman" panose="02020603050405020304" pitchFamily="18" charset="0"/>
                <a:cs typeface="Times New Roman" panose="02020603050405020304" pitchFamily="18" charset="0"/>
              </a:rPr>
              <a:t>).</a:t>
            </a:r>
            <a:endParaRPr lang="en-IN" sz="2400" dirty="0"/>
          </a:p>
        </p:txBody>
      </p:sp>
      <p:pic>
        <p:nvPicPr>
          <p:cNvPr id="5" name="Picture 4" descr="Logo&#10;&#10;Description automatically generated with low confidence">
            <a:extLst>
              <a:ext uri="{FF2B5EF4-FFF2-40B4-BE49-F238E27FC236}">
                <a16:creationId xmlns:a16="http://schemas.microsoft.com/office/drawing/2014/main" id="{CB5FC824-ABE9-44A2-A31E-F2A82AF83C86}"/>
              </a:ext>
            </a:extLst>
          </p:cNvPr>
          <p:cNvPicPr>
            <a:picLocks noChangeAspect="1"/>
          </p:cNvPicPr>
          <p:nvPr/>
        </p:nvPicPr>
        <p:blipFill>
          <a:blip r:embed="rId2"/>
          <a:stretch>
            <a:fillRect/>
          </a:stretch>
        </p:blipFill>
        <p:spPr>
          <a:xfrm>
            <a:off x="5036304" y="4651791"/>
            <a:ext cx="1609725" cy="504825"/>
          </a:xfrm>
          <a:prstGeom prst="rect">
            <a:avLst/>
          </a:prstGeom>
        </p:spPr>
      </p:pic>
      <p:pic>
        <p:nvPicPr>
          <p:cNvPr id="6" name="Picture 5" descr="A picture containing text&#10;&#10;Description automatically generated">
            <a:extLst>
              <a:ext uri="{FF2B5EF4-FFF2-40B4-BE49-F238E27FC236}">
                <a16:creationId xmlns:a16="http://schemas.microsoft.com/office/drawing/2014/main" id="{0849E047-87A5-4015-9775-60B25AF7E531}"/>
              </a:ext>
            </a:extLst>
          </p:cNvPr>
          <p:cNvPicPr>
            <a:picLocks noChangeAspect="1"/>
          </p:cNvPicPr>
          <p:nvPr/>
        </p:nvPicPr>
        <p:blipFill>
          <a:blip r:embed="rId3"/>
          <a:stretch>
            <a:fillRect/>
          </a:stretch>
        </p:blipFill>
        <p:spPr>
          <a:xfrm>
            <a:off x="5841166" y="5337938"/>
            <a:ext cx="1943100" cy="600075"/>
          </a:xfrm>
          <a:prstGeom prst="rect">
            <a:avLst/>
          </a:prstGeom>
        </p:spPr>
      </p:pic>
      <p:sp>
        <p:nvSpPr>
          <p:cNvPr id="14" name="TextBox 13">
            <a:extLst>
              <a:ext uri="{FF2B5EF4-FFF2-40B4-BE49-F238E27FC236}">
                <a16:creationId xmlns:a16="http://schemas.microsoft.com/office/drawing/2014/main" id="{E5286DC8-180A-4A6B-A8D4-CF100B390BC9}"/>
              </a:ext>
            </a:extLst>
          </p:cNvPr>
          <p:cNvSpPr txBox="1"/>
          <p:nvPr/>
        </p:nvSpPr>
        <p:spPr>
          <a:xfrm>
            <a:off x="1367624" y="5453310"/>
            <a:ext cx="6093500" cy="369332"/>
          </a:xfrm>
          <a:prstGeom prst="rect">
            <a:avLst/>
          </a:prstGeom>
          <a:noFill/>
        </p:spPr>
        <p:txBody>
          <a:bodyPr wrap="square">
            <a:spAutoFit/>
          </a:bodyPr>
          <a:lstStyle/>
          <a:p>
            <a:r>
              <a:rPr lang="en-US" sz="1800" b="0" i="0" dirty="0">
                <a:solidFill>
                  <a:srgbClr val="222222"/>
                </a:solidFill>
                <a:effectLst/>
                <a:latin typeface="Times New Roman" panose="02020603050405020304" pitchFamily="18" charset="0"/>
                <a:cs typeface="Times New Roman" panose="02020603050405020304" pitchFamily="18" charset="0"/>
              </a:rPr>
              <a:t>Relationship between SSR and SSE with SST is </a:t>
            </a:r>
            <a:endParaRPr lang="en-IN" dirty="0"/>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C91BDD0-95B7-694B-E196-921F1035CF7D}"/>
                  </a:ext>
                </a:extLst>
              </p14:cNvPr>
              <p14:cNvContentPartPr/>
              <p14:nvPr/>
            </p14:nvContentPartPr>
            <p14:xfrm>
              <a:off x="4770124" y="3521048"/>
              <a:ext cx="395640" cy="186120"/>
            </p14:xfrm>
          </p:contentPart>
        </mc:Choice>
        <mc:Fallback>
          <p:pic>
            <p:nvPicPr>
              <p:cNvPr id="2" name="Ink 1">
                <a:extLst>
                  <a:ext uri="{FF2B5EF4-FFF2-40B4-BE49-F238E27FC236}">
                    <a16:creationId xmlns:a16="http://schemas.microsoft.com/office/drawing/2014/main" id="{8C91BDD0-95B7-694B-E196-921F1035CF7D}"/>
                  </a:ext>
                </a:extLst>
              </p:cNvPr>
              <p:cNvPicPr/>
              <p:nvPr/>
            </p:nvPicPr>
            <p:blipFill>
              <a:blip r:embed="rId5"/>
              <a:stretch>
                <a:fillRect/>
              </a:stretch>
            </p:blipFill>
            <p:spPr>
              <a:xfrm>
                <a:off x="4761484" y="3512048"/>
                <a:ext cx="41328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7" name="Ink 6">
                <a:extLst>
                  <a:ext uri="{FF2B5EF4-FFF2-40B4-BE49-F238E27FC236}">
                    <a16:creationId xmlns:a16="http://schemas.microsoft.com/office/drawing/2014/main" id="{82C02756-61EB-E322-32F2-5EFCD6539AFB}"/>
                  </a:ext>
                </a:extLst>
              </p14:cNvPr>
              <p14:cNvContentPartPr/>
              <p14:nvPr/>
            </p14:nvContentPartPr>
            <p14:xfrm>
              <a:off x="6001684" y="5092448"/>
              <a:ext cx="2880" cy="2160"/>
            </p14:xfrm>
          </p:contentPart>
        </mc:Choice>
        <mc:Fallback>
          <p:pic>
            <p:nvPicPr>
              <p:cNvPr id="7" name="Ink 6">
                <a:extLst>
                  <a:ext uri="{FF2B5EF4-FFF2-40B4-BE49-F238E27FC236}">
                    <a16:creationId xmlns:a16="http://schemas.microsoft.com/office/drawing/2014/main" id="{82C02756-61EB-E322-32F2-5EFCD6539AFB}"/>
                  </a:ext>
                </a:extLst>
              </p:cNvPr>
              <p:cNvPicPr/>
              <p:nvPr/>
            </p:nvPicPr>
            <p:blipFill>
              <a:blip r:embed="rId7"/>
              <a:stretch>
                <a:fillRect/>
              </a:stretch>
            </p:blipFill>
            <p:spPr>
              <a:xfrm>
                <a:off x="5993044" y="5083808"/>
                <a:ext cx="2052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40275303-4711-2416-9469-2E586E3C35E6}"/>
                  </a:ext>
                </a:extLst>
              </p14:cNvPr>
              <p14:cNvContentPartPr/>
              <p14:nvPr/>
            </p14:nvContentPartPr>
            <p14:xfrm>
              <a:off x="6376084" y="5050688"/>
              <a:ext cx="20160" cy="13320"/>
            </p14:xfrm>
          </p:contentPart>
        </mc:Choice>
        <mc:Fallback>
          <p:pic>
            <p:nvPicPr>
              <p:cNvPr id="8" name="Ink 7">
                <a:extLst>
                  <a:ext uri="{FF2B5EF4-FFF2-40B4-BE49-F238E27FC236}">
                    <a16:creationId xmlns:a16="http://schemas.microsoft.com/office/drawing/2014/main" id="{40275303-4711-2416-9469-2E586E3C35E6}"/>
                  </a:ext>
                </a:extLst>
              </p:cNvPr>
              <p:cNvPicPr/>
              <p:nvPr/>
            </p:nvPicPr>
            <p:blipFill>
              <a:blip r:embed="rId9"/>
              <a:stretch>
                <a:fillRect/>
              </a:stretch>
            </p:blipFill>
            <p:spPr>
              <a:xfrm>
                <a:off x="6367084" y="5042048"/>
                <a:ext cx="3780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9D4DFF90-4A5E-1C40-4BA6-FFD6C22EE1C2}"/>
                  </a:ext>
                </a:extLst>
              </p14:cNvPr>
              <p14:cNvContentPartPr/>
              <p14:nvPr/>
            </p14:nvContentPartPr>
            <p14:xfrm>
              <a:off x="3511204" y="5906048"/>
              <a:ext cx="329040" cy="47160"/>
            </p14:xfrm>
          </p:contentPart>
        </mc:Choice>
        <mc:Fallback>
          <p:pic>
            <p:nvPicPr>
              <p:cNvPr id="10" name="Ink 9">
                <a:extLst>
                  <a:ext uri="{FF2B5EF4-FFF2-40B4-BE49-F238E27FC236}">
                    <a16:creationId xmlns:a16="http://schemas.microsoft.com/office/drawing/2014/main" id="{9D4DFF90-4A5E-1C40-4BA6-FFD6C22EE1C2}"/>
                  </a:ext>
                </a:extLst>
              </p:cNvPr>
              <p:cNvPicPr/>
              <p:nvPr/>
            </p:nvPicPr>
            <p:blipFill>
              <a:blip r:embed="rId11"/>
              <a:stretch>
                <a:fillRect/>
              </a:stretch>
            </p:blipFill>
            <p:spPr>
              <a:xfrm>
                <a:off x="3502564" y="5897048"/>
                <a:ext cx="34668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7D2978C1-772A-C666-D4C2-760B70190764}"/>
                  </a:ext>
                </a:extLst>
              </p14:cNvPr>
              <p14:cNvContentPartPr/>
              <p14:nvPr/>
            </p14:nvContentPartPr>
            <p14:xfrm>
              <a:off x="4449724" y="5911808"/>
              <a:ext cx="313200" cy="2160"/>
            </p14:xfrm>
          </p:contentPart>
        </mc:Choice>
        <mc:Fallback>
          <p:pic>
            <p:nvPicPr>
              <p:cNvPr id="12" name="Ink 11">
                <a:extLst>
                  <a:ext uri="{FF2B5EF4-FFF2-40B4-BE49-F238E27FC236}">
                    <a16:creationId xmlns:a16="http://schemas.microsoft.com/office/drawing/2014/main" id="{7D2978C1-772A-C666-D4C2-760B70190764}"/>
                  </a:ext>
                </a:extLst>
              </p:cNvPr>
              <p:cNvPicPr/>
              <p:nvPr/>
            </p:nvPicPr>
            <p:blipFill>
              <a:blip r:embed="rId13"/>
              <a:stretch>
                <a:fillRect/>
              </a:stretch>
            </p:blipFill>
            <p:spPr>
              <a:xfrm>
                <a:off x="4441084" y="5903168"/>
                <a:ext cx="330840" cy="19800"/>
              </a:xfrm>
              <a:prstGeom prst="rect">
                <a:avLst/>
              </a:prstGeom>
            </p:spPr>
          </p:pic>
        </mc:Fallback>
      </mc:AlternateContent>
      <p:grpSp>
        <p:nvGrpSpPr>
          <p:cNvPr id="20" name="Group 19">
            <a:extLst>
              <a:ext uri="{FF2B5EF4-FFF2-40B4-BE49-F238E27FC236}">
                <a16:creationId xmlns:a16="http://schemas.microsoft.com/office/drawing/2014/main" id="{74686FCA-9258-1B52-C402-02ED1631F1B0}"/>
              </a:ext>
            </a:extLst>
          </p:cNvPr>
          <p:cNvGrpSpPr/>
          <p:nvPr/>
        </p:nvGrpSpPr>
        <p:grpSpPr>
          <a:xfrm>
            <a:off x="5311564" y="5836208"/>
            <a:ext cx="2352960" cy="140400"/>
            <a:chOff x="5311564" y="5836208"/>
            <a:chExt cx="2352960" cy="140400"/>
          </a:xfrm>
        </p:grpSpPr>
        <mc:AlternateContent xmlns:mc="http://schemas.openxmlformats.org/markup-compatibility/2006">
          <mc:Choice xmlns:p14="http://schemas.microsoft.com/office/powerpoint/2010/main" Requires="p14">
            <p:contentPart p14:bwMode="auto" r:id="rId14">
              <p14:nvContentPartPr>
                <p14:cNvPr id="16" name="Ink 15">
                  <a:extLst>
                    <a:ext uri="{FF2B5EF4-FFF2-40B4-BE49-F238E27FC236}">
                      <a16:creationId xmlns:a16="http://schemas.microsoft.com/office/drawing/2014/main" id="{623D2D19-4441-C2FA-0068-572B2AF65CE7}"/>
                    </a:ext>
                  </a:extLst>
                </p14:cNvPr>
                <p14:cNvContentPartPr/>
                <p14:nvPr/>
              </p14:nvContentPartPr>
              <p14:xfrm>
                <a:off x="5311564" y="5933768"/>
                <a:ext cx="275760" cy="20520"/>
              </p14:xfrm>
            </p:contentPart>
          </mc:Choice>
          <mc:Fallback>
            <p:pic>
              <p:nvPicPr>
                <p:cNvPr id="16" name="Ink 15">
                  <a:extLst>
                    <a:ext uri="{FF2B5EF4-FFF2-40B4-BE49-F238E27FC236}">
                      <a16:creationId xmlns:a16="http://schemas.microsoft.com/office/drawing/2014/main" id="{623D2D19-4441-C2FA-0068-572B2AF65CE7}"/>
                    </a:ext>
                  </a:extLst>
                </p:cNvPr>
                <p:cNvPicPr/>
                <p:nvPr/>
              </p:nvPicPr>
              <p:blipFill>
                <a:blip r:embed="rId15"/>
                <a:stretch>
                  <a:fillRect/>
                </a:stretch>
              </p:blipFill>
              <p:spPr>
                <a:xfrm>
                  <a:off x="5302564" y="5924768"/>
                  <a:ext cx="2934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8" name="Ink 17">
                  <a:extLst>
                    <a:ext uri="{FF2B5EF4-FFF2-40B4-BE49-F238E27FC236}">
                      <a16:creationId xmlns:a16="http://schemas.microsoft.com/office/drawing/2014/main" id="{2D59E166-E3BF-B6F4-B02F-9C8F4DD26126}"/>
                    </a:ext>
                  </a:extLst>
                </p14:cNvPr>
                <p14:cNvContentPartPr/>
                <p14:nvPr/>
              </p14:nvContentPartPr>
              <p14:xfrm>
                <a:off x="5993044" y="5836208"/>
                <a:ext cx="1671480" cy="140400"/>
              </p14:xfrm>
            </p:contentPart>
          </mc:Choice>
          <mc:Fallback>
            <p:pic>
              <p:nvPicPr>
                <p:cNvPr id="18" name="Ink 17">
                  <a:extLst>
                    <a:ext uri="{FF2B5EF4-FFF2-40B4-BE49-F238E27FC236}">
                      <a16:creationId xmlns:a16="http://schemas.microsoft.com/office/drawing/2014/main" id="{2D59E166-E3BF-B6F4-B02F-9C8F4DD26126}"/>
                    </a:ext>
                  </a:extLst>
                </p:cNvPr>
                <p:cNvPicPr/>
                <p:nvPr/>
              </p:nvPicPr>
              <p:blipFill>
                <a:blip r:embed="rId17"/>
                <a:stretch>
                  <a:fillRect/>
                </a:stretch>
              </p:blipFill>
              <p:spPr>
                <a:xfrm>
                  <a:off x="5984404" y="5827208"/>
                  <a:ext cx="1689120" cy="158040"/>
                </a:xfrm>
                <a:prstGeom prst="rect">
                  <a:avLst/>
                </a:prstGeom>
              </p:spPr>
            </p:pic>
          </mc:Fallback>
        </mc:AlternateContent>
      </p:grpSp>
    </p:spTree>
    <p:extLst>
      <p:ext uri="{BB962C8B-B14F-4D97-AF65-F5344CB8AC3E}">
        <p14:creationId xmlns:p14="http://schemas.microsoft.com/office/powerpoint/2010/main" val="2640588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2666179"/>
          </a:xfrm>
        </p:spPr>
        <p:txBody>
          <a:bodyPr anchor="ctr">
            <a:normAutofit/>
          </a:bodyPr>
          <a:lstStyle/>
          <a:p>
            <a:pPr marL="0" indent="0" algn="just">
              <a:buNone/>
            </a:pPr>
            <a:r>
              <a:rPr lang="en-IN" sz="1800" b="1" dirty="0">
                <a:solidFill>
                  <a:srgbClr val="222222"/>
                </a:solidFill>
                <a:latin typeface="Times New Roman" panose="02020603050405020304" pitchFamily="18" charset="0"/>
                <a:cs typeface="Times New Roman" panose="02020603050405020304" pitchFamily="18" charset="0"/>
              </a:rPr>
              <a:t>7</a:t>
            </a:r>
            <a:r>
              <a:rPr lang="en-IN" sz="1800" b="1" i="0" dirty="0">
                <a:solidFill>
                  <a:srgbClr val="222222"/>
                </a:solidFill>
                <a:effectLst/>
                <a:latin typeface="Times New Roman" panose="02020603050405020304" pitchFamily="18" charset="0"/>
                <a:cs typeface="Times New Roman" panose="02020603050405020304" pitchFamily="18" charset="0"/>
              </a:rPr>
              <a:t>. </a:t>
            </a:r>
            <a:r>
              <a:rPr lang="en-US" sz="1800" b="1" i="0" dirty="0">
                <a:solidFill>
                  <a:srgbClr val="222222"/>
                </a:solidFill>
                <a:effectLst/>
                <a:latin typeface="Times New Roman" panose="02020603050405020304" pitchFamily="18" charset="0"/>
                <a:cs typeface="Times New Roman" panose="02020603050405020304" pitchFamily="18" charset="0"/>
              </a:rPr>
              <a:t>R Square / Coefficient of Determination/ </a:t>
            </a:r>
            <a:r>
              <a:rPr lang="en-US" sz="1800" b="1" dirty="0">
                <a:solidFill>
                  <a:srgbClr val="222222"/>
                </a:solidFill>
                <a:latin typeface="Times New Roman" panose="02020603050405020304" pitchFamily="18" charset="0"/>
                <a:cs typeface="Times New Roman" panose="02020603050405020304" pitchFamily="18" charset="0"/>
              </a:rPr>
              <a:t>Goodness of fit</a:t>
            </a:r>
            <a:endParaRPr lang="en-US" sz="1800" b="1" i="0" dirty="0">
              <a:solidFill>
                <a:srgbClr val="222222"/>
              </a:solidFill>
              <a:effectLst/>
              <a:latin typeface="Times New Roman" panose="02020603050405020304" pitchFamily="18" charset="0"/>
              <a:cs typeface="Times New Roman" panose="02020603050405020304" pitchFamily="18" charset="0"/>
            </a:endParaRP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It estimates the ratio of the variance of the dependent element described by the target element. It’s used for finding the accuracy of the model. It depicts the closeness of the data points to the trend line made by the model. This helps to make a link between the independent element and the target element. R square is from zero to one. The nearer R square is to one, the more accurate the model.</a:t>
            </a:r>
            <a:endParaRPr lang="en-IN" sz="2400" dirty="0"/>
          </a:p>
        </p:txBody>
      </p:sp>
      <p:pic>
        <p:nvPicPr>
          <p:cNvPr id="7" name="Picture 6" descr="Text&#10;&#10;Description automatically generated with medium confidence">
            <a:extLst>
              <a:ext uri="{FF2B5EF4-FFF2-40B4-BE49-F238E27FC236}">
                <a16:creationId xmlns:a16="http://schemas.microsoft.com/office/drawing/2014/main" id="{40E224E1-C2A2-4AF0-B4D6-1F3CA6BB2500}"/>
              </a:ext>
            </a:extLst>
          </p:cNvPr>
          <p:cNvPicPr>
            <a:picLocks noChangeAspect="1"/>
          </p:cNvPicPr>
          <p:nvPr/>
        </p:nvPicPr>
        <p:blipFill>
          <a:blip r:embed="rId2"/>
          <a:stretch>
            <a:fillRect/>
          </a:stretch>
        </p:blipFill>
        <p:spPr>
          <a:xfrm>
            <a:off x="4119953" y="4747541"/>
            <a:ext cx="4093254" cy="722339"/>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AC7A375D-64F8-4AD6-947B-2B37BD6F0A24}"/>
              </a:ext>
            </a:extLst>
          </p:cNvPr>
          <p:cNvPicPr>
            <a:picLocks noChangeAspect="1"/>
          </p:cNvPicPr>
          <p:nvPr/>
        </p:nvPicPr>
        <p:blipFill>
          <a:blip r:embed="rId3"/>
          <a:stretch>
            <a:fillRect/>
          </a:stretch>
        </p:blipFill>
        <p:spPr>
          <a:xfrm>
            <a:off x="4976500" y="5479335"/>
            <a:ext cx="1819275" cy="742950"/>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3BD94C15-5F6F-59E0-39B4-0F9A4E6D31BD}"/>
                  </a:ext>
                </a:extLst>
              </p14:cNvPr>
              <p14:cNvContentPartPr/>
              <p14:nvPr/>
            </p14:nvContentPartPr>
            <p14:xfrm>
              <a:off x="1785724" y="3421328"/>
              <a:ext cx="582480" cy="15480"/>
            </p14:xfrm>
          </p:contentPart>
        </mc:Choice>
        <mc:Fallback>
          <p:pic>
            <p:nvPicPr>
              <p:cNvPr id="2" name="Ink 1">
                <a:extLst>
                  <a:ext uri="{FF2B5EF4-FFF2-40B4-BE49-F238E27FC236}">
                    <a16:creationId xmlns:a16="http://schemas.microsoft.com/office/drawing/2014/main" id="{3BD94C15-5F6F-59E0-39B4-0F9A4E6D31BD}"/>
                  </a:ext>
                </a:extLst>
              </p:cNvPr>
              <p:cNvPicPr/>
              <p:nvPr/>
            </p:nvPicPr>
            <p:blipFill>
              <a:blip r:embed="rId5"/>
              <a:stretch>
                <a:fillRect/>
              </a:stretch>
            </p:blipFill>
            <p:spPr>
              <a:xfrm>
                <a:off x="1777084" y="3412688"/>
                <a:ext cx="600120" cy="33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364BADBC-5EC0-CE86-F8C3-670402971C13}"/>
                  </a:ext>
                </a:extLst>
              </p14:cNvPr>
              <p14:cNvContentPartPr/>
              <p14:nvPr/>
            </p14:nvContentPartPr>
            <p14:xfrm>
              <a:off x="3273604" y="3532208"/>
              <a:ext cx="1419120" cy="24840"/>
            </p14:xfrm>
          </p:contentPart>
        </mc:Choice>
        <mc:Fallback>
          <p:pic>
            <p:nvPicPr>
              <p:cNvPr id="5" name="Ink 4">
                <a:extLst>
                  <a:ext uri="{FF2B5EF4-FFF2-40B4-BE49-F238E27FC236}">
                    <a16:creationId xmlns:a16="http://schemas.microsoft.com/office/drawing/2014/main" id="{364BADBC-5EC0-CE86-F8C3-670402971C13}"/>
                  </a:ext>
                </a:extLst>
              </p:cNvPr>
              <p:cNvPicPr/>
              <p:nvPr/>
            </p:nvPicPr>
            <p:blipFill>
              <a:blip r:embed="rId7"/>
              <a:stretch>
                <a:fillRect/>
              </a:stretch>
            </p:blipFill>
            <p:spPr>
              <a:xfrm>
                <a:off x="3264964" y="3523208"/>
                <a:ext cx="143676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802A7290-A7C3-8984-B86C-9F5E393674CA}"/>
                  </a:ext>
                </a:extLst>
              </p14:cNvPr>
              <p14:cNvContentPartPr/>
              <p14:nvPr/>
            </p14:nvContentPartPr>
            <p14:xfrm>
              <a:off x="6157924" y="3425648"/>
              <a:ext cx="766800" cy="38520"/>
            </p14:xfrm>
          </p:contentPart>
        </mc:Choice>
        <mc:Fallback>
          <p:pic>
            <p:nvPicPr>
              <p:cNvPr id="6" name="Ink 5">
                <a:extLst>
                  <a:ext uri="{FF2B5EF4-FFF2-40B4-BE49-F238E27FC236}">
                    <a16:creationId xmlns:a16="http://schemas.microsoft.com/office/drawing/2014/main" id="{802A7290-A7C3-8984-B86C-9F5E393674CA}"/>
                  </a:ext>
                </a:extLst>
              </p:cNvPr>
              <p:cNvPicPr/>
              <p:nvPr/>
            </p:nvPicPr>
            <p:blipFill>
              <a:blip r:embed="rId9"/>
              <a:stretch>
                <a:fillRect/>
              </a:stretch>
            </p:blipFill>
            <p:spPr>
              <a:xfrm>
                <a:off x="6148924" y="3416648"/>
                <a:ext cx="78444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10FC32C2-8841-28D8-2A18-209A14A51210}"/>
                  </a:ext>
                </a:extLst>
              </p14:cNvPr>
              <p14:cNvContentPartPr/>
              <p14:nvPr/>
            </p14:nvContentPartPr>
            <p14:xfrm>
              <a:off x="5817364" y="3831368"/>
              <a:ext cx="392760" cy="28800"/>
            </p14:xfrm>
          </p:contentPart>
        </mc:Choice>
        <mc:Fallback>
          <p:pic>
            <p:nvPicPr>
              <p:cNvPr id="8" name="Ink 7">
                <a:extLst>
                  <a:ext uri="{FF2B5EF4-FFF2-40B4-BE49-F238E27FC236}">
                    <a16:creationId xmlns:a16="http://schemas.microsoft.com/office/drawing/2014/main" id="{10FC32C2-8841-28D8-2A18-209A14A51210}"/>
                  </a:ext>
                </a:extLst>
              </p:cNvPr>
              <p:cNvPicPr/>
              <p:nvPr/>
            </p:nvPicPr>
            <p:blipFill>
              <a:blip r:embed="rId11"/>
              <a:stretch>
                <a:fillRect/>
              </a:stretch>
            </p:blipFill>
            <p:spPr>
              <a:xfrm>
                <a:off x="5808364" y="3822368"/>
                <a:ext cx="41040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9C7B68ED-24B4-B5E1-B003-5B007CE6E80C}"/>
                  </a:ext>
                </a:extLst>
              </p14:cNvPr>
              <p14:cNvContentPartPr/>
              <p14:nvPr/>
            </p14:nvContentPartPr>
            <p14:xfrm>
              <a:off x="9013444" y="3808328"/>
              <a:ext cx="438120" cy="32760"/>
            </p14:xfrm>
          </p:contentPart>
        </mc:Choice>
        <mc:Fallback>
          <p:pic>
            <p:nvPicPr>
              <p:cNvPr id="12" name="Ink 11">
                <a:extLst>
                  <a:ext uri="{FF2B5EF4-FFF2-40B4-BE49-F238E27FC236}">
                    <a16:creationId xmlns:a16="http://schemas.microsoft.com/office/drawing/2014/main" id="{9C7B68ED-24B4-B5E1-B003-5B007CE6E80C}"/>
                  </a:ext>
                </a:extLst>
              </p:cNvPr>
              <p:cNvPicPr/>
              <p:nvPr/>
            </p:nvPicPr>
            <p:blipFill>
              <a:blip r:embed="rId13"/>
              <a:stretch>
                <a:fillRect/>
              </a:stretch>
            </p:blipFill>
            <p:spPr>
              <a:xfrm>
                <a:off x="9004444" y="3799328"/>
                <a:ext cx="455760" cy="50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3C852405-B452-BBAB-E1E8-189C4538006A}"/>
                  </a:ext>
                </a:extLst>
              </p14:cNvPr>
              <p14:cNvContentPartPr/>
              <p14:nvPr/>
            </p14:nvContentPartPr>
            <p14:xfrm>
              <a:off x="4471684" y="4070048"/>
              <a:ext cx="349200" cy="20880"/>
            </p14:xfrm>
          </p:contentPart>
        </mc:Choice>
        <mc:Fallback>
          <p:pic>
            <p:nvPicPr>
              <p:cNvPr id="14" name="Ink 13">
                <a:extLst>
                  <a:ext uri="{FF2B5EF4-FFF2-40B4-BE49-F238E27FC236}">
                    <a16:creationId xmlns:a16="http://schemas.microsoft.com/office/drawing/2014/main" id="{3C852405-B452-BBAB-E1E8-189C4538006A}"/>
                  </a:ext>
                </a:extLst>
              </p:cNvPr>
              <p:cNvPicPr/>
              <p:nvPr/>
            </p:nvPicPr>
            <p:blipFill>
              <a:blip r:embed="rId15"/>
              <a:stretch>
                <a:fillRect/>
              </a:stretch>
            </p:blipFill>
            <p:spPr>
              <a:xfrm>
                <a:off x="4462684" y="4061408"/>
                <a:ext cx="3668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5826BCB8-B5A5-C096-9AD1-22E07C0D5944}"/>
                  </a:ext>
                </a:extLst>
              </p14:cNvPr>
              <p14:cNvContentPartPr/>
              <p14:nvPr/>
            </p14:nvContentPartPr>
            <p14:xfrm>
              <a:off x="8262124" y="4060688"/>
              <a:ext cx="451080" cy="23400"/>
            </p14:xfrm>
          </p:contentPart>
        </mc:Choice>
        <mc:Fallback>
          <p:pic>
            <p:nvPicPr>
              <p:cNvPr id="16" name="Ink 15">
                <a:extLst>
                  <a:ext uri="{FF2B5EF4-FFF2-40B4-BE49-F238E27FC236}">
                    <a16:creationId xmlns:a16="http://schemas.microsoft.com/office/drawing/2014/main" id="{5826BCB8-B5A5-C096-9AD1-22E07C0D5944}"/>
                  </a:ext>
                </a:extLst>
              </p:cNvPr>
              <p:cNvPicPr/>
              <p:nvPr/>
            </p:nvPicPr>
            <p:blipFill>
              <a:blip r:embed="rId17"/>
              <a:stretch>
                <a:fillRect/>
              </a:stretch>
            </p:blipFill>
            <p:spPr>
              <a:xfrm>
                <a:off x="8253124" y="4052048"/>
                <a:ext cx="4687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574151D7-B37D-C5E7-D03B-4A101C4A297D}"/>
                  </a:ext>
                </a:extLst>
              </p14:cNvPr>
              <p14:cNvContentPartPr/>
              <p14:nvPr/>
            </p14:nvContentPartPr>
            <p14:xfrm>
              <a:off x="10056004" y="4037648"/>
              <a:ext cx="396720" cy="25200"/>
            </p14:xfrm>
          </p:contentPart>
        </mc:Choice>
        <mc:Fallback>
          <p:pic>
            <p:nvPicPr>
              <p:cNvPr id="18" name="Ink 17">
                <a:extLst>
                  <a:ext uri="{FF2B5EF4-FFF2-40B4-BE49-F238E27FC236}">
                    <a16:creationId xmlns:a16="http://schemas.microsoft.com/office/drawing/2014/main" id="{574151D7-B37D-C5E7-D03B-4A101C4A297D}"/>
                  </a:ext>
                </a:extLst>
              </p:cNvPr>
              <p:cNvPicPr/>
              <p:nvPr/>
            </p:nvPicPr>
            <p:blipFill>
              <a:blip r:embed="rId19"/>
              <a:stretch>
                <a:fillRect/>
              </a:stretch>
            </p:blipFill>
            <p:spPr>
              <a:xfrm>
                <a:off x="10047364" y="4028648"/>
                <a:ext cx="414360" cy="428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0" name="Ink 19">
                <a:extLst>
                  <a:ext uri="{FF2B5EF4-FFF2-40B4-BE49-F238E27FC236}">
                    <a16:creationId xmlns:a16="http://schemas.microsoft.com/office/drawing/2014/main" id="{54B19329-F9F4-9D2F-CF14-F304CE534534}"/>
                  </a:ext>
                </a:extLst>
              </p14:cNvPr>
              <p14:cNvContentPartPr/>
              <p14:nvPr/>
            </p14:nvContentPartPr>
            <p14:xfrm>
              <a:off x="2592844" y="4308008"/>
              <a:ext cx="213120" cy="29520"/>
            </p14:xfrm>
          </p:contentPart>
        </mc:Choice>
        <mc:Fallback>
          <p:pic>
            <p:nvPicPr>
              <p:cNvPr id="20" name="Ink 19">
                <a:extLst>
                  <a:ext uri="{FF2B5EF4-FFF2-40B4-BE49-F238E27FC236}">
                    <a16:creationId xmlns:a16="http://schemas.microsoft.com/office/drawing/2014/main" id="{54B19329-F9F4-9D2F-CF14-F304CE534534}"/>
                  </a:ext>
                </a:extLst>
              </p:cNvPr>
              <p:cNvPicPr/>
              <p:nvPr/>
            </p:nvPicPr>
            <p:blipFill>
              <a:blip r:embed="rId21"/>
              <a:stretch>
                <a:fillRect/>
              </a:stretch>
            </p:blipFill>
            <p:spPr>
              <a:xfrm>
                <a:off x="2583844" y="4299008"/>
                <a:ext cx="230760" cy="47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21" name="Ink 20">
                <a:extLst>
                  <a:ext uri="{FF2B5EF4-FFF2-40B4-BE49-F238E27FC236}">
                    <a16:creationId xmlns:a16="http://schemas.microsoft.com/office/drawing/2014/main" id="{01A4C853-0F72-3CB4-F45E-6BD66A16E3EA}"/>
                  </a:ext>
                </a:extLst>
              </p14:cNvPr>
              <p14:cNvContentPartPr/>
              <p14:nvPr/>
            </p14:nvContentPartPr>
            <p14:xfrm>
              <a:off x="7255924" y="4322408"/>
              <a:ext cx="730080" cy="17280"/>
            </p14:xfrm>
          </p:contentPart>
        </mc:Choice>
        <mc:Fallback>
          <p:pic>
            <p:nvPicPr>
              <p:cNvPr id="21" name="Ink 20">
                <a:extLst>
                  <a:ext uri="{FF2B5EF4-FFF2-40B4-BE49-F238E27FC236}">
                    <a16:creationId xmlns:a16="http://schemas.microsoft.com/office/drawing/2014/main" id="{01A4C853-0F72-3CB4-F45E-6BD66A16E3EA}"/>
                  </a:ext>
                </a:extLst>
              </p:cNvPr>
              <p:cNvPicPr/>
              <p:nvPr/>
            </p:nvPicPr>
            <p:blipFill>
              <a:blip r:embed="rId23"/>
              <a:stretch>
                <a:fillRect/>
              </a:stretch>
            </p:blipFill>
            <p:spPr>
              <a:xfrm>
                <a:off x="7246924" y="4313768"/>
                <a:ext cx="74772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22" name="Ink 21">
                <a:extLst>
                  <a:ext uri="{FF2B5EF4-FFF2-40B4-BE49-F238E27FC236}">
                    <a16:creationId xmlns:a16="http://schemas.microsoft.com/office/drawing/2014/main" id="{F9519DFE-F91E-76B6-6CBA-3776F30BA56F}"/>
                  </a:ext>
                </a:extLst>
              </p14:cNvPr>
              <p14:cNvContentPartPr/>
              <p14:nvPr/>
            </p14:nvContentPartPr>
            <p14:xfrm>
              <a:off x="9687364" y="4328528"/>
              <a:ext cx="604080" cy="15840"/>
            </p14:xfrm>
          </p:contentPart>
        </mc:Choice>
        <mc:Fallback>
          <p:pic>
            <p:nvPicPr>
              <p:cNvPr id="22" name="Ink 21">
                <a:extLst>
                  <a:ext uri="{FF2B5EF4-FFF2-40B4-BE49-F238E27FC236}">
                    <a16:creationId xmlns:a16="http://schemas.microsoft.com/office/drawing/2014/main" id="{F9519DFE-F91E-76B6-6CBA-3776F30BA56F}"/>
                  </a:ext>
                </a:extLst>
              </p:cNvPr>
              <p:cNvPicPr/>
              <p:nvPr/>
            </p:nvPicPr>
            <p:blipFill>
              <a:blip r:embed="rId25"/>
              <a:stretch>
                <a:fillRect/>
              </a:stretch>
            </p:blipFill>
            <p:spPr>
              <a:xfrm>
                <a:off x="9678724" y="4319528"/>
                <a:ext cx="62172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23" name="Ink 22">
                <a:extLst>
                  <a:ext uri="{FF2B5EF4-FFF2-40B4-BE49-F238E27FC236}">
                    <a16:creationId xmlns:a16="http://schemas.microsoft.com/office/drawing/2014/main" id="{BC58EC57-D91F-3362-1D15-10219DD6312C}"/>
                  </a:ext>
                </a:extLst>
              </p14:cNvPr>
              <p14:cNvContentPartPr/>
              <p14:nvPr/>
            </p14:nvContentPartPr>
            <p14:xfrm>
              <a:off x="5124724" y="4565048"/>
              <a:ext cx="395640" cy="21240"/>
            </p14:xfrm>
          </p:contentPart>
        </mc:Choice>
        <mc:Fallback>
          <p:pic>
            <p:nvPicPr>
              <p:cNvPr id="23" name="Ink 22">
                <a:extLst>
                  <a:ext uri="{FF2B5EF4-FFF2-40B4-BE49-F238E27FC236}">
                    <a16:creationId xmlns:a16="http://schemas.microsoft.com/office/drawing/2014/main" id="{BC58EC57-D91F-3362-1D15-10219DD6312C}"/>
                  </a:ext>
                </a:extLst>
              </p:cNvPr>
              <p:cNvPicPr/>
              <p:nvPr/>
            </p:nvPicPr>
            <p:blipFill>
              <a:blip r:embed="rId27"/>
              <a:stretch>
                <a:fillRect/>
              </a:stretch>
            </p:blipFill>
            <p:spPr>
              <a:xfrm>
                <a:off x="5116084" y="4556408"/>
                <a:ext cx="41328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4" name="Ink 23">
                <a:extLst>
                  <a:ext uri="{FF2B5EF4-FFF2-40B4-BE49-F238E27FC236}">
                    <a16:creationId xmlns:a16="http://schemas.microsoft.com/office/drawing/2014/main" id="{7F41F004-325A-35B3-FBC2-61896449A92B}"/>
                  </a:ext>
                </a:extLst>
              </p14:cNvPr>
              <p14:cNvContentPartPr/>
              <p14:nvPr/>
            </p14:nvContentPartPr>
            <p14:xfrm>
              <a:off x="6304084" y="4545968"/>
              <a:ext cx="198000" cy="5400"/>
            </p14:xfrm>
          </p:contentPart>
        </mc:Choice>
        <mc:Fallback>
          <p:pic>
            <p:nvPicPr>
              <p:cNvPr id="24" name="Ink 23">
                <a:extLst>
                  <a:ext uri="{FF2B5EF4-FFF2-40B4-BE49-F238E27FC236}">
                    <a16:creationId xmlns:a16="http://schemas.microsoft.com/office/drawing/2014/main" id="{7F41F004-325A-35B3-FBC2-61896449A92B}"/>
                  </a:ext>
                </a:extLst>
              </p:cNvPr>
              <p:cNvPicPr/>
              <p:nvPr/>
            </p:nvPicPr>
            <p:blipFill>
              <a:blip r:embed="rId29"/>
              <a:stretch>
                <a:fillRect/>
              </a:stretch>
            </p:blipFill>
            <p:spPr>
              <a:xfrm>
                <a:off x="6295084" y="4536968"/>
                <a:ext cx="21564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25" name="Ink 24">
                <a:extLst>
                  <a:ext uri="{FF2B5EF4-FFF2-40B4-BE49-F238E27FC236}">
                    <a16:creationId xmlns:a16="http://schemas.microsoft.com/office/drawing/2014/main" id="{6FBA538B-CA43-570E-7D15-9E52EC1EBCFD}"/>
                  </a:ext>
                </a:extLst>
              </p14:cNvPr>
              <p14:cNvContentPartPr/>
              <p14:nvPr/>
            </p14:nvContentPartPr>
            <p14:xfrm>
              <a:off x="8562724" y="4633808"/>
              <a:ext cx="484200" cy="2880"/>
            </p14:xfrm>
          </p:contentPart>
        </mc:Choice>
        <mc:Fallback>
          <p:pic>
            <p:nvPicPr>
              <p:cNvPr id="25" name="Ink 24">
                <a:extLst>
                  <a:ext uri="{FF2B5EF4-FFF2-40B4-BE49-F238E27FC236}">
                    <a16:creationId xmlns:a16="http://schemas.microsoft.com/office/drawing/2014/main" id="{6FBA538B-CA43-570E-7D15-9E52EC1EBCFD}"/>
                  </a:ext>
                </a:extLst>
              </p:cNvPr>
              <p:cNvPicPr/>
              <p:nvPr/>
            </p:nvPicPr>
            <p:blipFill>
              <a:blip r:embed="rId31"/>
              <a:stretch>
                <a:fillRect/>
              </a:stretch>
            </p:blipFill>
            <p:spPr>
              <a:xfrm>
                <a:off x="8553724" y="4624808"/>
                <a:ext cx="50184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6" name="Ink 25">
                <a:extLst>
                  <a:ext uri="{FF2B5EF4-FFF2-40B4-BE49-F238E27FC236}">
                    <a16:creationId xmlns:a16="http://schemas.microsoft.com/office/drawing/2014/main" id="{55636ED3-E015-1B31-7BE2-DBCDCC8053CE}"/>
                  </a:ext>
                </a:extLst>
              </p14:cNvPr>
              <p14:cNvContentPartPr/>
              <p14:nvPr/>
            </p14:nvContentPartPr>
            <p14:xfrm>
              <a:off x="8060524" y="5331128"/>
              <a:ext cx="367200" cy="171720"/>
            </p14:xfrm>
          </p:contentPart>
        </mc:Choice>
        <mc:Fallback>
          <p:pic>
            <p:nvPicPr>
              <p:cNvPr id="26" name="Ink 25">
                <a:extLst>
                  <a:ext uri="{FF2B5EF4-FFF2-40B4-BE49-F238E27FC236}">
                    <a16:creationId xmlns:a16="http://schemas.microsoft.com/office/drawing/2014/main" id="{55636ED3-E015-1B31-7BE2-DBCDCC8053CE}"/>
                  </a:ext>
                </a:extLst>
              </p:cNvPr>
              <p:cNvPicPr/>
              <p:nvPr/>
            </p:nvPicPr>
            <p:blipFill>
              <a:blip r:embed="rId33"/>
              <a:stretch>
                <a:fillRect/>
              </a:stretch>
            </p:blipFill>
            <p:spPr>
              <a:xfrm>
                <a:off x="8051884" y="5322488"/>
                <a:ext cx="384840" cy="1893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7" name="Ink 26">
                <a:extLst>
                  <a:ext uri="{FF2B5EF4-FFF2-40B4-BE49-F238E27FC236}">
                    <a16:creationId xmlns:a16="http://schemas.microsoft.com/office/drawing/2014/main" id="{94DBFDE5-B095-E8F2-9DE3-B1BB60843B75}"/>
                  </a:ext>
                </a:extLst>
              </p14:cNvPr>
              <p14:cNvContentPartPr/>
              <p14:nvPr/>
            </p14:nvContentPartPr>
            <p14:xfrm>
              <a:off x="6823564" y="5921168"/>
              <a:ext cx="291240" cy="122400"/>
            </p14:xfrm>
          </p:contentPart>
        </mc:Choice>
        <mc:Fallback>
          <p:pic>
            <p:nvPicPr>
              <p:cNvPr id="27" name="Ink 26">
                <a:extLst>
                  <a:ext uri="{FF2B5EF4-FFF2-40B4-BE49-F238E27FC236}">
                    <a16:creationId xmlns:a16="http://schemas.microsoft.com/office/drawing/2014/main" id="{94DBFDE5-B095-E8F2-9DE3-B1BB60843B75}"/>
                  </a:ext>
                </a:extLst>
              </p:cNvPr>
              <p:cNvPicPr/>
              <p:nvPr/>
            </p:nvPicPr>
            <p:blipFill>
              <a:blip r:embed="rId35"/>
              <a:stretch>
                <a:fillRect/>
              </a:stretch>
            </p:blipFill>
            <p:spPr>
              <a:xfrm>
                <a:off x="6814564" y="5912528"/>
                <a:ext cx="308880" cy="140040"/>
              </a:xfrm>
              <a:prstGeom prst="rect">
                <a:avLst/>
              </a:prstGeom>
            </p:spPr>
          </p:pic>
        </mc:Fallback>
      </mc:AlternateContent>
    </p:spTree>
    <p:extLst>
      <p:ext uri="{BB962C8B-B14F-4D97-AF65-F5344CB8AC3E}">
        <p14:creationId xmlns:p14="http://schemas.microsoft.com/office/powerpoint/2010/main" val="2767228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itle 1">
            <a:extLst>
              <a:ext uri="{FF2B5EF4-FFF2-40B4-BE49-F238E27FC236}">
                <a16:creationId xmlns:a16="http://schemas.microsoft.com/office/drawing/2014/main" id="{D3EDC3D4-CAFE-46CA-9EED-B3E14BDB37D9}"/>
              </a:ext>
            </a:extLst>
          </p:cNvPr>
          <p:cNvSpPr>
            <a:spLocks noGrp="1"/>
          </p:cNvSpPr>
          <p:nvPr>
            <p:ph type="title"/>
          </p:nvPr>
        </p:nvSpPr>
        <p:spPr>
          <a:xfrm>
            <a:off x="958506" y="800392"/>
            <a:ext cx="10264697" cy="1212102"/>
          </a:xfrm>
        </p:spPr>
        <p:txBody>
          <a:bodyPr vert="horz" lIns="91440" tIns="45720" rIns="91440" bIns="45720" rtlCol="0">
            <a:normAutofit/>
          </a:bodyPr>
          <a:lstStyle/>
          <a:p>
            <a:r>
              <a:rPr lang="en-US" sz="4000" b="1" dirty="0">
                <a:solidFill>
                  <a:srgbClr val="FFFFFF"/>
                </a:solidFill>
              </a:rPr>
              <a:t>Evaluation metrics for Regression</a:t>
            </a:r>
          </a:p>
        </p:txBody>
      </p:sp>
      <p:sp>
        <p:nvSpPr>
          <p:cNvPr id="3" name="Content Placeholder 2">
            <a:extLst>
              <a:ext uri="{FF2B5EF4-FFF2-40B4-BE49-F238E27FC236}">
                <a16:creationId xmlns:a16="http://schemas.microsoft.com/office/drawing/2014/main" id="{F34D38D7-E930-4142-A1AF-F8209708C5FE}"/>
              </a:ext>
            </a:extLst>
          </p:cNvPr>
          <p:cNvSpPr>
            <a:spLocks noGrp="1"/>
          </p:cNvSpPr>
          <p:nvPr>
            <p:ph idx="1"/>
          </p:nvPr>
        </p:nvSpPr>
        <p:spPr>
          <a:xfrm>
            <a:off x="1367624" y="2490437"/>
            <a:ext cx="9708995" cy="2666179"/>
          </a:xfrm>
        </p:spPr>
        <p:txBody>
          <a:bodyPr anchor="ctr">
            <a:normAutofit/>
          </a:bodyPr>
          <a:lstStyle/>
          <a:p>
            <a:pPr marL="0" indent="0" algn="just">
              <a:buNone/>
            </a:pPr>
            <a:r>
              <a:rPr lang="en-IN" sz="1800" b="1" i="0" dirty="0">
                <a:solidFill>
                  <a:srgbClr val="222222"/>
                </a:solidFill>
                <a:effectLst/>
                <a:latin typeface="Times New Roman" panose="02020603050405020304" pitchFamily="18" charset="0"/>
                <a:cs typeface="Times New Roman" panose="02020603050405020304" pitchFamily="18" charset="0"/>
              </a:rPr>
              <a:t>8. </a:t>
            </a:r>
            <a:r>
              <a:rPr lang="en-US" sz="1800" b="1" i="0" dirty="0">
                <a:solidFill>
                  <a:srgbClr val="222222"/>
                </a:solidFill>
                <a:effectLst/>
                <a:latin typeface="Times New Roman" panose="02020603050405020304" pitchFamily="18" charset="0"/>
                <a:cs typeface="Times New Roman" panose="02020603050405020304" pitchFamily="18" charset="0"/>
              </a:rPr>
              <a:t>Adjusted R Squared</a:t>
            </a:r>
          </a:p>
          <a:p>
            <a:pPr marL="0" indent="0" algn="just">
              <a:buNone/>
            </a:pPr>
            <a:r>
              <a:rPr lang="en-US" sz="1800" b="0" i="0" dirty="0">
                <a:solidFill>
                  <a:srgbClr val="222222"/>
                </a:solidFill>
                <a:effectLst/>
                <a:latin typeface="Times New Roman" panose="02020603050405020304" pitchFamily="18" charset="0"/>
                <a:cs typeface="Times New Roman" panose="02020603050405020304" pitchFamily="18" charset="0"/>
              </a:rPr>
              <a:t>The disadvantage of the R2 score is while adding new features in data the R2 score starts increasing or remains constant but it never decreases because It assumes that while adding more data variance of data increases. But the problem is when we add an irrelevant feature in the dataset then at that time R2 sometimes starts increasing which is incorrect. Hence, To control this situation Adjusted R Squared came into existence.</a:t>
            </a:r>
            <a:endParaRPr lang="en-IN" sz="2400" dirty="0"/>
          </a:p>
        </p:txBody>
      </p:sp>
      <p:pic>
        <p:nvPicPr>
          <p:cNvPr id="5" name="Picture 4" descr="A picture containing text, clock&#10;&#10;Description automatically generated">
            <a:extLst>
              <a:ext uri="{FF2B5EF4-FFF2-40B4-BE49-F238E27FC236}">
                <a16:creationId xmlns:a16="http://schemas.microsoft.com/office/drawing/2014/main" id="{9175C7C0-D455-4087-AC4F-301635E5AB75}"/>
              </a:ext>
            </a:extLst>
          </p:cNvPr>
          <p:cNvPicPr>
            <a:picLocks noChangeAspect="1"/>
          </p:cNvPicPr>
          <p:nvPr/>
        </p:nvPicPr>
        <p:blipFill>
          <a:blip r:embed="rId2"/>
          <a:stretch>
            <a:fillRect/>
          </a:stretch>
        </p:blipFill>
        <p:spPr>
          <a:xfrm>
            <a:off x="2795275" y="4787366"/>
            <a:ext cx="2836268" cy="738500"/>
          </a:xfrm>
          <a:prstGeom prst="rect">
            <a:avLst/>
          </a:prstGeom>
        </p:spPr>
      </p:pic>
      <p:pic>
        <p:nvPicPr>
          <p:cNvPr id="8" name="Picture 7" descr="Text&#10;&#10;Description automatically generated">
            <a:extLst>
              <a:ext uri="{FF2B5EF4-FFF2-40B4-BE49-F238E27FC236}">
                <a16:creationId xmlns:a16="http://schemas.microsoft.com/office/drawing/2014/main" id="{1750087C-F1AE-4C46-987C-AB83DAEB85EC}"/>
              </a:ext>
            </a:extLst>
          </p:cNvPr>
          <p:cNvPicPr>
            <a:picLocks noChangeAspect="1"/>
          </p:cNvPicPr>
          <p:nvPr/>
        </p:nvPicPr>
        <p:blipFill>
          <a:blip r:embed="rId3"/>
          <a:stretch>
            <a:fillRect/>
          </a:stretch>
        </p:blipFill>
        <p:spPr>
          <a:xfrm>
            <a:off x="6560459" y="4543893"/>
            <a:ext cx="3836238" cy="1337404"/>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1BCFBAEC-C6AC-DCB6-E78D-06E817D8E516}"/>
                  </a:ext>
                </a:extLst>
              </p14:cNvPr>
              <p14:cNvContentPartPr/>
              <p14:nvPr/>
            </p14:nvContentPartPr>
            <p14:xfrm>
              <a:off x="9032164" y="3937928"/>
              <a:ext cx="345240" cy="19800"/>
            </p14:xfrm>
          </p:contentPart>
        </mc:Choice>
        <mc:Fallback>
          <p:pic>
            <p:nvPicPr>
              <p:cNvPr id="2" name="Ink 1">
                <a:extLst>
                  <a:ext uri="{FF2B5EF4-FFF2-40B4-BE49-F238E27FC236}">
                    <a16:creationId xmlns:a16="http://schemas.microsoft.com/office/drawing/2014/main" id="{1BCFBAEC-C6AC-DCB6-E78D-06E817D8E516}"/>
                  </a:ext>
                </a:extLst>
              </p:cNvPr>
              <p:cNvPicPr/>
              <p:nvPr/>
            </p:nvPicPr>
            <p:blipFill>
              <a:blip r:embed="rId5"/>
              <a:stretch>
                <a:fillRect/>
              </a:stretch>
            </p:blipFill>
            <p:spPr>
              <a:xfrm>
                <a:off x="9023524" y="3928928"/>
                <a:ext cx="362880" cy="374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4BEE065C-9F46-4F87-D5C8-72D804FEAE52}"/>
                  </a:ext>
                </a:extLst>
              </p14:cNvPr>
              <p14:cNvContentPartPr/>
              <p14:nvPr/>
            </p14:nvContentPartPr>
            <p14:xfrm>
              <a:off x="2012524" y="4147448"/>
              <a:ext cx="302040" cy="38160"/>
            </p14:xfrm>
          </p:contentPart>
        </mc:Choice>
        <mc:Fallback>
          <p:pic>
            <p:nvPicPr>
              <p:cNvPr id="6" name="Ink 5">
                <a:extLst>
                  <a:ext uri="{FF2B5EF4-FFF2-40B4-BE49-F238E27FC236}">
                    <a16:creationId xmlns:a16="http://schemas.microsoft.com/office/drawing/2014/main" id="{4BEE065C-9F46-4F87-D5C8-72D804FEAE52}"/>
                  </a:ext>
                </a:extLst>
              </p:cNvPr>
              <p:cNvPicPr/>
              <p:nvPr/>
            </p:nvPicPr>
            <p:blipFill>
              <a:blip r:embed="rId7"/>
              <a:stretch>
                <a:fillRect/>
              </a:stretch>
            </p:blipFill>
            <p:spPr>
              <a:xfrm>
                <a:off x="2003524" y="4138808"/>
                <a:ext cx="319680" cy="55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A2DA3A14-13F0-00F8-4A61-81CCD025A0BB}"/>
                  </a:ext>
                </a:extLst>
              </p14:cNvPr>
              <p14:cNvContentPartPr/>
              <p14:nvPr/>
            </p14:nvContentPartPr>
            <p14:xfrm>
              <a:off x="9409444" y="4494848"/>
              <a:ext cx="327960" cy="24120"/>
            </p14:xfrm>
          </p:contentPart>
        </mc:Choice>
        <mc:Fallback>
          <p:pic>
            <p:nvPicPr>
              <p:cNvPr id="7" name="Ink 6">
                <a:extLst>
                  <a:ext uri="{FF2B5EF4-FFF2-40B4-BE49-F238E27FC236}">
                    <a16:creationId xmlns:a16="http://schemas.microsoft.com/office/drawing/2014/main" id="{A2DA3A14-13F0-00F8-4A61-81CCD025A0BB}"/>
                  </a:ext>
                </a:extLst>
              </p:cNvPr>
              <p:cNvPicPr/>
              <p:nvPr/>
            </p:nvPicPr>
            <p:blipFill>
              <a:blip r:embed="rId9"/>
              <a:stretch>
                <a:fillRect/>
              </a:stretch>
            </p:blipFill>
            <p:spPr>
              <a:xfrm>
                <a:off x="9400804" y="4485848"/>
                <a:ext cx="34560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D2B04694-E94C-AC32-1C58-CA576A26A307}"/>
                  </a:ext>
                </a:extLst>
              </p14:cNvPr>
              <p14:cNvContentPartPr/>
              <p14:nvPr/>
            </p14:nvContentPartPr>
            <p14:xfrm>
              <a:off x="2890564" y="4713008"/>
              <a:ext cx="270000" cy="10440"/>
            </p14:xfrm>
          </p:contentPart>
        </mc:Choice>
        <mc:Fallback>
          <p:pic>
            <p:nvPicPr>
              <p:cNvPr id="10" name="Ink 9">
                <a:extLst>
                  <a:ext uri="{FF2B5EF4-FFF2-40B4-BE49-F238E27FC236}">
                    <a16:creationId xmlns:a16="http://schemas.microsoft.com/office/drawing/2014/main" id="{D2B04694-E94C-AC32-1C58-CA576A26A307}"/>
                  </a:ext>
                </a:extLst>
              </p:cNvPr>
              <p:cNvPicPr/>
              <p:nvPr/>
            </p:nvPicPr>
            <p:blipFill>
              <a:blip r:embed="rId11"/>
              <a:stretch>
                <a:fillRect/>
              </a:stretch>
            </p:blipFill>
            <p:spPr>
              <a:xfrm>
                <a:off x="2881564" y="4704368"/>
                <a:ext cx="28764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DAB7BDC6-DFF7-66A8-4B2D-F699F08B5AB1}"/>
                  </a:ext>
                </a:extLst>
              </p14:cNvPr>
              <p14:cNvContentPartPr/>
              <p14:nvPr/>
            </p14:nvContentPartPr>
            <p14:xfrm>
              <a:off x="9455884" y="4908128"/>
              <a:ext cx="235440" cy="138600"/>
            </p14:xfrm>
          </p:contentPart>
        </mc:Choice>
        <mc:Fallback>
          <p:pic>
            <p:nvPicPr>
              <p:cNvPr id="12" name="Ink 11">
                <a:extLst>
                  <a:ext uri="{FF2B5EF4-FFF2-40B4-BE49-F238E27FC236}">
                    <a16:creationId xmlns:a16="http://schemas.microsoft.com/office/drawing/2014/main" id="{DAB7BDC6-DFF7-66A8-4B2D-F699F08B5AB1}"/>
                  </a:ext>
                </a:extLst>
              </p:cNvPr>
              <p:cNvPicPr/>
              <p:nvPr/>
            </p:nvPicPr>
            <p:blipFill>
              <a:blip r:embed="rId13"/>
              <a:stretch>
                <a:fillRect/>
              </a:stretch>
            </p:blipFill>
            <p:spPr>
              <a:xfrm>
                <a:off x="9447244" y="4899488"/>
                <a:ext cx="25308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4" name="Ink 13">
                <a:extLst>
                  <a:ext uri="{FF2B5EF4-FFF2-40B4-BE49-F238E27FC236}">
                    <a16:creationId xmlns:a16="http://schemas.microsoft.com/office/drawing/2014/main" id="{3CB5CC47-E125-A23E-9B81-451D14BF8D40}"/>
                  </a:ext>
                </a:extLst>
              </p14:cNvPr>
              <p14:cNvContentPartPr/>
              <p14:nvPr/>
            </p14:nvContentPartPr>
            <p14:xfrm>
              <a:off x="3955444" y="5552168"/>
              <a:ext cx="489240" cy="188280"/>
            </p14:xfrm>
          </p:contentPart>
        </mc:Choice>
        <mc:Fallback>
          <p:pic>
            <p:nvPicPr>
              <p:cNvPr id="14" name="Ink 13">
                <a:extLst>
                  <a:ext uri="{FF2B5EF4-FFF2-40B4-BE49-F238E27FC236}">
                    <a16:creationId xmlns:a16="http://schemas.microsoft.com/office/drawing/2014/main" id="{3CB5CC47-E125-A23E-9B81-451D14BF8D40}"/>
                  </a:ext>
                </a:extLst>
              </p:cNvPr>
              <p:cNvPicPr/>
              <p:nvPr/>
            </p:nvPicPr>
            <p:blipFill>
              <a:blip r:embed="rId15"/>
              <a:stretch>
                <a:fillRect/>
              </a:stretch>
            </p:blipFill>
            <p:spPr>
              <a:xfrm>
                <a:off x="3946804" y="5543528"/>
                <a:ext cx="506880" cy="2059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6" name="Ink 15">
                <a:extLst>
                  <a:ext uri="{FF2B5EF4-FFF2-40B4-BE49-F238E27FC236}">
                    <a16:creationId xmlns:a16="http://schemas.microsoft.com/office/drawing/2014/main" id="{95B6A524-5BAA-857D-89CD-F29E49412684}"/>
                  </a:ext>
                </a:extLst>
              </p14:cNvPr>
              <p14:cNvContentPartPr/>
              <p14:nvPr/>
            </p14:nvContentPartPr>
            <p14:xfrm>
              <a:off x="9421684" y="4840088"/>
              <a:ext cx="366840" cy="220680"/>
            </p14:xfrm>
          </p:contentPart>
        </mc:Choice>
        <mc:Fallback>
          <p:pic>
            <p:nvPicPr>
              <p:cNvPr id="16" name="Ink 15">
                <a:extLst>
                  <a:ext uri="{FF2B5EF4-FFF2-40B4-BE49-F238E27FC236}">
                    <a16:creationId xmlns:a16="http://schemas.microsoft.com/office/drawing/2014/main" id="{95B6A524-5BAA-857D-89CD-F29E49412684}"/>
                  </a:ext>
                </a:extLst>
              </p:cNvPr>
              <p:cNvPicPr/>
              <p:nvPr/>
            </p:nvPicPr>
            <p:blipFill>
              <a:blip r:embed="rId17"/>
              <a:stretch>
                <a:fillRect/>
              </a:stretch>
            </p:blipFill>
            <p:spPr>
              <a:xfrm>
                <a:off x="9413044" y="4831088"/>
                <a:ext cx="38448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8" name="Ink 17">
                <a:extLst>
                  <a:ext uri="{FF2B5EF4-FFF2-40B4-BE49-F238E27FC236}">
                    <a16:creationId xmlns:a16="http://schemas.microsoft.com/office/drawing/2014/main" id="{72C7B12B-EFD9-CD14-B7E8-0486151B304B}"/>
                  </a:ext>
                </a:extLst>
              </p14:cNvPr>
              <p14:cNvContentPartPr/>
              <p14:nvPr/>
            </p14:nvContentPartPr>
            <p14:xfrm>
              <a:off x="10227364" y="5131688"/>
              <a:ext cx="282960" cy="155880"/>
            </p14:xfrm>
          </p:contentPart>
        </mc:Choice>
        <mc:Fallback>
          <p:pic>
            <p:nvPicPr>
              <p:cNvPr id="18" name="Ink 17">
                <a:extLst>
                  <a:ext uri="{FF2B5EF4-FFF2-40B4-BE49-F238E27FC236}">
                    <a16:creationId xmlns:a16="http://schemas.microsoft.com/office/drawing/2014/main" id="{72C7B12B-EFD9-CD14-B7E8-0486151B304B}"/>
                  </a:ext>
                </a:extLst>
              </p:cNvPr>
              <p:cNvPicPr/>
              <p:nvPr/>
            </p:nvPicPr>
            <p:blipFill>
              <a:blip r:embed="rId19"/>
              <a:stretch>
                <a:fillRect/>
              </a:stretch>
            </p:blipFill>
            <p:spPr>
              <a:xfrm>
                <a:off x="10218724" y="5123048"/>
                <a:ext cx="3006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0" name="Ink 19">
                <a:extLst>
                  <a:ext uri="{FF2B5EF4-FFF2-40B4-BE49-F238E27FC236}">
                    <a16:creationId xmlns:a16="http://schemas.microsoft.com/office/drawing/2014/main" id="{264369E0-7FFF-B501-CEC6-4EDF24887BC3}"/>
                  </a:ext>
                </a:extLst>
              </p14:cNvPr>
              <p14:cNvContentPartPr/>
              <p14:nvPr/>
            </p14:nvContentPartPr>
            <p14:xfrm>
              <a:off x="5330284" y="5527328"/>
              <a:ext cx="308880" cy="223200"/>
            </p14:xfrm>
          </p:contentPart>
        </mc:Choice>
        <mc:Fallback>
          <p:pic>
            <p:nvPicPr>
              <p:cNvPr id="20" name="Ink 19">
                <a:extLst>
                  <a:ext uri="{FF2B5EF4-FFF2-40B4-BE49-F238E27FC236}">
                    <a16:creationId xmlns:a16="http://schemas.microsoft.com/office/drawing/2014/main" id="{264369E0-7FFF-B501-CEC6-4EDF24887BC3}"/>
                  </a:ext>
                </a:extLst>
              </p:cNvPr>
              <p:cNvPicPr/>
              <p:nvPr/>
            </p:nvPicPr>
            <p:blipFill>
              <a:blip r:embed="rId21"/>
              <a:stretch>
                <a:fillRect/>
              </a:stretch>
            </p:blipFill>
            <p:spPr>
              <a:xfrm>
                <a:off x="5321284" y="5518688"/>
                <a:ext cx="326520" cy="240840"/>
              </a:xfrm>
              <a:prstGeom prst="rect">
                <a:avLst/>
              </a:prstGeom>
            </p:spPr>
          </p:pic>
        </mc:Fallback>
      </mc:AlternateContent>
    </p:spTree>
    <p:extLst>
      <p:ext uri="{BB962C8B-B14F-4D97-AF65-F5344CB8AC3E}">
        <p14:creationId xmlns:p14="http://schemas.microsoft.com/office/powerpoint/2010/main" val="468514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31AAAB-8F1A-4B3B-B6DD-A2DB35902BE4}"/>
              </a:ext>
            </a:extLst>
          </p:cNvPr>
          <p:cNvSpPr txBox="1"/>
          <p:nvPr/>
        </p:nvSpPr>
        <p:spPr>
          <a:xfrm>
            <a:off x="723276" y="505200"/>
            <a:ext cx="11118954" cy="646331"/>
          </a:xfrm>
          <a:prstGeom prst="rect">
            <a:avLst/>
          </a:prstGeom>
          <a:noFill/>
        </p:spPr>
        <p:txBody>
          <a:bodyPr wrap="square">
            <a:spAutoFit/>
          </a:bodyPr>
          <a:lstStyle/>
          <a:p>
            <a:r>
              <a:rPr lang="en-US" b="1" i="0" dirty="0">
                <a:solidFill>
                  <a:srgbClr val="000000"/>
                </a:solidFill>
                <a:effectLst/>
                <a:latin typeface="Helvetica" panose="020B0604020202020204" pitchFamily="34" charset="0"/>
              </a:rPr>
              <a:t>Example 1: </a:t>
            </a:r>
            <a:r>
              <a:rPr lang="en-US" b="0" i="0" dirty="0">
                <a:solidFill>
                  <a:srgbClr val="000000"/>
                </a:solidFill>
                <a:effectLst/>
                <a:latin typeface="Times New Roman" panose="02020603050405020304" pitchFamily="18" charset="0"/>
                <a:cs typeface="Times New Roman" panose="02020603050405020304" pitchFamily="18" charset="0"/>
              </a:rPr>
              <a:t>Suppose we have the following dataset that shows the number of hours studied by six different students along with their final exam scores:</a:t>
            </a:r>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8FD33B44-9415-4B12-9ACA-C5DB02AB38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276" y="1218897"/>
            <a:ext cx="3260787" cy="28797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CB7FAAA-5836-405D-9D63-24902E3B773D}"/>
              </a:ext>
            </a:extLst>
          </p:cNvPr>
          <p:cNvSpPr txBox="1"/>
          <p:nvPr/>
        </p:nvSpPr>
        <p:spPr>
          <a:xfrm>
            <a:off x="723276" y="4166014"/>
            <a:ext cx="6093500" cy="369332"/>
          </a:xfrm>
          <a:prstGeom prst="rect">
            <a:avLst/>
          </a:prstGeom>
          <a:noFill/>
        </p:spPr>
        <p:txBody>
          <a:bodyPr wrap="square">
            <a:spAutoFit/>
          </a:bodyPr>
          <a:lstStyle/>
          <a:p>
            <a:pPr marL="285750" indent="-285750">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We can find that the line of best fit is:</a:t>
            </a:r>
            <a:endParaRPr lang="en-IN" dirty="0">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37E39B82-9F3D-4867-8EAA-281638F81A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1988" y="1537210"/>
            <a:ext cx="6335593" cy="473689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35CB7D5-C9F1-41A7-BFB9-B9E0623A2F21}"/>
              </a:ext>
            </a:extLst>
          </p:cNvPr>
          <p:cNvSpPr txBox="1"/>
          <p:nvPr/>
        </p:nvSpPr>
        <p:spPr>
          <a:xfrm>
            <a:off x="723276" y="4783360"/>
            <a:ext cx="3638862" cy="369332"/>
          </a:xfrm>
          <a:prstGeom prst="rect">
            <a:avLst/>
          </a:prstGeom>
          <a:noFill/>
        </p:spPr>
        <p:txBody>
          <a:bodyPr wrap="square">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Score = 66.615 + 5.0769*(Hours)</a:t>
            </a:r>
          </a:p>
        </p:txBody>
      </p:sp>
      <p:sp>
        <p:nvSpPr>
          <p:cNvPr id="11" name="TextBox 10">
            <a:extLst>
              <a:ext uri="{FF2B5EF4-FFF2-40B4-BE49-F238E27FC236}">
                <a16:creationId xmlns:a16="http://schemas.microsoft.com/office/drawing/2014/main" id="{90685E5C-CB48-4767-AEA4-A26BA21BDCF5}"/>
              </a:ext>
            </a:extLst>
          </p:cNvPr>
          <p:cNvSpPr txBox="1"/>
          <p:nvPr/>
        </p:nvSpPr>
        <p:spPr>
          <a:xfrm>
            <a:off x="723276" y="5304923"/>
            <a:ext cx="4658193" cy="923330"/>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Once we know the line of best fit equation, we can use the following steps to calculate SST, SSR, and SSE:</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8B639ADD-645F-4BB5-380A-75052EE80857}"/>
                  </a:ext>
                </a:extLst>
              </p14:cNvPr>
              <p14:cNvContentPartPr/>
              <p14:nvPr/>
            </p14:nvContentPartPr>
            <p14:xfrm>
              <a:off x="9838924" y="903848"/>
              <a:ext cx="307440" cy="26640"/>
            </p14:xfrm>
          </p:contentPart>
        </mc:Choice>
        <mc:Fallback>
          <p:pic>
            <p:nvPicPr>
              <p:cNvPr id="2" name="Ink 1">
                <a:extLst>
                  <a:ext uri="{FF2B5EF4-FFF2-40B4-BE49-F238E27FC236}">
                    <a16:creationId xmlns:a16="http://schemas.microsoft.com/office/drawing/2014/main" id="{8B639ADD-645F-4BB5-380A-75052EE80857}"/>
                  </a:ext>
                </a:extLst>
              </p:cNvPr>
              <p:cNvPicPr/>
              <p:nvPr/>
            </p:nvPicPr>
            <p:blipFill>
              <a:blip r:embed="rId5"/>
              <a:stretch>
                <a:fillRect/>
              </a:stretch>
            </p:blipFill>
            <p:spPr>
              <a:xfrm>
                <a:off x="9829924" y="895208"/>
                <a:ext cx="325080" cy="442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C9742448-6024-BECE-E035-FD3678CBCF59}"/>
                  </a:ext>
                </a:extLst>
              </p14:cNvPr>
              <p14:cNvContentPartPr/>
              <p14:nvPr/>
            </p14:nvContentPartPr>
            <p14:xfrm>
              <a:off x="3862564" y="1252688"/>
              <a:ext cx="184320" cy="243360"/>
            </p14:xfrm>
          </p:contentPart>
        </mc:Choice>
        <mc:Fallback>
          <p:pic>
            <p:nvPicPr>
              <p:cNvPr id="4" name="Ink 3">
                <a:extLst>
                  <a:ext uri="{FF2B5EF4-FFF2-40B4-BE49-F238E27FC236}">
                    <a16:creationId xmlns:a16="http://schemas.microsoft.com/office/drawing/2014/main" id="{C9742448-6024-BECE-E035-FD3678CBCF59}"/>
                  </a:ext>
                </a:extLst>
              </p:cNvPr>
              <p:cNvPicPr/>
              <p:nvPr/>
            </p:nvPicPr>
            <p:blipFill>
              <a:blip r:embed="rId7"/>
              <a:stretch>
                <a:fillRect/>
              </a:stretch>
            </p:blipFill>
            <p:spPr>
              <a:xfrm>
                <a:off x="3853564" y="1244048"/>
                <a:ext cx="201960" cy="261000"/>
              </a:xfrm>
              <a:prstGeom prst="rect">
                <a:avLst/>
              </a:prstGeom>
            </p:spPr>
          </p:pic>
        </mc:Fallback>
      </mc:AlternateContent>
      <p:grpSp>
        <p:nvGrpSpPr>
          <p:cNvPr id="10" name="Group 9">
            <a:extLst>
              <a:ext uri="{FF2B5EF4-FFF2-40B4-BE49-F238E27FC236}">
                <a16:creationId xmlns:a16="http://schemas.microsoft.com/office/drawing/2014/main" id="{6156BC29-8BDC-330E-C125-3F10C867F783}"/>
              </a:ext>
            </a:extLst>
          </p:cNvPr>
          <p:cNvGrpSpPr/>
          <p:nvPr/>
        </p:nvGrpSpPr>
        <p:grpSpPr>
          <a:xfrm>
            <a:off x="1699684" y="1123088"/>
            <a:ext cx="113040" cy="153000"/>
            <a:chOff x="1699684" y="1123088"/>
            <a:chExt cx="113040" cy="153000"/>
          </a:xfrm>
        </p:grpSpPr>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05B69D66-FDE8-A656-1200-6B3499A676B2}"/>
                    </a:ext>
                  </a:extLst>
                </p14:cNvPr>
                <p14:cNvContentPartPr/>
                <p14:nvPr/>
              </p14:nvContentPartPr>
              <p14:xfrm>
                <a:off x="1699684" y="1123088"/>
                <a:ext cx="113040" cy="140400"/>
              </p14:xfrm>
            </p:contentPart>
          </mc:Choice>
          <mc:Fallback>
            <p:pic>
              <p:nvPicPr>
                <p:cNvPr id="5" name="Ink 4">
                  <a:extLst>
                    <a:ext uri="{FF2B5EF4-FFF2-40B4-BE49-F238E27FC236}">
                      <a16:creationId xmlns:a16="http://schemas.microsoft.com/office/drawing/2014/main" id="{05B69D66-FDE8-A656-1200-6B3499A676B2}"/>
                    </a:ext>
                  </a:extLst>
                </p:cNvPr>
                <p:cNvPicPr/>
                <p:nvPr/>
              </p:nvPicPr>
              <p:blipFill>
                <a:blip r:embed="rId9"/>
                <a:stretch>
                  <a:fillRect/>
                </a:stretch>
              </p:blipFill>
              <p:spPr>
                <a:xfrm>
                  <a:off x="1691044" y="1114448"/>
                  <a:ext cx="13068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EBE8E8EC-CA4B-234E-8E33-99EB027C8A5D}"/>
                    </a:ext>
                  </a:extLst>
                </p14:cNvPr>
                <p14:cNvContentPartPr/>
                <p14:nvPr/>
              </p14:nvContentPartPr>
              <p14:xfrm>
                <a:off x="1719844" y="1140008"/>
                <a:ext cx="51480" cy="136080"/>
              </p14:xfrm>
            </p:contentPart>
          </mc:Choice>
          <mc:Fallback>
            <p:pic>
              <p:nvPicPr>
                <p:cNvPr id="7" name="Ink 6">
                  <a:extLst>
                    <a:ext uri="{FF2B5EF4-FFF2-40B4-BE49-F238E27FC236}">
                      <a16:creationId xmlns:a16="http://schemas.microsoft.com/office/drawing/2014/main" id="{EBE8E8EC-CA4B-234E-8E33-99EB027C8A5D}"/>
                    </a:ext>
                  </a:extLst>
                </p:cNvPr>
                <p:cNvPicPr/>
                <p:nvPr/>
              </p:nvPicPr>
              <p:blipFill>
                <a:blip r:embed="rId11"/>
                <a:stretch>
                  <a:fillRect/>
                </a:stretch>
              </p:blipFill>
              <p:spPr>
                <a:xfrm>
                  <a:off x="1710844" y="1131368"/>
                  <a:ext cx="69120" cy="153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B16AFE68-EDFE-04F1-B3B6-30E13A6AB2FC}"/>
                  </a:ext>
                </a:extLst>
              </p14:cNvPr>
              <p14:cNvContentPartPr/>
              <p14:nvPr/>
            </p14:nvContentPartPr>
            <p14:xfrm>
              <a:off x="3182164" y="1109768"/>
              <a:ext cx="95400" cy="223560"/>
            </p14:xfrm>
          </p:contentPart>
        </mc:Choice>
        <mc:Fallback>
          <p:pic>
            <p:nvPicPr>
              <p:cNvPr id="8" name="Ink 7">
                <a:extLst>
                  <a:ext uri="{FF2B5EF4-FFF2-40B4-BE49-F238E27FC236}">
                    <a16:creationId xmlns:a16="http://schemas.microsoft.com/office/drawing/2014/main" id="{B16AFE68-EDFE-04F1-B3B6-30E13A6AB2FC}"/>
                  </a:ext>
                </a:extLst>
              </p:cNvPr>
              <p:cNvPicPr/>
              <p:nvPr/>
            </p:nvPicPr>
            <p:blipFill>
              <a:blip r:embed="rId13"/>
              <a:stretch>
                <a:fillRect/>
              </a:stretch>
            </p:blipFill>
            <p:spPr>
              <a:xfrm>
                <a:off x="3173164" y="1100768"/>
                <a:ext cx="11304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1F156887-4081-9603-DDF3-F24D044F64CB}"/>
                  </a:ext>
                </a:extLst>
              </p14:cNvPr>
              <p14:cNvContentPartPr/>
              <p14:nvPr/>
            </p14:nvContentPartPr>
            <p14:xfrm>
              <a:off x="4397524" y="4395488"/>
              <a:ext cx="291600" cy="230760"/>
            </p14:xfrm>
          </p:contentPart>
        </mc:Choice>
        <mc:Fallback>
          <p:pic>
            <p:nvPicPr>
              <p:cNvPr id="12" name="Ink 11">
                <a:extLst>
                  <a:ext uri="{FF2B5EF4-FFF2-40B4-BE49-F238E27FC236}">
                    <a16:creationId xmlns:a16="http://schemas.microsoft.com/office/drawing/2014/main" id="{1F156887-4081-9603-DDF3-F24D044F64CB}"/>
                  </a:ext>
                </a:extLst>
              </p:cNvPr>
              <p:cNvPicPr/>
              <p:nvPr/>
            </p:nvPicPr>
            <p:blipFill>
              <a:blip r:embed="rId15"/>
              <a:stretch>
                <a:fillRect/>
              </a:stretch>
            </p:blipFill>
            <p:spPr>
              <a:xfrm>
                <a:off x="4388884" y="4386488"/>
                <a:ext cx="309240" cy="248400"/>
              </a:xfrm>
              <a:prstGeom prst="rect">
                <a:avLst/>
              </a:prstGeom>
            </p:spPr>
          </p:pic>
        </mc:Fallback>
      </mc:AlternateContent>
      <p:grpSp>
        <p:nvGrpSpPr>
          <p:cNvPr id="15" name="Group 14">
            <a:extLst>
              <a:ext uri="{FF2B5EF4-FFF2-40B4-BE49-F238E27FC236}">
                <a16:creationId xmlns:a16="http://schemas.microsoft.com/office/drawing/2014/main" id="{8F9CF407-5340-B3B0-A261-0C73E9F38238}"/>
              </a:ext>
            </a:extLst>
          </p:cNvPr>
          <p:cNvGrpSpPr/>
          <p:nvPr/>
        </p:nvGrpSpPr>
        <p:grpSpPr>
          <a:xfrm>
            <a:off x="1159684" y="5098208"/>
            <a:ext cx="3024720" cy="209520"/>
            <a:chOff x="1159684" y="5098208"/>
            <a:chExt cx="3024720" cy="209520"/>
          </a:xfrm>
        </p:grpSpPr>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2EC40789-0719-D2C1-F5DB-8D98BA932692}"/>
                    </a:ext>
                  </a:extLst>
                </p14:cNvPr>
                <p14:cNvContentPartPr/>
                <p14:nvPr/>
              </p14:nvContentPartPr>
              <p14:xfrm>
                <a:off x="1940524" y="5098208"/>
                <a:ext cx="2243880" cy="203760"/>
              </p14:xfrm>
            </p:contentPart>
          </mc:Choice>
          <mc:Fallback>
            <p:pic>
              <p:nvPicPr>
                <p:cNvPr id="13" name="Ink 12">
                  <a:extLst>
                    <a:ext uri="{FF2B5EF4-FFF2-40B4-BE49-F238E27FC236}">
                      <a16:creationId xmlns:a16="http://schemas.microsoft.com/office/drawing/2014/main" id="{2EC40789-0719-D2C1-F5DB-8D98BA932692}"/>
                    </a:ext>
                  </a:extLst>
                </p:cNvPr>
                <p:cNvPicPr/>
                <p:nvPr/>
              </p:nvPicPr>
              <p:blipFill>
                <a:blip r:embed="rId17"/>
                <a:stretch>
                  <a:fillRect/>
                </a:stretch>
              </p:blipFill>
              <p:spPr>
                <a:xfrm>
                  <a:off x="1931884" y="5089568"/>
                  <a:ext cx="226152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EB8501E0-9F4F-BEE2-2415-5D843EEE1126}"/>
                    </a:ext>
                  </a:extLst>
                </p14:cNvPr>
                <p14:cNvContentPartPr/>
                <p14:nvPr/>
              </p14:nvContentPartPr>
              <p14:xfrm>
                <a:off x="1159684" y="5157968"/>
                <a:ext cx="743760" cy="149760"/>
              </p14:xfrm>
            </p:contentPart>
          </mc:Choice>
          <mc:Fallback>
            <p:pic>
              <p:nvPicPr>
                <p:cNvPr id="14" name="Ink 13">
                  <a:extLst>
                    <a:ext uri="{FF2B5EF4-FFF2-40B4-BE49-F238E27FC236}">
                      <a16:creationId xmlns:a16="http://schemas.microsoft.com/office/drawing/2014/main" id="{EB8501E0-9F4F-BEE2-2415-5D843EEE1126}"/>
                    </a:ext>
                  </a:extLst>
                </p:cNvPr>
                <p:cNvPicPr/>
                <p:nvPr/>
              </p:nvPicPr>
              <p:blipFill>
                <a:blip r:embed="rId19"/>
                <a:stretch>
                  <a:fillRect/>
                </a:stretch>
              </p:blipFill>
              <p:spPr>
                <a:xfrm>
                  <a:off x="1150684" y="5149328"/>
                  <a:ext cx="761400" cy="167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46AFC001-939C-8D3F-0C19-F64BEF824917}"/>
                  </a:ext>
                </a:extLst>
              </p14:cNvPr>
              <p14:cNvContentPartPr/>
              <p14:nvPr/>
            </p14:nvContentPartPr>
            <p14:xfrm>
              <a:off x="4374844" y="4875728"/>
              <a:ext cx="256320" cy="226800"/>
            </p14:xfrm>
          </p:contentPart>
        </mc:Choice>
        <mc:Fallback>
          <p:pic>
            <p:nvPicPr>
              <p:cNvPr id="16" name="Ink 15">
                <a:extLst>
                  <a:ext uri="{FF2B5EF4-FFF2-40B4-BE49-F238E27FC236}">
                    <a16:creationId xmlns:a16="http://schemas.microsoft.com/office/drawing/2014/main" id="{46AFC001-939C-8D3F-0C19-F64BEF824917}"/>
                  </a:ext>
                </a:extLst>
              </p:cNvPr>
              <p:cNvPicPr/>
              <p:nvPr/>
            </p:nvPicPr>
            <p:blipFill>
              <a:blip r:embed="rId21"/>
              <a:stretch>
                <a:fillRect/>
              </a:stretch>
            </p:blipFill>
            <p:spPr>
              <a:xfrm>
                <a:off x="4366204" y="4867088"/>
                <a:ext cx="27396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C02E1B16-6876-B380-CDE4-593F7A54A1FB}"/>
                  </a:ext>
                </a:extLst>
              </p14:cNvPr>
              <p14:cNvContentPartPr/>
              <p14:nvPr/>
            </p14:nvContentPartPr>
            <p14:xfrm>
              <a:off x="9638764" y="3163568"/>
              <a:ext cx="302040" cy="188640"/>
            </p14:xfrm>
          </p:contentPart>
        </mc:Choice>
        <mc:Fallback>
          <p:pic>
            <p:nvPicPr>
              <p:cNvPr id="17" name="Ink 16">
                <a:extLst>
                  <a:ext uri="{FF2B5EF4-FFF2-40B4-BE49-F238E27FC236}">
                    <a16:creationId xmlns:a16="http://schemas.microsoft.com/office/drawing/2014/main" id="{C02E1B16-6876-B380-CDE4-593F7A54A1FB}"/>
                  </a:ext>
                </a:extLst>
              </p:cNvPr>
              <p:cNvPicPr/>
              <p:nvPr/>
            </p:nvPicPr>
            <p:blipFill>
              <a:blip r:embed="rId23"/>
              <a:stretch>
                <a:fillRect/>
              </a:stretch>
            </p:blipFill>
            <p:spPr>
              <a:xfrm>
                <a:off x="9630124" y="3154928"/>
                <a:ext cx="319680" cy="206280"/>
              </a:xfrm>
              <a:prstGeom prst="rect">
                <a:avLst/>
              </a:prstGeom>
            </p:spPr>
          </p:pic>
        </mc:Fallback>
      </mc:AlternateContent>
      <p:grpSp>
        <p:nvGrpSpPr>
          <p:cNvPr id="21" name="Group 20">
            <a:extLst>
              <a:ext uri="{FF2B5EF4-FFF2-40B4-BE49-F238E27FC236}">
                <a16:creationId xmlns:a16="http://schemas.microsoft.com/office/drawing/2014/main" id="{35D41595-40DB-22ED-5727-6FA3C2B9DC69}"/>
              </a:ext>
            </a:extLst>
          </p:cNvPr>
          <p:cNvGrpSpPr/>
          <p:nvPr/>
        </p:nvGrpSpPr>
        <p:grpSpPr>
          <a:xfrm>
            <a:off x="1326364" y="6178928"/>
            <a:ext cx="716040" cy="176040"/>
            <a:chOff x="1326364" y="6178928"/>
            <a:chExt cx="716040" cy="176040"/>
          </a:xfrm>
        </p:grpSpPr>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DB58CFC9-8573-8A3B-9EFD-D6C50D42A631}"/>
                    </a:ext>
                  </a:extLst>
                </p14:cNvPr>
                <p14:cNvContentPartPr/>
                <p14:nvPr/>
              </p14:nvContentPartPr>
              <p14:xfrm>
                <a:off x="1326364" y="6178928"/>
                <a:ext cx="125640" cy="176040"/>
              </p14:xfrm>
            </p:contentPart>
          </mc:Choice>
          <mc:Fallback>
            <p:pic>
              <p:nvPicPr>
                <p:cNvPr id="18" name="Ink 17">
                  <a:extLst>
                    <a:ext uri="{FF2B5EF4-FFF2-40B4-BE49-F238E27FC236}">
                      <a16:creationId xmlns:a16="http://schemas.microsoft.com/office/drawing/2014/main" id="{DB58CFC9-8573-8A3B-9EFD-D6C50D42A631}"/>
                    </a:ext>
                  </a:extLst>
                </p:cNvPr>
                <p:cNvPicPr/>
                <p:nvPr/>
              </p:nvPicPr>
              <p:blipFill>
                <a:blip r:embed="rId25"/>
                <a:stretch>
                  <a:fillRect/>
                </a:stretch>
              </p:blipFill>
              <p:spPr>
                <a:xfrm>
                  <a:off x="1317364" y="6169928"/>
                  <a:ext cx="1432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BD3DA913-C6E3-54FF-33B9-37FB11C20A37}"/>
                    </a:ext>
                  </a:extLst>
                </p14:cNvPr>
                <p14:cNvContentPartPr/>
                <p14:nvPr/>
              </p14:nvContentPartPr>
              <p14:xfrm>
                <a:off x="1877884" y="6197648"/>
                <a:ext cx="164520" cy="147960"/>
              </p14:xfrm>
            </p:contentPart>
          </mc:Choice>
          <mc:Fallback>
            <p:pic>
              <p:nvPicPr>
                <p:cNvPr id="19" name="Ink 18">
                  <a:extLst>
                    <a:ext uri="{FF2B5EF4-FFF2-40B4-BE49-F238E27FC236}">
                      <a16:creationId xmlns:a16="http://schemas.microsoft.com/office/drawing/2014/main" id="{BD3DA913-C6E3-54FF-33B9-37FB11C20A37}"/>
                    </a:ext>
                  </a:extLst>
                </p:cNvPr>
                <p:cNvPicPr/>
                <p:nvPr/>
              </p:nvPicPr>
              <p:blipFill>
                <a:blip r:embed="rId27"/>
                <a:stretch>
                  <a:fillRect/>
                </a:stretch>
              </p:blipFill>
              <p:spPr>
                <a:xfrm>
                  <a:off x="1869244" y="6188648"/>
                  <a:ext cx="182160" cy="165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F316F937-2335-AD31-0464-6D81B7E38F74}"/>
                  </a:ext>
                </a:extLst>
              </p14:cNvPr>
              <p14:cNvContentPartPr/>
              <p14:nvPr/>
            </p14:nvContentPartPr>
            <p14:xfrm>
              <a:off x="2775724" y="6207728"/>
              <a:ext cx="209880" cy="199800"/>
            </p14:xfrm>
          </p:contentPart>
        </mc:Choice>
        <mc:Fallback>
          <p:pic>
            <p:nvPicPr>
              <p:cNvPr id="20" name="Ink 19">
                <a:extLst>
                  <a:ext uri="{FF2B5EF4-FFF2-40B4-BE49-F238E27FC236}">
                    <a16:creationId xmlns:a16="http://schemas.microsoft.com/office/drawing/2014/main" id="{F316F937-2335-AD31-0464-6D81B7E38F74}"/>
                  </a:ext>
                </a:extLst>
              </p:cNvPr>
              <p:cNvPicPr/>
              <p:nvPr/>
            </p:nvPicPr>
            <p:blipFill>
              <a:blip r:embed="rId29"/>
              <a:stretch>
                <a:fillRect/>
              </a:stretch>
            </p:blipFill>
            <p:spPr>
              <a:xfrm>
                <a:off x="2767084" y="6199088"/>
                <a:ext cx="227520" cy="217440"/>
              </a:xfrm>
              <a:prstGeom prst="rect">
                <a:avLst/>
              </a:prstGeom>
            </p:spPr>
          </p:pic>
        </mc:Fallback>
      </mc:AlternateContent>
    </p:spTree>
    <p:extLst>
      <p:ext uri="{BB962C8B-B14F-4D97-AF65-F5344CB8AC3E}">
        <p14:creationId xmlns:p14="http://schemas.microsoft.com/office/powerpoint/2010/main" val="167336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30BF10-E0AD-48FB-A8DD-A42D96D88045}"/>
              </a:ext>
            </a:extLst>
          </p:cNvPr>
          <p:cNvSpPr txBox="1"/>
          <p:nvPr/>
        </p:nvSpPr>
        <p:spPr>
          <a:xfrm>
            <a:off x="243590" y="643700"/>
            <a:ext cx="6093500" cy="646331"/>
          </a:xfrm>
          <a:prstGeom prst="rect">
            <a:avLst/>
          </a:prstGeom>
          <a:noFill/>
        </p:spPr>
        <p:txBody>
          <a:bodyPr wrap="square">
            <a:spAutoFit/>
          </a:bodyPr>
          <a:lstStyle/>
          <a:p>
            <a:pPr algn="l" fontAlgn="base"/>
            <a:r>
              <a:rPr lang="en-US" b="1" i="0" dirty="0">
                <a:solidFill>
                  <a:srgbClr val="000000"/>
                </a:solidFill>
                <a:effectLst/>
                <a:latin typeface="Times New Roman" panose="02020603050405020304" pitchFamily="18" charset="0"/>
                <a:cs typeface="Times New Roman" panose="02020603050405020304" pitchFamily="18" charset="0"/>
              </a:rPr>
              <a:t>Step 1: Calculate the mean of the response variable.</a:t>
            </a:r>
            <a:endParaRPr lang="en-US" b="0" i="0" dirty="0">
              <a:solidFill>
                <a:srgbClr val="3D3D3D"/>
              </a:solidFill>
              <a:effectLst/>
              <a:latin typeface="Times New Roman" panose="02020603050405020304" pitchFamily="18" charset="0"/>
              <a:cs typeface="Times New Roman" panose="02020603050405020304" pitchFamily="18" charset="0"/>
            </a:endParaRPr>
          </a:p>
          <a:p>
            <a:pPr algn="l" fontAlgn="base"/>
            <a:r>
              <a:rPr lang="en-US" b="0" i="0" dirty="0">
                <a:solidFill>
                  <a:srgbClr val="000000"/>
                </a:solidFill>
                <a:effectLst/>
                <a:latin typeface="Times New Roman" panose="02020603050405020304" pitchFamily="18" charset="0"/>
                <a:cs typeface="Times New Roman" panose="02020603050405020304" pitchFamily="18" charset="0"/>
              </a:rPr>
              <a:t>The mean of the response variable turns out to be </a:t>
            </a:r>
            <a:r>
              <a:rPr lang="en-US" b="1" i="0" dirty="0">
                <a:solidFill>
                  <a:srgbClr val="000000"/>
                </a:solidFill>
                <a:effectLst/>
                <a:latin typeface="Times New Roman" panose="02020603050405020304" pitchFamily="18" charset="0"/>
                <a:cs typeface="Times New Roman" panose="02020603050405020304" pitchFamily="18" charset="0"/>
              </a:rPr>
              <a:t>81</a:t>
            </a:r>
            <a:r>
              <a:rPr lang="en-US" b="0" i="0" dirty="0">
                <a:solidFill>
                  <a:srgbClr val="000000"/>
                </a:solidFill>
                <a:effectLst/>
                <a:latin typeface="Times New Roman" panose="02020603050405020304" pitchFamily="18" charset="0"/>
                <a:cs typeface="Times New Roman" panose="02020603050405020304" pitchFamily="18" charset="0"/>
              </a:rPr>
              <a:t>.</a:t>
            </a:r>
            <a:endParaRPr lang="en-US" b="0" i="0" dirty="0">
              <a:solidFill>
                <a:srgbClr val="3D3D3D"/>
              </a:solidFill>
              <a:effectLst/>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42453EB9-6214-49AD-B97C-48F33AA65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2370" y="185660"/>
            <a:ext cx="3976112" cy="25875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838218D-EBF2-4010-A943-1114EC7C6B8F}"/>
              </a:ext>
            </a:extLst>
          </p:cNvPr>
          <p:cNvSpPr txBox="1"/>
          <p:nvPr/>
        </p:nvSpPr>
        <p:spPr>
          <a:xfrm>
            <a:off x="243590" y="3252468"/>
            <a:ext cx="6367072" cy="1477328"/>
          </a:xfrm>
          <a:prstGeom prst="rect">
            <a:avLst/>
          </a:prstGeom>
          <a:noFill/>
        </p:spPr>
        <p:txBody>
          <a:bodyPr wrap="square">
            <a:spAutoFit/>
          </a:bodyPr>
          <a:lstStyle/>
          <a:p>
            <a:pPr algn="just" fontAlgn="base"/>
            <a:r>
              <a:rPr lang="en-US" b="1" i="0" dirty="0">
                <a:solidFill>
                  <a:srgbClr val="000000"/>
                </a:solidFill>
                <a:effectLst/>
                <a:latin typeface="Times New Roman" panose="02020603050405020304" pitchFamily="18" charset="0"/>
                <a:cs typeface="Times New Roman" panose="02020603050405020304" pitchFamily="18" charset="0"/>
              </a:rPr>
              <a:t>Step 2: Calculate the predicted value for each observation.</a:t>
            </a: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Next, we can use the line of best fit equation to calculate the predicted exam score () for each student.</a:t>
            </a: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For example, the predicted exam score for the student who studied one hours is:</a:t>
            </a:r>
            <a:endParaRPr lang="en-US" b="0" i="0" dirty="0">
              <a:solidFill>
                <a:srgbClr val="3D3D3D"/>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0B9B15C-E09B-4E81-9928-A3AA7D128D87}"/>
              </a:ext>
            </a:extLst>
          </p:cNvPr>
          <p:cNvSpPr txBox="1"/>
          <p:nvPr/>
        </p:nvSpPr>
        <p:spPr>
          <a:xfrm>
            <a:off x="243590" y="5051048"/>
            <a:ext cx="6093500" cy="369332"/>
          </a:xfrm>
          <a:prstGeom prst="rect">
            <a:avLst/>
          </a:prstGeom>
          <a:noFill/>
        </p:spPr>
        <p:txBody>
          <a:bodyPr wrap="square">
            <a:spAutoFit/>
          </a:bodyPr>
          <a:lstStyle/>
          <a:p>
            <a:r>
              <a:rPr lang="it-IT" b="0" i="0" dirty="0">
                <a:solidFill>
                  <a:srgbClr val="000000"/>
                </a:solidFill>
                <a:effectLst/>
                <a:latin typeface="Times New Roman" panose="02020603050405020304" pitchFamily="18" charset="0"/>
                <a:cs typeface="Times New Roman" panose="02020603050405020304" pitchFamily="18" charset="0"/>
              </a:rPr>
              <a:t>Score = 66.615 + 5.0769*(1) = </a:t>
            </a:r>
            <a:r>
              <a:rPr lang="it-IT" b="1" i="0" dirty="0">
                <a:solidFill>
                  <a:srgbClr val="000000"/>
                </a:solidFill>
                <a:effectLst/>
                <a:latin typeface="Times New Roman" panose="02020603050405020304" pitchFamily="18" charset="0"/>
                <a:cs typeface="Times New Roman" panose="02020603050405020304" pitchFamily="18" charset="0"/>
              </a:rPr>
              <a:t>71.69</a:t>
            </a:r>
            <a:r>
              <a:rPr lang="it-IT" b="0" i="0" dirty="0">
                <a:solidFill>
                  <a:srgbClr val="000000"/>
                </a:solidFill>
                <a:effectLst/>
                <a:latin typeface="Helvetica" panose="020B0604020202020204" pitchFamily="34" charset="0"/>
              </a:rPr>
              <a:t>.</a:t>
            </a:r>
            <a:endParaRPr lang="en-IN" dirty="0"/>
          </a:p>
        </p:txBody>
      </p:sp>
      <p:sp>
        <p:nvSpPr>
          <p:cNvPr id="10" name="TextBox 9">
            <a:extLst>
              <a:ext uri="{FF2B5EF4-FFF2-40B4-BE49-F238E27FC236}">
                <a16:creationId xmlns:a16="http://schemas.microsoft.com/office/drawing/2014/main" id="{68F0AA6E-FBFA-4621-8B3B-815B235521F2}"/>
              </a:ext>
            </a:extLst>
          </p:cNvPr>
          <p:cNvSpPr txBox="1"/>
          <p:nvPr/>
        </p:nvSpPr>
        <p:spPr>
          <a:xfrm>
            <a:off x="243590" y="5741632"/>
            <a:ext cx="6093500" cy="646331"/>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We can use the same approach to find the predicted score for each student:</a:t>
            </a:r>
            <a:endParaRPr lang="en-IN" dirty="0">
              <a:latin typeface="Times New Roman" panose="02020603050405020304" pitchFamily="18" charset="0"/>
              <a:cs typeface="Times New Roman" panose="02020603050405020304" pitchFamily="18" charset="0"/>
            </a:endParaRPr>
          </a:p>
        </p:txBody>
      </p:sp>
      <p:pic>
        <p:nvPicPr>
          <p:cNvPr id="2052" name="Picture 4">
            <a:extLst>
              <a:ext uri="{FF2B5EF4-FFF2-40B4-BE49-F238E27FC236}">
                <a16:creationId xmlns:a16="http://schemas.microsoft.com/office/drawing/2014/main" id="{A34AAC3B-2B25-45B7-B0C9-28B46B629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3429" y="3429000"/>
            <a:ext cx="4991918" cy="257385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B3728A7-137F-DD7A-FC8F-DFC3AE51F1E6}"/>
                  </a:ext>
                </a:extLst>
              </p14:cNvPr>
              <p14:cNvContentPartPr/>
              <p14:nvPr/>
            </p14:nvContentPartPr>
            <p14:xfrm>
              <a:off x="2402404" y="1050728"/>
              <a:ext cx="515160" cy="48240"/>
            </p14:xfrm>
          </p:contentPart>
        </mc:Choice>
        <mc:Fallback>
          <p:pic>
            <p:nvPicPr>
              <p:cNvPr id="2" name="Ink 1">
                <a:extLst>
                  <a:ext uri="{FF2B5EF4-FFF2-40B4-BE49-F238E27FC236}">
                    <a16:creationId xmlns:a16="http://schemas.microsoft.com/office/drawing/2014/main" id="{4B3728A7-137F-DD7A-FC8F-DFC3AE51F1E6}"/>
                  </a:ext>
                </a:extLst>
              </p:cNvPr>
              <p:cNvPicPr/>
              <p:nvPr/>
            </p:nvPicPr>
            <p:blipFill>
              <a:blip r:embed="rId5"/>
              <a:stretch>
                <a:fillRect/>
              </a:stretch>
            </p:blipFill>
            <p:spPr>
              <a:xfrm>
                <a:off x="2393404" y="1041728"/>
                <a:ext cx="532800" cy="658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C1531E77-BCE9-88B2-67C2-BB9473709F9F}"/>
                  </a:ext>
                </a:extLst>
              </p14:cNvPr>
              <p14:cNvContentPartPr/>
              <p14:nvPr/>
            </p14:nvContentPartPr>
            <p14:xfrm>
              <a:off x="10058884" y="51008"/>
              <a:ext cx="82080" cy="210240"/>
            </p14:xfrm>
          </p:contentPart>
        </mc:Choice>
        <mc:Fallback>
          <p:pic>
            <p:nvPicPr>
              <p:cNvPr id="4" name="Ink 3">
                <a:extLst>
                  <a:ext uri="{FF2B5EF4-FFF2-40B4-BE49-F238E27FC236}">
                    <a16:creationId xmlns:a16="http://schemas.microsoft.com/office/drawing/2014/main" id="{C1531E77-BCE9-88B2-67C2-BB9473709F9F}"/>
                  </a:ext>
                </a:extLst>
              </p:cNvPr>
              <p:cNvPicPr/>
              <p:nvPr/>
            </p:nvPicPr>
            <p:blipFill>
              <a:blip r:embed="rId7"/>
              <a:stretch>
                <a:fillRect/>
              </a:stretch>
            </p:blipFill>
            <p:spPr>
              <a:xfrm>
                <a:off x="10050244" y="42368"/>
                <a:ext cx="9972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7CF2E544-E1F0-DCAF-EF88-6D574D7987A1}"/>
                  </a:ext>
                </a:extLst>
              </p14:cNvPr>
              <p14:cNvContentPartPr/>
              <p14:nvPr/>
            </p14:nvContentPartPr>
            <p14:xfrm>
              <a:off x="10272004" y="687848"/>
              <a:ext cx="182520" cy="2054160"/>
            </p14:xfrm>
          </p:contentPart>
        </mc:Choice>
        <mc:Fallback>
          <p:pic>
            <p:nvPicPr>
              <p:cNvPr id="5" name="Ink 4">
                <a:extLst>
                  <a:ext uri="{FF2B5EF4-FFF2-40B4-BE49-F238E27FC236}">
                    <a16:creationId xmlns:a16="http://schemas.microsoft.com/office/drawing/2014/main" id="{7CF2E544-E1F0-DCAF-EF88-6D574D7987A1}"/>
                  </a:ext>
                </a:extLst>
              </p:cNvPr>
              <p:cNvPicPr/>
              <p:nvPr/>
            </p:nvPicPr>
            <p:blipFill>
              <a:blip r:embed="rId9"/>
              <a:stretch>
                <a:fillRect/>
              </a:stretch>
            </p:blipFill>
            <p:spPr>
              <a:xfrm>
                <a:off x="10263364" y="678848"/>
                <a:ext cx="200160" cy="2071800"/>
              </a:xfrm>
              <a:prstGeom prst="rect">
                <a:avLst/>
              </a:prstGeom>
            </p:spPr>
          </p:pic>
        </mc:Fallback>
      </mc:AlternateContent>
    </p:spTree>
    <p:extLst>
      <p:ext uri="{BB962C8B-B14F-4D97-AF65-F5344CB8AC3E}">
        <p14:creationId xmlns:p14="http://schemas.microsoft.com/office/powerpoint/2010/main" val="1818814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2290C8-F40D-4CA5-A425-AE7BAAD331CE}"/>
              </a:ext>
            </a:extLst>
          </p:cNvPr>
          <p:cNvSpPr txBox="1"/>
          <p:nvPr/>
        </p:nvSpPr>
        <p:spPr>
          <a:xfrm>
            <a:off x="233999" y="590117"/>
            <a:ext cx="6093500" cy="369332"/>
          </a:xfrm>
          <a:prstGeom prst="rect">
            <a:avLst/>
          </a:prstGeom>
          <a:noFill/>
        </p:spPr>
        <p:txBody>
          <a:bodyPr wrap="square">
            <a:spAutoFit/>
          </a:bodyPr>
          <a:lstStyle/>
          <a:p>
            <a:r>
              <a:rPr lang="en-US" b="1" i="0" dirty="0">
                <a:solidFill>
                  <a:srgbClr val="000000"/>
                </a:solidFill>
                <a:effectLst/>
                <a:latin typeface="Times New Roman" panose="02020603050405020304" pitchFamily="18" charset="0"/>
                <a:cs typeface="Times New Roman" panose="02020603050405020304" pitchFamily="18" charset="0"/>
              </a:rPr>
              <a:t>Step 3: Calculate the sum of squares total (SST).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0F60B0-A2F4-4DCB-8CC0-6F4C0E91C592}"/>
              </a:ext>
            </a:extLst>
          </p:cNvPr>
          <p:cNvSpPr txBox="1"/>
          <p:nvPr/>
        </p:nvSpPr>
        <p:spPr>
          <a:xfrm>
            <a:off x="233999" y="1120675"/>
            <a:ext cx="5523161" cy="923330"/>
          </a:xfrm>
          <a:prstGeom prst="rect">
            <a:avLst/>
          </a:prstGeom>
          <a:noFill/>
        </p:spPr>
        <p:txBody>
          <a:bodyPr wrap="square">
            <a:spAutoFit/>
          </a:bodyPr>
          <a:lstStyle/>
          <a:p>
            <a:pPr algn="just" fontAlgn="base"/>
            <a:r>
              <a:rPr lang="en-US" b="0" i="0" dirty="0">
                <a:solidFill>
                  <a:srgbClr val="000000"/>
                </a:solidFill>
                <a:effectLst/>
                <a:latin typeface="Times New Roman" panose="02020603050405020304" pitchFamily="18" charset="0"/>
                <a:cs typeface="Times New Roman" panose="02020603050405020304" pitchFamily="18" charset="0"/>
              </a:rPr>
              <a:t>Next, we can calculate the sum of squares total.</a:t>
            </a: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For example, the sum of squares total for the first student is:</a:t>
            </a:r>
            <a:endParaRPr lang="en-US" b="0" i="0" dirty="0">
              <a:solidFill>
                <a:srgbClr val="3D3D3D"/>
              </a:solidFill>
              <a:effectLst/>
              <a:latin typeface="Times New Roman" panose="02020603050405020304" pitchFamily="18" charset="0"/>
              <a:cs typeface="Times New Roman" panose="02020603050405020304" pitchFamily="18" charset="0"/>
            </a:endParaRPr>
          </a:p>
        </p:txBody>
      </p:sp>
      <p:pic>
        <p:nvPicPr>
          <p:cNvPr id="7" name="Picture 6" descr="A picture containing logo&#10;&#10;Description automatically generated">
            <a:extLst>
              <a:ext uri="{FF2B5EF4-FFF2-40B4-BE49-F238E27FC236}">
                <a16:creationId xmlns:a16="http://schemas.microsoft.com/office/drawing/2014/main" id="{A271C3D0-7C6A-4618-9815-3A88F5235202}"/>
              </a:ext>
            </a:extLst>
          </p:cNvPr>
          <p:cNvPicPr>
            <a:picLocks noChangeAspect="1"/>
          </p:cNvPicPr>
          <p:nvPr/>
        </p:nvPicPr>
        <p:blipFill>
          <a:blip r:embed="rId2"/>
          <a:stretch>
            <a:fillRect/>
          </a:stretch>
        </p:blipFill>
        <p:spPr>
          <a:xfrm>
            <a:off x="1248642" y="1952613"/>
            <a:ext cx="2590800" cy="590550"/>
          </a:xfrm>
          <a:prstGeom prst="rect">
            <a:avLst/>
          </a:prstGeom>
        </p:spPr>
      </p:pic>
      <p:sp>
        <p:nvSpPr>
          <p:cNvPr id="9" name="TextBox 8">
            <a:extLst>
              <a:ext uri="{FF2B5EF4-FFF2-40B4-BE49-F238E27FC236}">
                <a16:creationId xmlns:a16="http://schemas.microsoft.com/office/drawing/2014/main" id="{62368C36-E9F8-4D78-A958-6FD051A30583}"/>
              </a:ext>
            </a:extLst>
          </p:cNvPr>
          <p:cNvSpPr txBox="1"/>
          <p:nvPr/>
        </p:nvSpPr>
        <p:spPr>
          <a:xfrm>
            <a:off x="195985" y="2557896"/>
            <a:ext cx="5561176" cy="646331"/>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We can use the same approach to find the sum of squares total for each student:</a:t>
            </a:r>
            <a:endParaRPr lang="en-IN"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8D2A0EF4-4536-445B-B2C8-D0F02056E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840" y="438320"/>
            <a:ext cx="5523161" cy="299068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53AADF3B-EAE2-4591-B596-7E6D7F7F6789}"/>
              </a:ext>
            </a:extLst>
          </p:cNvPr>
          <p:cNvSpPr txBox="1"/>
          <p:nvPr/>
        </p:nvSpPr>
        <p:spPr>
          <a:xfrm>
            <a:off x="233999" y="3273120"/>
            <a:ext cx="6093500" cy="369332"/>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The sum of squares total turns out to be </a:t>
            </a:r>
            <a:r>
              <a:rPr lang="en-US" b="1" i="0" dirty="0">
                <a:solidFill>
                  <a:srgbClr val="000000"/>
                </a:solidFill>
                <a:effectLst/>
                <a:latin typeface="Times New Roman" panose="02020603050405020304" pitchFamily="18" charset="0"/>
                <a:cs typeface="Times New Roman" panose="02020603050405020304" pitchFamily="18" charset="0"/>
              </a:rPr>
              <a:t>316</a:t>
            </a:r>
            <a:r>
              <a:rPr lang="en-US" b="0" i="0" dirty="0">
                <a:solidFill>
                  <a:srgbClr val="000000"/>
                </a:solidFill>
                <a:effectLst/>
                <a:latin typeface="Helvetica" panose="020B0604020202020204" pitchFamily="34" charset="0"/>
              </a:rPr>
              <a:t>.</a:t>
            </a:r>
            <a:endParaRPr lang="en-IN" dirty="0"/>
          </a:p>
        </p:txBody>
      </p:sp>
      <p:sp>
        <p:nvSpPr>
          <p:cNvPr id="14" name="TextBox 13">
            <a:extLst>
              <a:ext uri="{FF2B5EF4-FFF2-40B4-BE49-F238E27FC236}">
                <a16:creationId xmlns:a16="http://schemas.microsoft.com/office/drawing/2014/main" id="{7CCFFADA-9552-4A52-9A28-371124D8EAEF}"/>
              </a:ext>
            </a:extLst>
          </p:cNvPr>
          <p:cNvSpPr txBox="1"/>
          <p:nvPr/>
        </p:nvSpPr>
        <p:spPr>
          <a:xfrm>
            <a:off x="218848" y="3762969"/>
            <a:ext cx="5344619" cy="646331"/>
          </a:xfrm>
          <a:prstGeom prst="rect">
            <a:avLst/>
          </a:prstGeom>
          <a:noFill/>
        </p:spPr>
        <p:txBody>
          <a:bodyPr wrap="square">
            <a:spAutoFit/>
          </a:bodyPr>
          <a:lstStyle/>
          <a:p>
            <a:pPr algn="just"/>
            <a:r>
              <a:rPr lang="en-US" b="1" i="0" dirty="0">
                <a:solidFill>
                  <a:srgbClr val="000000"/>
                </a:solidFill>
                <a:effectLst/>
                <a:latin typeface="Times New Roman" panose="02020603050405020304" pitchFamily="18" charset="0"/>
                <a:cs typeface="Times New Roman" panose="02020603050405020304" pitchFamily="18" charset="0"/>
              </a:rPr>
              <a:t>Step 4: Calculate the sum of squares regression (SSR).</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546CE6E-0505-41B4-9C68-19F967E362F4}"/>
              </a:ext>
            </a:extLst>
          </p:cNvPr>
          <p:cNvSpPr txBox="1"/>
          <p:nvPr/>
        </p:nvSpPr>
        <p:spPr>
          <a:xfrm>
            <a:off x="233999" y="4427161"/>
            <a:ext cx="5196142" cy="923330"/>
          </a:xfrm>
          <a:prstGeom prst="rect">
            <a:avLst/>
          </a:prstGeom>
          <a:noFill/>
        </p:spPr>
        <p:txBody>
          <a:bodyPr wrap="square">
            <a:spAutoFit/>
          </a:bodyPr>
          <a:lstStyle/>
          <a:p>
            <a:pPr algn="just" fontAlgn="base"/>
            <a:r>
              <a:rPr lang="en-US" b="0" i="0" dirty="0">
                <a:solidFill>
                  <a:srgbClr val="000000"/>
                </a:solidFill>
                <a:effectLst/>
                <a:latin typeface="Times New Roman" panose="02020603050405020304" pitchFamily="18" charset="0"/>
                <a:cs typeface="Times New Roman" panose="02020603050405020304" pitchFamily="18" charset="0"/>
              </a:rPr>
              <a:t>Next, we can calculate the sum of squares regression.</a:t>
            </a: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For example, the sum of squares regression for the first student is:</a:t>
            </a:r>
            <a:endParaRPr lang="en-US" b="0" i="0" dirty="0">
              <a:solidFill>
                <a:srgbClr val="3D3D3D"/>
              </a:solidFill>
              <a:effectLst/>
              <a:latin typeface="Times New Roman" panose="02020603050405020304" pitchFamily="18" charset="0"/>
              <a:cs typeface="Times New Roman" panose="02020603050405020304" pitchFamily="18" charset="0"/>
            </a:endParaRPr>
          </a:p>
        </p:txBody>
      </p:sp>
      <p:pic>
        <p:nvPicPr>
          <p:cNvPr id="17" name="Picture 16" descr="Logo&#10;&#10;Description automatically generated with low confidence">
            <a:extLst>
              <a:ext uri="{FF2B5EF4-FFF2-40B4-BE49-F238E27FC236}">
                <a16:creationId xmlns:a16="http://schemas.microsoft.com/office/drawing/2014/main" id="{76AB8CA2-2D8E-4067-A359-226A13D1096D}"/>
              </a:ext>
            </a:extLst>
          </p:cNvPr>
          <p:cNvPicPr>
            <a:picLocks noChangeAspect="1"/>
          </p:cNvPicPr>
          <p:nvPr/>
        </p:nvPicPr>
        <p:blipFill>
          <a:blip r:embed="rId4"/>
          <a:stretch>
            <a:fillRect/>
          </a:stretch>
        </p:blipFill>
        <p:spPr>
          <a:xfrm>
            <a:off x="1552238" y="5283620"/>
            <a:ext cx="3019425" cy="571500"/>
          </a:xfrm>
          <a:prstGeom prst="rect">
            <a:avLst/>
          </a:prstGeom>
        </p:spPr>
      </p:pic>
      <p:sp>
        <p:nvSpPr>
          <p:cNvPr id="20" name="TextBox 19">
            <a:extLst>
              <a:ext uri="{FF2B5EF4-FFF2-40B4-BE49-F238E27FC236}">
                <a16:creationId xmlns:a16="http://schemas.microsoft.com/office/drawing/2014/main" id="{F70A7415-F2AC-49B8-91E0-664C53F8D347}"/>
              </a:ext>
            </a:extLst>
          </p:cNvPr>
          <p:cNvSpPr txBox="1"/>
          <p:nvPr/>
        </p:nvSpPr>
        <p:spPr>
          <a:xfrm>
            <a:off x="234000" y="5908470"/>
            <a:ext cx="5196142" cy="646331"/>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We can use the same approach to find the sum of squares regression for each student:</a:t>
            </a:r>
            <a:endParaRPr lang="en-IN" dirty="0">
              <a:latin typeface="Times New Roman" panose="02020603050405020304" pitchFamily="18" charset="0"/>
              <a:cs typeface="Times New Roman" panose="02020603050405020304" pitchFamily="18" charset="0"/>
            </a:endParaRPr>
          </a:p>
        </p:txBody>
      </p:sp>
      <p:pic>
        <p:nvPicPr>
          <p:cNvPr id="3076" name="Picture 4">
            <a:extLst>
              <a:ext uri="{FF2B5EF4-FFF2-40B4-BE49-F238E27FC236}">
                <a16:creationId xmlns:a16="http://schemas.microsoft.com/office/drawing/2014/main" id="{A5919AA5-F9DF-458B-9AE4-CE05F18896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3467" y="3429000"/>
            <a:ext cx="6539890" cy="3196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208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D4F786-2CCE-4504-929D-AD13EED31C25}"/>
              </a:ext>
            </a:extLst>
          </p:cNvPr>
          <p:cNvSpPr txBox="1"/>
          <p:nvPr/>
        </p:nvSpPr>
        <p:spPr>
          <a:xfrm>
            <a:off x="349145" y="372261"/>
            <a:ext cx="6093500" cy="369332"/>
          </a:xfrm>
          <a:prstGeom prst="rect">
            <a:avLst/>
          </a:prstGeom>
          <a:noFill/>
        </p:spPr>
        <p:txBody>
          <a:bodyPr wrap="square">
            <a:spAutoFit/>
          </a:bodyPr>
          <a:lstStyle/>
          <a:p>
            <a:pPr algn="just"/>
            <a:r>
              <a:rPr lang="en-US" b="0" i="0" dirty="0">
                <a:solidFill>
                  <a:srgbClr val="000000"/>
                </a:solidFill>
                <a:effectLst/>
                <a:latin typeface="Times New Roman" panose="02020603050405020304" pitchFamily="18" charset="0"/>
                <a:cs typeface="Times New Roman" panose="02020603050405020304" pitchFamily="18" charset="0"/>
              </a:rPr>
              <a:t>The sum of squares regression turns out to be </a:t>
            </a:r>
            <a:r>
              <a:rPr lang="en-US" b="1" i="0" dirty="0">
                <a:solidFill>
                  <a:srgbClr val="000000"/>
                </a:solidFill>
                <a:effectLst/>
                <a:latin typeface="Times New Roman" panose="02020603050405020304" pitchFamily="18" charset="0"/>
                <a:cs typeface="Times New Roman" panose="02020603050405020304" pitchFamily="18" charset="0"/>
              </a:rPr>
              <a:t>279.23</a:t>
            </a:r>
            <a:r>
              <a:rPr lang="en-US" b="0" i="0" dirty="0">
                <a:solidFill>
                  <a:srgbClr val="000000"/>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4615C24-98A3-4485-8A2E-39198779B896}"/>
              </a:ext>
            </a:extLst>
          </p:cNvPr>
          <p:cNvSpPr txBox="1"/>
          <p:nvPr/>
        </p:nvSpPr>
        <p:spPr>
          <a:xfrm>
            <a:off x="349145" y="781762"/>
            <a:ext cx="6093500" cy="369332"/>
          </a:xfrm>
          <a:prstGeom prst="rect">
            <a:avLst/>
          </a:prstGeom>
          <a:noFill/>
        </p:spPr>
        <p:txBody>
          <a:bodyPr wrap="square">
            <a:spAutoFit/>
          </a:bodyPr>
          <a:lstStyle/>
          <a:p>
            <a:r>
              <a:rPr lang="en-US" b="1" i="0" dirty="0">
                <a:solidFill>
                  <a:srgbClr val="000000"/>
                </a:solidFill>
                <a:effectLst/>
                <a:latin typeface="Times New Roman" panose="02020603050405020304" pitchFamily="18" charset="0"/>
                <a:cs typeface="Times New Roman" panose="02020603050405020304" pitchFamily="18" charset="0"/>
              </a:rPr>
              <a:t>Step 5: Calculate the sum of squares error (SSE).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4FC7115-C8BF-416A-8466-EA194D1DAB2D}"/>
              </a:ext>
            </a:extLst>
          </p:cNvPr>
          <p:cNvSpPr txBox="1"/>
          <p:nvPr/>
        </p:nvSpPr>
        <p:spPr>
          <a:xfrm>
            <a:off x="349145" y="1151094"/>
            <a:ext cx="11493708" cy="369332"/>
          </a:xfrm>
          <a:prstGeom prst="rect">
            <a:avLst/>
          </a:prstGeom>
          <a:noFill/>
        </p:spPr>
        <p:txBody>
          <a:bodyPr wrap="square">
            <a:spAutoFit/>
          </a:bodyPr>
          <a:lstStyle/>
          <a:p>
            <a:pPr algn="l" fontAlgn="base"/>
            <a:r>
              <a:rPr lang="en-US" b="0" i="0" dirty="0">
                <a:solidFill>
                  <a:srgbClr val="000000"/>
                </a:solidFill>
                <a:effectLst/>
                <a:latin typeface="Times New Roman" panose="02020603050405020304" pitchFamily="18" charset="0"/>
                <a:cs typeface="Times New Roman" panose="02020603050405020304" pitchFamily="18" charset="0"/>
              </a:rPr>
              <a:t>Next, we can calculate the sum of squares error.</a:t>
            </a:r>
            <a:r>
              <a:rPr lang="en-US" dirty="0">
                <a:solidFill>
                  <a:srgbClr val="3D3D3D"/>
                </a:solidFill>
                <a:latin typeface="Times New Roman" panose="02020603050405020304" pitchFamily="18" charset="0"/>
                <a:cs typeface="Times New Roman" panose="02020603050405020304" pitchFamily="18" charset="0"/>
              </a:rPr>
              <a:t> </a:t>
            </a:r>
            <a:r>
              <a:rPr lang="en-US" b="0" i="0" dirty="0">
                <a:solidFill>
                  <a:srgbClr val="000000"/>
                </a:solidFill>
                <a:effectLst/>
                <a:latin typeface="Times New Roman" panose="02020603050405020304" pitchFamily="18" charset="0"/>
                <a:cs typeface="Times New Roman" panose="02020603050405020304" pitchFamily="18" charset="0"/>
              </a:rPr>
              <a:t>For example, the sum of squares error for the first student is:</a:t>
            </a:r>
            <a:endParaRPr lang="en-US" b="0" i="0" dirty="0">
              <a:solidFill>
                <a:srgbClr val="3D3D3D"/>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B4162DD-EB52-4F91-8261-703CB914405E}"/>
              </a:ext>
            </a:extLst>
          </p:cNvPr>
          <p:cNvPicPr>
            <a:picLocks noChangeAspect="1"/>
          </p:cNvPicPr>
          <p:nvPr/>
        </p:nvPicPr>
        <p:blipFill>
          <a:blip r:embed="rId2"/>
          <a:stretch>
            <a:fillRect/>
          </a:stretch>
        </p:blipFill>
        <p:spPr>
          <a:xfrm>
            <a:off x="3823193" y="1579395"/>
            <a:ext cx="3076575" cy="419100"/>
          </a:xfrm>
          <a:prstGeom prst="rect">
            <a:avLst/>
          </a:prstGeom>
        </p:spPr>
      </p:pic>
      <p:sp>
        <p:nvSpPr>
          <p:cNvPr id="11" name="TextBox 10">
            <a:extLst>
              <a:ext uri="{FF2B5EF4-FFF2-40B4-BE49-F238E27FC236}">
                <a16:creationId xmlns:a16="http://schemas.microsoft.com/office/drawing/2014/main" id="{5135C2F7-7C3D-42BF-BF87-5488B2567EBA}"/>
              </a:ext>
            </a:extLst>
          </p:cNvPr>
          <p:cNvSpPr txBox="1"/>
          <p:nvPr/>
        </p:nvSpPr>
        <p:spPr>
          <a:xfrm>
            <a:off x="349145" y="2102951"/>
            <a:ext cx="11493707" cy="369332"/>
          </a:xfrm>
          <a:prstGeom prst="rect">
            <a:avLst/>
          </a:prstGeom>
          <a:noFill/>
        </p:spPr>
        <p:txBody>
          <a:bodyPr wrap="square">
            <a:spAutoFit/>
          </a:bodyPr>
          <a:lstStyle/>
          <a:p>
            <a:r>
              <a:rPr lang="en-US" b="0" i="0" dirty="0">
                <a:solidFill>
                  <a:srgbClr val="000000"/>
                </a:solidFill>
                <a:effectLst/>
                <a:latin typeface="Times New Roman" panose="02020603050405020304" pitchFamily="18" charset="0"/>
                <a:cs typeface="Times New Roman" panose="02020603050405020304" pitchFamily="18" charset="0"/>
              </a:rPr>
              <a:t>We can use the same approach to find the sum of squares error for each student:</a:t>
            </a:r>
            <a:endParaRPr lang="en-IN" dirty="0">
              <a:latin typeface="Times New Roman" panose="02020603050405020304" pitchFamily="18" charset="0"/>
              <a:cs typeface="Times New Roman" panose="02020603050405020304" pitchFamily="18" charset="0"/>
            </a:endParaRPr>
          </a:p>
        </p:txBody>
      </p:sp>
      <p:pic>
        <p:nvPicPr>
          <p:cNvPr id="4098" name="Picture 2" descr="Example of calculating SST, SSR, and SSE for linear regression">
            <a:extLst>
              <a:ext uri="{FF2B5EF4-FFF2-40B4-BE49-F238E27FC236}">
                <a16:creationId xmlns:a16="http://schemas.microsoft.com/office/drawing/2014/main" id="{B9A5A67E-AC33-453B-81BF-1EE20B85C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0345" y="2870124"/>
            <a:ext cx="5931317" cy="371238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87875D9-3167-4E22-9AE1-8FE49EAC80B8}"/>
              </a:ext>
            </a:extLst>
          </p:cNvPr>
          <p:cNvSpPr txBox="1"/>
          <p:nvPr/>
        </p:nvSpPr>
        <p:spPr>
          <a:xfrm>
            <a:off x="349146" y="2581969"/>
            <a:ext cx="5746854" cy="4247317"/>
          </a:xfrm>
          <a:prstGeom prst="rect">
            <a:avLst/>
          </a:prstGeom>
          <a:noFill/>
        </p:spPr>
        <p:txBody>
          <a:bodyPr wrap="square">
            <a:spAutoFit/>
          </a:bodyPr>
          <a:lstStyle/>
          <a:p>
            <a:pPr algn="just" fontAlgn="base"/>
            <a:r>
              <a:rPr lang="en-US" b="0" i="0" dirty="0">
                <a:solidFill>
                  <a:srgbClr val="000000"/>
                </a:solidFill>
                <a:effectLst/>
                <a:latin typeface="Times New Roman" panose="02020603050405020304" pitchFamily="18" charset="0"/>
                <a:cs typeface="Times New Roman" panose="02020603050405020304" pitchFamily="18" charset="0"/>
              </a:rPr>
              <a:t>We can verify that SST = SSR + SSE</a:t>
            </a: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 SST = SSR + SSE</a:t>
            </a: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 316 = 279.23 + 36.77</a:t>
            </a:r>
          </a:p>
          <a:p>
            <a:pPr algn="just" fontAlgn="base"/>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We can also calculate the R-squared of the regression model by using the following equation:</a:t>
            </a:r>
          </a:p>
          <a:p>
            <a:pPr algn="just" fontAlgn="base"/>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a:solidFill>
                  <a:srgbClr val="000000"/>
                </a:solidFill>
                <a:effectLst/>
                <a:latin typeface="Times New Roman" panose="02020603050405020304" pitchFamily="18" charset="0"/>
                <a:cs typeface="Times New Roman" panose="02020603050405020304" pitchFamily="18" charset="0"/>
              </a:rPr>
              <a:t>R-squared =1- </a:t>
            </a:r>
            <a:r>
              <a:rPr lang="en-US" b="0" i="0" dirty="0">
                <a:solidFill>
                  <a:srgbClr val="000000"/>
                </a:solidFill>
                <a:effectLst/>
                <a:latin typeface="Times New Roman" panose="02020603050405020304" pitchFamily="18" charset="0"/>
                <a:cs typeface="Times New Roman" panose="02020603050405020304" pitchFamily="18" charset="0"/>
              </a:rPr>
              <a:t>SSR / SST</a:t>
            </a:r>
          </a:p>
          <a:p>
            <a:pPr algn="just" fontAlgn="base">
              <a:buFont typeface="Arial" panose="020B0604020202020204" pitchFamily="34" charset="0"/>
              <a:buChar char="•"/>
            </a:pP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 R-squared = 279.23 / 316</a:t>
            </a:r>
          </a:p>
          <a:p>
            <a:pPr algn="just" fontAlgn="base">
              <a:buFont typeface="Arial" panose="020B0604020202020204" pitchFamily="34" charset="0"/>
              <a:buChar char="•"/>
            </a:pP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 R-squared = 0.8836</a:t>
            </a:r>
          </a:p>
          <a:p>
            <a:pPr algn="just" fontAlgn="base">
              <a:buFont typeface="Arial" panose="020B0604020202020204" pitchFamily="34" charset="0"/>
              <a:buChar char="•"/>
            </a:pPr>
            <a:endParaRPr lang="en-US" b="0" i="0" dirty="0">
              <a:solidFill>
                <a:srgbClr val="3D3D3D"/>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This tells us that </a:t>
            </a:r>
            <a:r>
              <a:rPr lang="en-US" b="1" i="0" dirty="0">
                <a:solidFill>
                  <a:srgbClr val="000000"/>
                </a:solidFill>
                <a:effectLst/>
                <a:latin typeface="Times New Roman" panose="02020603050405020304" pitchFamily="18" charset="0"/>
                <a:cs typeface="Times New Roman" panose="02020603050405020304" pitchFamily="18" charset="0"/>
              </a:rPr>
              <a:t>88.36%</a:t>
            </a:r>
            <a:r>
              <a:rPr lang="en-US" b="0" i="0" dirty="0">
                <a:solidFill>
                  <a:srgbClr val="000000"/>
                </a:solidFill>
                <a:effectLst/>
                <a:latin typeface="Times New Roman" panose="02020603050405020304" pitchFamily="18" charset="0"/>
                <a:cs typeface="Times New Roman" panose="02020603050405020304" pitchFamily="18" charset="0"/>
              </a:rPr>
              <a:t> of the variation in exam scores can be explained by the number of hours studied</a:t>
            </a:r>
            <a:r>
              <a:rPr lang="en-US" b="0" i="0" dirty="0">
                <a:solidFill>
                  <a:srgbClr val="000000"/>
                </a:solidFill>
                <a:effectLst/>
                <a:latin typeface="Helvetica" panose="020B0604020202020204" pitchFamily="34" charset="0"/>
              </a:rPr>
              <a:t>.</a:t>
            </a:r>
            <a:endParaRPr lang="en-US" b="0" i="0" dirty="0">
              <a:solidFill>
                <a:srgbClr val="3D3D3D"/>
              </a:solidFill>
              <a:effectLst/>
              <a:latin typeface="Lato" panose="020F0502020204030203" pitchFamily="34" charset="0"/>
            </a:endParaRPr>
          </a:p>
        </p:txBody>
      </p:sp>
    </p:spTree>
    <p:extLst>
      <p:ext uri="{BB962C8B-B14F-4D97-AF65-F5344CB8AC3E}">
        <p14:creationId xmlns:p14="http://schemas.microsoft.com/office/powerpoint/2010/main" val="4105049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56">
            <a:extLst>
              <a:ext uri="{FF2B5EF4-FFF2-40B4-BE49-F238E27FC236}">
                <a16:creationId xmlns:a16="http://schemas.microsoft.com/office/drawing/2014/main" id="{6FD2B106-31C7-446F-B4D3-C9EE8CEB5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63" name="Rectangle 58">
            <a:extLst>
              <a:ext uri="{FF2B5EF4-FFF2-40B4-BE49-F238E27FC236}">
                <a16:creationId xmlns:a16="http://schemas.microsoft.com/office/drawing/2014/main" id="{1D7678B8-0AAC-460B-8CDB-C43156BBAA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solidFill>
            <a:schemeClr val="accent1">
              <a:lumMod val="50000"/>
              <a:alpha val="25000"/>
            </a:schemeClr>
          </a:solidFill>
          <a:ln w="0">
            <a:noFill/>
            <a:prstDash val="solid"/>
            <a:round/>
            <a:headEnd/>
            <a:tailEnd/>
          </a:ln>
        </p:spPr>
        <p:txBody>
          <a:bodyPr rtlCol="0" anchor="ctr"/>
          <a:lstStyle/>
          <a:p>
            <a:pPr algn="ctr" defTabSz="457200"/>
            <a:endParaRPr lang="en-US" dirty="0">
              <a:solidFill>
                <a:schemeClr val="tx1"/>
              </a:solidFill>
            </a:endParaRPr>
          </a:p>
        </p:txBody>
      </p:sp>
      <p:sp>
        <p:nvSpPr>
          <p:cNvPr id="2" name="Title 1">
            <a:extLst>
              <a:ext uri="{FF2B5EF4-FFF2-40B4-BE49-F238E27FC236}">
                <a16:creationId xmlns:a16="http://schemas.microsoft.com/office/drawing/2014/main" id="{2173B4FC-CD49-4DEE-BCB8-19D9DF1A9F42}"/>
              </a:ext>
            </a:extLst>
          </p:cNvPr>
          <p:cNvSpPr>
            <a:spLocks noGrp="1"/>
          </p:cNvSpPr>
          <p:nvPr>
            <p:ph type="title"/>
          </p:nvPr>
        </p:nvSpPr>
        <p:spPr>
          <a:xfrm>
            <a:off x="766761" y="643468"/>
            <a:ext cx="5292727" cy="4242858"/>
          </a:xfrm>
        </p:spPr>
        <p:txBody>
          <a:bodyPr vert="horz" lIns="91440" tIns="45720" rIns="91440" bIns="45720" rtlCol="0" anchor="b">
            <a:normAutofit/>
          </a:bodyPr>
          <a:lstStyle/>
          <a:p>
            <a:r>
              <a:rPr lang="en-US" sz="8800" kern="1200">
                <a:solidFill>
                  <a:schemeClr val="tx1"/>
                </a:solidFill>
                <a:latin typeface="+mj-lt"/>
                <a:ea typeface="+mj-ea"/>
                <a:cs typeface="+mj-cs"/>
              </a:rPr>
              <a:t>Thank you</a:t>
            </a:r>
          </a:p>
        </p:txBody>
      </p:sp>
      <p:sp>
        <p:nvSpPr>
          <p:cNvPr id="61" name="Freeform 6">
            <a:extLst>
              <a:ext uri="{FF2B5EF4-FFF2-40B4-BE49-F238E27FC236}">
                <a16:creationId xmlns:a16="http://schemas.microsoft.com/office/drawing/2014/main" id="{1F0D9B0E-E48B-450C-9134-0435D96D0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02207" y="61344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rgbClr val="FFFFFF"/>
          </a:solidFill>
          <a:ln w="0">
            <a:noFill/>
            <a:prstDash val="solid"/>
            <a:round/>
            <a:headEnd/>
            <a:tailEnd/>
          </a:ln>
        </p:spPr>
        <p:txBody>
          <a:bodyPr/>
          <a:lstStyle/>
          <a:p>
            <a:endParaRPr lang="en-US"/>
          </a:p>
        </p:txBody>
      </p:sp>
      <p:pic>
        <p:nvPicPr>
          <p:cNvPr id="22" name="Graphic 21" descr="Smiling Face with No Fill">
            <a:extLst>
              <a:ext uri="{FF2B5EF4-FFF2-40B4-BE49-F238E27FC236}">
                <a16:creationId xmlns:a16="http://schemas.microsoft.com/office/drawing/2014/main" id="{69BEEBA3-6151-4344-851B-B5D1DDBB89C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99994" y="1608058"/>
            <a:ext cx="3240000" cy="3240000"/>
          </a:xfrm>
          <a:prstGeom prst="rect">
            <a:avLst/>
          </a:prstGeom>
        </p:spPr>
      </p:pic>
    </p:spTree>
    <p:extLst>
      <p:ext uri="{BB962C8B-B14F-4D97-AF65-F5344CB8AC3E}">
        <p14:creationId xmlns:p14="http://schemas.microsoft.com/office/powerpoint/2010/main" val="368513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22"/>
                                        </p:tgtEl>
                                        <p:attrNameLst>
                                          <p:attrName>style.visibility</p:attrName>
                                        </p:attrNameLst>
                                      </p:cBhvr>
                                      <p:to>
                                        <p:strVal val="visible"/>
                                      </p:to>
                                    </p:set>
                                    <p:animEffect transition="in" filter="fade">
                                      <p:cBhvr>
                                        <p:cTn id="7" dur="700"/>
                                        <p:tgtEl>
                                          <p:spTgt spid="2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2299</TotalTime>
  <Words>1079</Words>
  <Application>Microsoft Office PowerPoint</Application>
  <PresentationFormat>Widescreen</PresentationFormat>
  <Paragraphs>67</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Helvetica</vt:lpstr>
      <vt:lpstr>Lato</vt:lpstr>
      <vt:lpstr>Times New Roman</vt:lpstr>
      <vt:lpstr>Office Theme</vt:lpstr>
      <vt:lpstr>Different Statistical Performance Metric for Regression</vt:lpstr>
      <vt:lpstr>Evaluation metrics for Regression</vt:lpstr>
      <vt:lpstr>Evaluation metrics for Regression</vt:lpstr>
      <vt:lpstr>Evaluation metrics for Regression</vt:lpstr>
      <vt:lpstr>Evaluation metrics for Regression</vt:lpstr>
      <vt:lpstr>Evaluation metrics for Regression</vt:lpstr>
      <vt:lpstr>Evaluation metrics for Regression</vt:lpstr>
      <vt:lpstr>Evaluation metrics for Regression</vt:lpstr>
      <vt:lpstr>Evaluation metrics for Regression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Different Statistical Performance metric</dc:title>
  <dc:creator>Umesh Gupta</dc:creator>
  <cp:lastModifiedBy>Deepika Vatsa</cp:lastModifiedBy>
  <cp:revision>1</cp:revision>
  <dcterms:created xsi:type="dcterms:W3CDTF">2021-11-09T15:09:05Z</dcterms:created>
  <dcterms:modified xsi:type="dcterms:W3CDTF">2025-08-11T09:39:08Z</dcterms:modified>
</cp:coreProperties>
</file>