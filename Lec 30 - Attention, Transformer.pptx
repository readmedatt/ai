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5"/>
  </p:notesMasterIdLst>
  <p:sldIdLst>
    <p:sldId id="395" r:id="rId2"/>
    <p:sldId id="593" r:id="rId3"/>
    <p:sldId id="608" r:id="rId4"/>
    <p:sldId id="609" r:id="rId5"/>
    <p:sldId id="610" r:id="rId6"/>
    <p:sldId id="611" r:id="rId7"/>
    <p:sldId id="612" r:id="rId8"/>
    <p:sldId id="613" r:id="rId9"/>
    <p:sldId id="614" r:id="rId10"/>
    <p:sldId id="615" r:id="rId11"/>
    <p:sldId id="616" r:id="rId12"/>
    <p:sldId id="617" r:id="rId13"/>
    <p:sldId id="618" r:id="rId14"/>
    <p:sldId id="619" r:id="rId15"/>
    <p:sldId id="620" r:id="rId16"/>
    <p:sldId id="621" r:id="rId17"/>
    <p:sldId id="622" r:id="rId18"/>
    <p:sldId id="623" r:id="rId19"/>
    <p:sldId id="624" r:id="rId20"/>
    <p:sldId id="625" r:id="rId21"/>
    <p:sldId id="626" r:id="rId22"/>
    <p:sldId id="607" r:id="rId23"/>
    <p:sldId id="58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068144-AD36-4C9E-83DC-C869E1FA72C1}" v="36" dt="2025-11-12T10:53:59.2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24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Vatsa" userId="f7100972-27fe-4ee6-8fb4-ec9b7931b409" providerId="ADAL" clId="{6884C358-F078-41E2-B52A-C991C4377FC1}"/>
    <pc:docChg chg="undo redo custSel addSld delSld modSld">
      <pc:chgData name="Deepika Vatsa" userId="f7100972-27fe-4ee6-8fb4-ec9b7931b409" providerId="ADAL" clId="{6884C358-F078-41E2-B52A-C991C4377FC1}" dt="2025-07-23T05:24:38.241" v="3543" actId="2696"/>
      <pc:docMkLst>
        <pc:docMk/>
      </pc:docMkLst>
      <pc:sldChg chg="addSp delSp modSp mod">
        <pc:chgData name="Deepika Vatsa" userId="f7100972-27fe-4ee6-8fb4-ec9b7931b409" providerId="ADAL" clId="{6884C358-F078-41E2-B52A-C991C4377FC1}" dt="2025-07-23T05:20:50.743" v="3433"/>
        <pc:sldMkLst>
          <pc:docMk/>
          <pc:sldMk cId="0" sldId="257"/>
        </pc:sldMkLst>
        <pc:spChg chg="del">
          <ac:chgData name="Deepika Vatsa" userId="f7100972-27fe-4ee6-8fb4-ec9b7931b409" providerId="ADAL" clId="{6884C358-F078-41E2-B52A-C991C4377FC1}" dt="2025-07-22T09:46:07.314" v="366" actId="478"/>
          <ac:spMkLst>
            <pc:docMk/>
            <pc:sldMk cId="0" sldId="257"/>
            <ac:spMk id="2" creationId="{00000000-0000-0000-0000-000000000000}"/>
          </ac:spMkLst>
        </pc:spChg>
        <pc:spChg chg="del">
          <ac:chgData name="Deepika Vatsa" userId="f7100972-27fe-4ee6-8fb4-ec9b7931b409" providerId="ADAL" clId="{6884C358-F078-41E2-B52A-C991C4377FC1}" dt="2025-07-22T09:46:19.992" v="386" actId="478"/>
          <ac:spMkLst>
            <pc:docMk/>
            <pc:sldMk cId="0" sldId="257"/>
            <ac:spMk id="3" creationId="{00000000-0000-0000-0000-000000000000}"/>
          </ac:spMkLst>
        </pc:spChg>
        <pc:spChg chg="mod">
          <ac:chgData name="Deepika Vatsa" userId="f7100972-27fe-4ee6-8fb4-ec9b7931b409" providerId="ADAL" clId="{6884C358-F078-41E2-B52A-C991C4377FC1}" dt="2025-07-22T09:25:41.921" v="69"/>
          <ac:spMkLst>
            <pc:docMk/>
            <pc:sldMk cId="0" sldId="257"/>
            <ac:spMk id="4" creationId="{00000000-0000-0000-0000-000000000000}"/>
          </ac:spMkLst>
        </pc:spChg>
        <pc:spChg chg="add del mod">
          <ac:chgData name="Deepika Vatsa" userId="f7100972-27fe-4ee6-8fb4-ec9b7931b409" providerId="ADAL" clId="{6884C358-F078-41E2-B52A-C991C4377FC1}" dt="2025-07-22T09:46:11.087" v="367" actId="478"/>
          <ac:spMkLst>
            <pc:docMk/>
            <pc:sldMk cId="0" sldId="257"/>
            <ac:spMk id="7" creationId="{1ADD9D61-713D-4A99-56C5-830DCBC11A42}"/>
          </ac:spMkLst>
        </pc:spChg>
        <pc:spChg chg="add mod">
          <ac:chgData name="Deepika Vatsa" userId="f7100972-27fe-4ee6-8fb4-ec9b7931b409" providerId="ADAL" clId="{6884C358-F078-41E2-B52A-C991C4377FC1}" dt="2025-07-23T05:16:58.934" v="3366" actId="207"/>
          <ac:spMkLst>
            <pc:docMk/>
            <pc:sldMk cId="0" sldId="257"/>
            <ac:spMk id="8" creationId="{991BA802-3D45-4E0C-D372-BE4FFEF41DD1}"/>
          </ac:spMkLst>
        </pc:spChg>
        <pc:spChg chg="add del mod">
          <ac:chgData name="Deepika Vatsa" userId="f7100972-27fe-4ee6-8fb4-ec9b7931b409" providerId="ADAL" clId="{6884C358-F078-41E2-B52A-C991C4377FC1}" dt="2025-07-22T09:46:21.354" v="387" actId="478"/>
          <ac:spMkLst>
            <pc:docMk/>
            <pc:sldMk cId="0" sldId="257"/>
            <ac:spMk id="10" creationId="{B8D89D22-2E94-CDDE-9114-30348B772120}"/>
          </ac:spMkLst>
        </pc:spChg>
        <pc:picChg chg="add mod">
          <ac:chgData name="Deepika Vatsa" userId="f7100972-27fe-4ee6-8fb4-ec9b7931b409" providerId="ADAL" clId="{6884C358-F078-41E2-B52A-C991C4377FC1}" dt="2025-07-22T09:46:31.182" v="390" actId="1076"/>
          <ac:picMkLst>
            <pc:docMk/>
            <pc:sldMk cId="0" sldId="257"/>
            <ac:picMk id="11" creationId="{C4C88D64-41B1-3E23-255C-8D6CD72FE16B}"/>
          </ac:picMkLst>
        </pc:picChg>
        <pc:cxnChg chg="add mod">
          <ac:chgData name="Deepika Vatsa" userId="f7100972-27fe-4ee6-8fb4-ec9b7931b409" providerId="ADAL" clId="{6884C358-F078-41E2-B52A-C991C4377FC1}" dt="2025-07-23T05:20:50.743" v="3433"/>
          <ac:cxnSpMkLst>
            <pc:docMk/>
            <pc:sldMk cId="0" sldId="257"/>
            <ac:cxnSpMk id="2" creationId="{CBA55D45-5BC0-2827-B096-7BB0262967E4}"/>
          </ac:cxnSpMkLst>
        </pc:cxnChg>
        <pc:cxnChg chg="del">
          <ac:chgData name="Deepika Vatsa" userId="f7100972-27fe-4ee6-8fb4-ec9b7931b409" providerId="ADAL" clId="{6884C358-F078-41E2-B52A-C991C4377FC1}" dt="2025-07-23T05:20:50.377" v="3432" actId="478"/>
          <ac:cxnSpMkLst>
            <pc:docMk/>
            <pc:sldMk cId="0" sldId="257"/>
            <ac:cxnSpMk id="5" creationId="{D12CAC9D-CDF2-ED92-8F02-70DAC510318D}"/>
          </ac:cxnSpMkLst>
        </pc:cxnChg>
      </pc:sldChg>
      <pc:sldChg chg="addSp delSp modSp mod">
        <pc:chgData name="Deepika Vatsa" userId="f7100972-27fe-4ee6-8fb4-ec9b7931b409" providerId="ADAL" clId="{6884C358-F078-41E2-B52A-C991C4377FC1}" dt="2025-07-23T05:21:07.139" v="3444" actId="1036"/>
        <pc:sldMkLst>
          <pc:docMk/>
          <pc:sldMk cId="0" sldId="258"/>
        </pc:sldMkLst>
        <pc:spChg chg="mod">
          <ac:chgData name="Deepika Vatsa" userId="f7100972-27fe-4ee6-8fb4-ec9b7931b409" providerId="ADAL" clId="{6884C358-F078-41E2-B52A-C991C4377FC1}" dt="2025-07-23T05:21:07.139" v="3444" actId="1036"/>
          <ac:spMkLst>
            <pc:docMk/>
            <pc:sldMk cId="0" sldId="258"/>
            <ac:spMk id="2" creationId="{00000000-0000-0000-0000-000000000000}"/>
          </ac:spMkLst>
        </pc:spChg>
        <pc:spChg chg="mod">
          <ac:chgData name="Deepika Vatsa" userId="f7100972-27fe-4ee6-8fb4-ec9b7931b409" providerId="ADAL" clId="{6884C358-F078-41E2-B52A-C991C4377FC1}" dt="2025-07-22T09:58:53.373" v="693" actId="113"/>
          <ac:spMkLst>
            <pc:docMk/>
            <pc:sldMk cId="0" sldId="258"/>
            <ac:spMk id="3" creationId="{00000000-0000-0000-0000-000000000000}"/>
          </ac:spMkLst>
        </pc:spChg>
        <pc:spChg chg="del mod">
          <ac:chgData name="Deepika Vatsa" userId="f7100972-27fe-4ee6-8fb4-ec9b7931b409" providerId="ADAL" clId="{6884C358-F078-41E2-B52A-C991C4377FC1}" dt="2025-07-22T09:58:39.592" v="690" actId="478"/>
          <ac:spMkLst>
            <pc:docMk/>
            <pc:sldMk cId="0" sldId="258"/>
            <ac:spMk id="4" creationId="{00000000-0000-0000-0000-000000000000}"/>
          </ac:spMkLst>
        </pc:spChg>
        <pc:spChg chg="add del mod ord">
          <ac:chgData name="Deepika Vatsa" userId="f7100972-27fe-4ee6-8fb4-ec9b7931b409" providerId="ADAL" clId="{6884C358-F078-41E2-B52A-C991C4377FC1}" dt="2025-07-22T09:57:25.796" v="671" actId="478"/>
          <ac:spMkLst>
            <pc:docMk/>
            <pc:sldMk cId="0" sldId="258"/>
            <ac:spMk id="6" creationId="{BA9307D0-EBDA-93E8-6688-2F7B8C8E0E6C}"/>
          </ac:spMkLst>
        </pc:spChg>
        <pc:cxnChg chg="add mod">
          <ac:chgData name="Deepika Vatsa" userId="f7100972-27fe-4ee6-8fb4-ec9b7931b409" providerId="ADAL" clId="{6884C358-F078-41E2-B52A-C991C4377FC1}" dt="2025-07-23T05:21:02.836" v="3439"/>
          <ac:cxnSpMkLst>
            <pc:docMk/>
            <pc:sldMk cId="0" sldId="258"/>
            <ac:cxnSpMk id="4" creationId="{14743623-04A4-B42C-4A68-90F92DBBA454}"/>
          </ac:cxnSpMkLst>
        </pc:cxnChg>
        <pc:cxnChg chg="del">
          <ac:chgData name="Deepika Vatsa" userId="f7100972-27fe-4ee6-8fb4-ec9b7931b409" providerId="ADAL" clId="{6884C358-F078-41E2-B52A-C991C4377FC1}" dt="2025-07-23T05:21:02.444" v="3438" actId="478"/>
          <ac:cxnSpMkLst>
            <pc:docMk/>
            <pc:sldMk cId="0" sldId="258"/>
            <ac:cxnSpMk id="5" creationId="{7F0521BD-D115-2D03-6CC7-BFE0E882D8F6}"/>
          </ac:cxnSpMkLst>
        </pc:cxnChg>
      </pc:sldChg>
      <pc:sldChg chg="modSp del">
        <pc:chgData name="Deepika Vatsa" userId="f7100972-27fe-4ee6-8fb4-ec9b7931b409" providerId="ADAL" clId="{6884C358-F078-41E2-B52A-C991C4377FC1}" dt="2025-07-22T10:01:31.830" v="728" actId="47"/>
        <pc:sldMkLst>
          <pc:docMk/>
          <pc:sldMk cId="0" sldId="259"/>
        </pc:sldMkLst>
        <pc:spChg chg="mod">
          <ac:chgData name="Deepika Vatsa" userId="f7100972-27fe-4ee6-8fb4-ec9b7931b409" providerId="ADAL" clId="{6884C358-F078-41E2-B52A-C991C4377FC1}" dt="2025-07-22T09:25:41.921" v="69"/>
          <ac:spMkLst>
            <pc:docMk/>
            <pc:sldMk cId="0" sldId="259"/>
            <ac:spMk id="4" creationId="{00000000-0000-0000-0000-000000000000}"/>
          </ac:spMkLst>
        </pc:spChg>
      </pc:sldChg>
      <pc:sldChg chg="modSp del mod">
        <pc:chgData name="Deepika Vatsa" userId="f7100972-27fe-4ee6-8fb4-ec9b7931b409" providerId="ADAL" clId="{6884C358-F078-41E2-B52A-C991C4377FC1}" dt="2025-07-23T05:06:18.427" v="3264" actId="2696"/>
        <pc:sldMkLst>
          <pc:docMk/>
          <pc:sldMk cId="0" sldId="262"/>
        </pc:sldMkLst>
        <pc:spChg chg="mod">
          <ac:chgData name="Deepika Vatsa" userId="f7100972-27fe-4ee6-8fb4-ec9b7931b409" providerId="ADAL" clId="{6884C358-F078-41E2-B52A-C991C4377FC1}" dt="2025-07-22T10:02:14.578" v="730" actId="1076"/>
          <ac:spMkLst>
            <pc:docMk/>
            <pc:sldMk cId="0" sldId="262"/>
            <ac:spMk id="2" creationId="{00000000-0000-0000-0000-000000000000}"/>
          </ac:spMkLst>
        </pc:spChg>
        <pc:spChg chg="mod">
          <ac:chgData name="Deepika Vatsa" userId="f7100972-27fe-4ee6-8fb4-ec9b7931b409" providerId="ADAL" clId="{6884C358-F078-41E2-B52A-C991C4377FC1}" dt="2025-07-22T10:06:11.393" v="778" actId="1076"/>
          <ac:spMkLst>
            <pc:docMk/>
            <pc:sldMk cId="0" sldId="262"/>
            <ac:spMk id="3" creationId="{00000000-0000-0000-0000-000000000000}"/>
          </ac:spMkLst>
        </pc:spChg>
        <pc:spChg chg="mod">
          <ac:chgData name="Deepika Vatsa" userId="f7100972-27fe-4ee6-8fb4-ec9b7931b409" providerId="ADAL" clId="{6884C358-F078-41E2-B52A-C991C4377FC1}" dt="2025-07-22T09:25:41.921" v="69"/>
          <ac:spMkLst>
            <pc:docMk/>
            <pc:sldMk cId="0" sldId="262"/>
            <ac:spMk id="4" creationId="{00000000-0000-0000-0000-000000000000}"/>
          </ac:spMkLst>
        </pc:spChg>
      </pc:sldChg>
      <pc:sldChg chg="addSp delSp modSp del mod">
        <pc:chgData name="Deepika Vatsa" userId="f7100972-27fe-4ee6-8fb4-ec9b7931b409" providerId="ADAL" clId="{6884C358-F078-41E2-B52A-C991C4377FC1}" dt="2025-07-22T10:06:14.611" v="779" actId="47"/>
        <pc:sldMkLst>
          <pc:docMk/>
          <pc:sldMk cId="0" sldId="263"/>
        </pc:sldMkLst>
        <pc:spChg chg="mod">
          <ac:chgData name="Deepika Vatsa" userId="f7100972-27fe-4ee6-8fb4-ec9b7931b409" providerId="ADAL" clId="{6884C358-F078-41E2-B52A-C991C4377FC1}" dt="2025-07-22T10:05:23.938" v="763" actId="12"/>
          <ac:spMkLst>
            <pc:docMk/>
            <pc:sldMk cId="0" sldId="263"/>
            <ac:spMk id="3" creationId="{00000000-0000-0000-0000-000000000000}"/>
          </ac:spMkLst>
        </pc:spChg>
        <pc:picChg chg="add del mod">
          <ac:chgData name="Deepika Vatsa" userId="f7100972-27fe-4ee6-8fb4-ec9b7931b409" providerId="ADAL" clId="{6884C358-F078-41E2-B52A-C991C4377FC1}" dt="2025-07-22T10:05:49.915" v="769" actId="21"/>
          <ac:picMkLst>
            <pc:docMk/>
            <pc:sldMk cId="0" sldId="263"/>
            <ac:picMk id="4" creationId="{830F81FE-6170-E751-2692-A3AADFCECC17}"/>
          </ac:picMkLst>
        </pc:picChg>
        <pc:picChg chg="del mod">
          <ac:chgData name="Deepika Vatsa" userId="f7100972-27fe-4ee6-8fb4-ec9b7931b409" providerId="ADAL" clId="{6884C358-F078-41E2-B52A-C991C4377FC1}" dt="2025-07-22T10:03:48.859" v="755" actId="478"/>
          <ac:picMkLst>
            <pc:docMk/>
            <pc:sldMk cId="0" sldId="263"/>
            <ac:picMk id="1026" creationId="{EF6DEE9D-3770-CBC7-7CDA-ABFEBECE9A8B}"/>
          </ac:picMkLst>
        </pc:picChg>
      </pc:sldChg>
      <pc:sldChg chg="del">
        <pc:chgData name="Deepika Vatsa" userId="f7100972-27fe-4ee6-8fb4-ec9b7931b409" providerId="ADAL" clId="{6884C358-F078-41E2-B52A-C991C4377FC1}" dt="2025-07-22T10:08:25.100" v="799" actId="47"/>
        <pc:sldMkLst>
          <pc:docMk/>
          <pc:sldMk cId="0" sldId="264"/>
        </pc:sldMkLst>
      </pc:sldChg>
      <pc:sldChg chg="addSp delSp modSp mod">
        <pc:chgData name="Deepika Vatsa" userId="f7100972-27fe-4ee6-8fb4-ec9b7931b409" providerId="ADAL" clId="{6884C358-F078-41E2-B52A-C991C4377FC1}" dt="2025-07-23T05:20:12.441" v="3415"/>
        <pc:sldMkLst>
          <pc:docMk/>
          <pc:sldMk cId="0" sldId="276"/>
        </pc:sldMkLst>
        <pc:spChg chg="mod">
          <ac:chgData name="Deepika Vatsa" userId="f7100972-27fe-4ee6-8fb4-ec9b7931b409" providerId="ADAL" clId="{6884C358-F078-41E2-B52A-C991C4377FC1}" dt="2025-07-23T05:15:49.357" v="3349" actId="207"/>
          <ac:spMkLst>
            <pc:docMk/>
            <pc:sldMk cId="0" sldId="276"/>
            <ac:spMk id="2" creationId="{00000000-0000-0000-0000-000000000000}"/>
          </ac:spMkLst>
        </pc:spChg>
        <pc:spChg chg="del mod">
          <ac:chgData name="Deepika Vatsa" userId="f7100972-27fe-4ee6-8fb4-ec9b7931b409" providerId="ADAL" clId="{6884C358-F078-41E2-B52A-C991C4377FC1}" dt="2025-07-22T10:51:53.775" v="2857" actId="478"/>
          <ac:spMkLst>
            <pc:docMk/>
            <pc:sldMk cId="0" sldId="276"/>
            <ac:spMk id="3" creationId="{00000000-0000-0000-0000-000000000000}"/>
          </ac:spMkLst>
        </pc:spChg>
        <pc:spChg chg="del mod">
          <ac:chgData name="Deepika Vatsa" userId="f7100972-27fe-4ee6-8fb4-ec9b7931b409" providerId="ADAL" clId="{6884C358-F078-41E2-B52A-C991C4377FC1}" dt="2025-07-22T09:30:00.857" v="194" actId="478"/>
          <ac:spMkLst>
            <pc:docMk/>
            <pc:sldMk cId="0" sldId="276"/>
            <ac:spMk id="4" creationId="{00000000-0000-0000-0000-000000000000}"/>
          </ac:spMkLst>
        </pc:spChg>
        <pc:spChg chg="add del mod ord">
          <ac:chgData name="Deepika Vatsa" userId="f7100972-27fe-4ee6-8fb4-ec9b7931b409" providerId="ADAL" clId="{6884C358-F078-41E2-B52A-C991C4377FC1}" dt="2025-07-22T10:51:53.775" v="2857" actId="478"/>
          <ac:spMkLst>
            <pc:docMk/>
            <pc:sldMk cId="0" sldId="276"/>
            <ac:spMk id="6" creationId="{DF1F7109-6D42-A6CD-F452-0870CFC44C57}"/>
          </ac:spMkLst>
        </pc:spChg>
        <pc:spChg chg="add del mod">
          <ac:chgData name="Deepika Vatsa" userId="f7100972-27fe-4ee6-8fb4-ec9b7931b409" providerId="ADAL" clId="{6884C358-F078-41E2-B52A-C991C4377FC1}" dt="2025-07-22T10:51:53.775" v="2857" actId="478"/>
          <ac:spMkLst>
            <pc:docMk/>
            <pc:sldMk cId="0" sldId="276"/>
            <ac:spMk id="7" creationId="{FF220C66-A4E6-C8D7-391A-04D70E625C9C}"/>
          </ac:spMkLst>
        </pc:spChg>
        <pc:spChg chg="add del mod">
          <ac:chgData name="Deepika Vatsa" userId="f7100972-27fe-4ee6-8fb4-ec9b7931b409" providerId="ADAL" clId="{6884C358-F078-41E2-B52A-C991C4377FC1}" dt="2025-07-22T09:29:47.313" v="184"/>
          <ac:spMkLst>
            <pc:docMk/>
            <pc:sldMk cId="0" sldId="276"/>
            <ac:spMk id="9" creationId="{43D22531-29B1-0753-0946-7FE02105E3BE}"/>
          </ac:spMkLst>
        </pc:spChg>
        <pc:spChg chg="add del mod">
          <ac:chgData name="Deepika Vatsa" userId="f7100972-27fe-4ee6-8fb4-ec9b7931b409" providerId="ADAL" clId="{6884C358-F078-41E2-B52A-C991C4377FC1}" dt="2025-07-22T10:51:53.775" v="2857" actId="478"/>
          <ac:spMkLst>
            <pc:docMk/>
            <pc:sldMk cId="0" sldId="276"/>
            <ac:spMk id="10" creationId="{762B94E8-9E92-C874-B94F-CA816E8E5609}"/>
          </ac:spMkLst>
        </pc:spChg>
        <pc:spChg chg="add del mod">
          <ac:chgData name="Deepika Vatsa" userId="f7100972-27fe-4ee6-8fb4-ec9b7931b409" providerId="ADAL" clId="{6884C358-F078-41E2-B52A-C991C4377FC1}" dt="2025-07-22T10:51:55.493" v="2858" actId="478"/>
          <ac:spMkLst>
            <pc:docMk/>
            <pc:sldMk cId="0" sldId="276"/>
            <ac:spMk id="12" creationId="{761C11D7-EAE4-DE47-846C-5394B9B4B7D2}"/>
          </ac:spMkLst>
        </pc:spChg>
        <pc:spChg chg="add mod">
          <ac:chgData name="Deepika Vatsa" userId="f7100972-27fe-4ee6-8fb4-ec9b7931b409" providerId="ADAL" clId="{6884C358-F078-41E2-B52A-C991C4377FC1}" dt="2025-07-22T10:58:29.586" v="3175" actId="1076"/>
          <ac:spMkLst>
            <pc:docMk/>
            <pc:sldMk cId="0" sldId="276"/>
            <ac:spMk id="13" creationId="{05B054CE-66A9-69B7-25DF-5E63A7E7226F}"/>
          </ac:spMkLst>
        </pc:spChg>
        <pc:graphicFrameChg chg="add del mod modGraphic">
          <ac:chgData name="Deepika Vatsa" userId="f7100972-27fe-4ee6-8fb4-ec9b7931b409" providerId="ADAL" clId="{6884C358-F078-41E2-B52A-C991C4377FC1}" dt="2025-07-22T10:58:21.671" v="3172" actId="478"/>
          <ac:graphicFrameMkLst>
            <pc:docMk/>
            <pc:sldMk cId="0" sldId="276"/>
            <ac:graphicFrameMk id="14" creationId="{15B9210D-0693-05A9-B8B7-394487320ED6}"/>
          </ac:graphicFrameMkLst>
        </pc:graphicFrameChg>
        <pc:cxnChg chg="add mod">
          <ac:chgData name="Deepika Vatsa" userId="f7100972-27fe-4ee6-8fb4-ec9b7931b409" providerId="ADAL" clId="{6884C358-F078-41E2-B52A-C991C4377FC1}" dt="2025-07-23T05:20:12.441" v="3415"/>
          <ac:cxnSpMkLst>
            <pc:docMk/>
            <pc:sldMk cId="0" sldId="276"/>
            <ac:cxnSpMk id="3" creationId="{A353B9D7-DA76-EC76-62EC-B68A91A5CACC}"/>
          </ac:cxnSpMkLst>
        </pc:cxnChg>
        <pc:cxnChg chg="del">
          <ac:chgData name="Deepika Vatsa" userId="f7100972-27fe-4ee6-8fb4-ec9b7931b409" providerId="ADAL" clId="{6884C358-F078-41E2-B52A-C991C4377FC1}" dt="2025-07-23T05:20:11.800" v="3414" actId="478"/>
          <ac:cxnSpMkLst>
            <pc:docMk/>
            <pc:sldMk cId="0" sldId="276"/>
            <ac:cxnSpMk id="5" creationId="{50E184E5-16FE-EBD7-7894-1DC87C936193}"/>
          </ac:cxnSpMkLst>
        </pc:cxnChg>
      </pc:sldChg>
      <pc:sldChg chg="modSp del">
        <pc:chgData name="Deepika Vatsa" userId="f7100972-27fe-4ee6-8fb4-ec9b7931b409" providerId="ADAL" clId="{6884C358-F078-41E2-B52A-C991C4377FC1}" dt="2025-07-22T09:48:52.734" v="447" actId="2696"/>
        <pc:sldMkLst>
          <pc:docMk/>
          <pc:sldMk cId="0" sldId="282"/>
        </pc:sldMkLst>
        <pc:spChg chg="mod">
          <ac:chgData name="Deepika Vatsa" userId="f7100972-27fe-4ee6-8fb4-ec9b7931b409" providerId="ADAL" clId="{6884C358-F078-41E2-B52A-C991C4377FC1}" dt="2025-07-22T09:25:41.921" v="69"/>
          <ac:spMkLst>
            <pc:docMk/>
            <pc:sldMk cId="0" sldId="282"/>
            <ac:spMk id="3" creationId="{00000000-0000-0000-0000-000000000000}"/>
          </ac:spMkLst>
        </pc:spChg>
        <pc:spChg chg="mod">
          <ac:chgData name="Deepika Vatsa" userId="f7100972-27fe-4ee6-8fb4-ec9b7931b409" providerId="ADAL" clId="{6884C358-F078-41E2-B52A-C991C4377FC1}" dt="2025-07-22T09:25:41.921" v="69"/>
          <ac:spMkLst>
            <pc:docMk/>
            <pc:sldMk cId="0" sldId="282"/>
            <ac:spMk id="4" creationId="{00000000-0000-0000-0000-000000000000}"/>
          </ac:spMkLst>
        </pc:spChg>
      </pc:sldChg>
      <pc:sldChg chg="add del">
        <pc:chgData name="Deepika Vatsa" userId="f7100972-27fe-4ee6-8fb4-ec9b7931b409" providerId="ADAL" clId="{6884C358-F078-41E2-B52A-C991C4377FC1}" dt="2025-07-23T05:12:37.326" v="3321" actId="47"/>
        <pc:sldMkLst>
          <pc:docMk/>
          <pc:sldMk cId="2852168949" sldId="350"/>
        </pc:sldMkLst>
      </pc:sldChg>
      <pc:sldChg chg="add del">
        <pc:chgData name="Deepika Vatsa" userId="f7100972-27fe-4ee6-8fb4-ec9b7931b409" providerId="ADAL" clId="{6884C358-F078-41E2-B52A-C991C4377FC1}" dt="2025-07-23T05:13:42.142" v="3334" actId="47"/>
        <pc:sldMkLst>
          <pc:docMk/>
          <pc:sldMk cId="178954834" sldId="363"/>
        </pc:sldMkLst>
      </pc:sldChg>
      <pc:sldChg chg="modSp mod">
        <pc:chgData name="Deepika Vatsa" userId="f7100972-27fe-4ee6-8fb4-ec9b7931b409" providerId="ADAL" clId="{6884C358-F078-41E2-B52A-C991C4377FC1}" dt="2025-07-22T09:24:57.233" v="65" actId="20577"/>
        <pc:sldMkLst>
          <pc:docMk/>
          <pc:sldMk cId="0" sldId="395"/>
        </pc:sldMkLst>
        <pc:spChg chg="mod">
          <ac:chgData name="Deepika Vatsa" userId="f7100972-27fe-4ee6-8fb4-ec9b7931b409" providerId="ADAL" clId="{6884C358-F078-41E2-B52A-C991C4377FC1}" dt="2025-07-22T09:24:57.233" v="65" actId="20577"/>
          <ac:spMkLst>
            <pc:docMk/>
            <pc:sldMk cId="0" sldId="395"/>
            <ac:spMk id="2" creationId="{00000000-0000-0000-0000-000000000000}"/>
          </ac:spMkLst>
        </pc:spChg>
      </pc:sldChg>
      <pc:sldChg chg="modSp del">
        <pc:chgData name="Deepika Vatsa" userId="f7100972-27fe-4ee6-8fb4-ec9b7931b409" providerId="ADAL" clId="{6884C358-F078-41E2-B52A-C991C4377FC1}" dt="2025-07-22T09:36:18.403" v="300" actId="47"/>
        <pc:sldMkLst>
          <pc:docMk/>
          <pc:sldMk cId="3480929016" sldId="553"/>
        </pc:sldMkLst>
        <pc:spChg chg="mod">
          <ac:chgData name="Deepika Vatsa" userId="f7100972-27fe-4ee6-8fb4-ec9b7931b409" providerId="ADAL" clId="{6884C358-F078-41E2-B52A-C991C4377FC1}" dt="2025-07-22T09:25:41.921" v="69"/>
          <ac:spMkLst>
            <pc:docMk/>
            <pc:sldMk cId="3480929016" sldId="553"/>
            <ac:spMk id="4" creationId="{0A61BF14-BB4C-4FFC-7012-6231EFAFCD41}"/>
          </ac:spMkLst>
        </pc:spChg>
      </pc:sldChg>
      <pc:sldChg chg="del">
        <pc:chgData name="Deepika Vatsa" userId="f7100972-27fe-4ee6-8fb4-ec9b7931b409" providerId="ADAL" clId="{6884C358-F078-41E2-B52A-C991C4377FC1}" dt="2025-07-22T09:23:28.413" v="0" actId="47"/>
        <pc:sldMkLst>
          <pc:docMk/>
          <pc:sldMk cId="4163686748" sldId="554"/>
        </pc:sldMkLst>
      </pc:sldChg>
      <pc:sldChg chg="del">
        <pc:chgData name="Deepika Vatsa" userId="f7100972-27fe-4ee6-8fb4-ec9b7931b409" providerId="ADAL" clId="{6884C358-F078-41E2-B52A-C991C4377FC1}" dt="2025-07-22T09:23:28.413" v="0" actId="47"/>
        <pc:sldMkLst>
          <pc:docMk/>
          <pc:sldMk cId="3935020306" sldId="555"/>
        </pc:sldMkLst>
      </pc:sldChg>
      <pc:sldChg chg="modSp del">
        <pc:chgData name="Deepika Vatsa" userId="f7100972-27fe-4ee6-8fb4-ec9b7931b409" providerId="ADAL" clId="{6884C358-F078-41E2-B52A-C991C4377FC1}" dt="2025-07-22T10:01:31.830" v="728" actId="47"/>
        <pc:sldMkLst>
          <pc:docMk/>
          <pc:sldMk cId="2250760117" sldId="572"/>
        </pc:sldMkLst>
        <pc:spChg chg="mod">
          <ac:chgData name="Deepika Vatsa" userId="f7100972-27fe-4ee6-8fb4-ec9b7931b409" providerId="ADAL" clId="{6884C358-F078-41E2-B52A-C991C4377FC1}" dt="2025-07-22T09:25:41.921" v="69"/>
          <ac:spMkLst>
            <pc:docMk/>
            <pc:sldMk cId="2250760117" sldId="572"/>
            <ac:spMk id="4" creationId="{AAA3C26B-3FEA-A51C-8509-EDFF58FF4F4A}"/>
          </ac:spMkLst>
        </pc:spChg>
      </pc:sldChg>
      <pc:sldChg chg="addSp delSp modSp mod">
        <pc:chgData name="Deepika Vatsa" userId="f7100972-27fe-4ee6-8fb4-ec9b7931b409" providerId="ADAL" clId="{6884C358-F078-41E2-B52A-C991C4377FC1}" dt="2025-07-23T05:21:25.243" v="3452"/>
        <pc:sldMkLst>
          <pc:docMk/>
          <pc:sldMk cId="549806327" sldId="573"/>
        </pc:sldMkLst>
        <pc:spChg chg="mod">
          <ac:chgData name="Deepika Vatsa" userId="f7100972-27fe-4ee6-8fb4-ec9b7931b409" providerId="ADAL" clId="{6884C358-F078-41E2-B52A-C991C4377FC1}" dt="2025-07-23T05:18:21.699" v="3391" actId="1035"/>
          <ac:spMkLst>
            <pc:docMk/>
            <pc:sldMk cId="549806327" sldId="573"/>
            <ac:spMk id="2" creationId="{1CD95200-E997-69E7-D60F-2B2833820E43}"/>
          </ac:spMkLst>
        </pc:spChg>
        <pc:spChg chg="mod">
          <ac:chgData name="Deepika Vatsa" userId="f7100972-27fe-4ee6-8fb4-ec9b7931b409" providerId="ADAL" clId="{6884C358-F078-41E2-B52A-C991C4377FC1}" dt="2025-07-22T10:11:40.522" v="861" actId="33524"/>
          <ac:spMkLst>
            <pc:docMk/>
            <pc:sldMk cId="549806327" sldId="573"/>
            <ac:spMk id="3" creationId="{7E3D72CB-FD10-51F1-E138-1F3205E12992}"/>
          </ac:spMkLst>
        </pc:spChg>
        <pc:picChg chg="mod modCrop">
          <ac:chgData name="Deepika Vatsa" userId="f7100972-27fe-4ee6-8fb4-ec9b7931b409" providerId="ADAL" clId="{6884C358-F078-41E2-B52A-C991C4377FC1}" dt="2025-07-22T10:11:25.482" v="856" actId="1076"/>
          <ac:picMkLst>
            <pc:docMk/>
            <pc:sldMk cId="549806327" sldId="573"/>
            <ac:picMk id="4" creationId="{F4073854-4E6C-1C34-8E9C-E284C7C1B544}"/>
          </ac:picMkLst>
        </pc:picChg>
        <pc:cxnChg chg="del">
          <ac:chgData name="Deepika Vatsa" userId="f7100972-27fe-4ee6-8fb4-ec9b7931b409" providerId="ADAL" clId="{6884C358-F078-41E2-B52A-C991C4377FC1}" dt="2025-07-23T05:21:24.872" v="3451" actId="478"/>
          <ac:cxnSpMkLst>
            <pc:docMk/>
            <pc:sldMk cId="549806327" sldId="573"/>
            <ac:cxnSpMk id="5" creationId="{2583FC77-E3AB-35E6-B60C-53A76FE8003F}"/>
          </ac:cxnSpMkLst>
        </pc:cxnChg>
        <pc:cxnChg chg="add mod">
          <ac:chgData name="Deepika Vatsa" userId="f7100972-27fe-4ee6-8fb4-ec9b7931b409" providerId="ADAL" clId="{6884C358-F078-41E2-B52A-C991C4377FC1}" dt="2025-07-23T05:21:25.243" v="3452"/>
          <ac:cxnSpMkLst>
            <pc:docMk/>
            <pc:sldMk cId="549806327" sldId="573"/>
            <ac:cxnSpMk id="6" creationId="{ABECC0BA-46D9-85A9-9BEC-69239BC9C062}"/>
          </ac:cxnSpMkLst>
        </pc:cxnChg>
      </pc:sldChg>
      <pc:sldChg chg="del">
        <pc:chgData name="Deepika Vatsa" userId="f7100972-27fe-4ee6-8fb4-ec9b7931b409" providerId="ADAL" clId="{6884C358-F078-41E2-B52A-C991C4377FC1}" dt="2025-07-22T10:12:15.086" v="862" actId="2696"/>
        <pc:sldMkLst>
          <pc:docMk/>
          <pc:sldMk cId="1030842975" sldId="574"/>
        </pc:sldMkLst>
      </pc:sldChg>
      <pc:sldChg chg="del">
        <pc:chgData name="Deepika Vatsa" userId="f7100972-27fe-4ee6-8fb4-ec9b7931b409" providerId="ADAL" clId="{6884C358-F078-41E2-B52A-C991C4377FC1}" dt="2025-07-22T10:12:15.086" v="862" actId="2696"/>
        <pc:sldMkLst>
          <pc:docMk/>
          <pc:sldMk cId="1844610887" sldId="575"/>
        </pc:sldMkLst>
      </pc:sldChg>
      <pc:sldChg chg="addSp delSp modSp mod">
        <pc:chgData name="Deepika Vatsa" userId="f7100972-27fe-4ee6-8fb4-ec9b7931b409" providerId="ADAL" clId="{6884C358-F078-41E2-B52A-C991C4377FC1}" dt="2025-07-23T05:21:29.136" v="3454"/>
        <pc:sldMkLst>
          <pc:docMk/>
          <pc:sldMk cId="810527257" sldId="576"/>
        </pc:sldMkLst>
        <pc:spChg chg="mod">
          <ac:chgData name="Deepika Vatsa" userId="f7100972-27fe-4ee6-8fb4-ec9b7931b409" providerId="ADAL" clId="{6884C358-F078-41E2-B52A-C991C4377FC1}" dt="2025-07-23T05:18:32.996" v="3393" actId="255"/>
          <ac:spMkLst>
            <pc:docMk/>
            <pc:sldMk cId="810527257" sldId="576"/>
            <ac:spMk id="2" creationId="{8C8DA422-5599-BE5B-B151-D196E8414908}"/>
          </ac:spMkLst>
        </pc:spChg>
        <pc:spChg chg="del">
          <ac:chgData name="Deepika Vatsa" userId="f7100972-27fe-4ee6-8fb4-ec9b7931b409" providerId="ADAL" clId="{6884C358-F078-41E2-B52A-C991C4377FC1}" dt="2025-07-22T10:13:31.716" v="864" actId="478"/>
          <ac:spMkLst>
            <pc:docMk/>
            <pc:sldMk cId="810527257" sldId="576"/>
            <ac:spMk id="3" creationId="{23292E8A-B934-BC7E-D793-FA32925820AA}"/>
          </ac:spMkLst>
        </pc:spChg>
        <pc:spChg chg="add del mod">
          <ac:chgData name="Deepika Vatsa" userId="f7100972-27fe-4ee6-8fb4-ec9b7931b409" providerId="ADAL" clId="{6884C358-F078-41E2-B52A-C991C4377FC1}" dt="2025-07-22T10:13:33.431" v="865" actId="478"/>
          <ac:spMkLst>
            <pc:docMk/>
            <pc:sldMk cId="810527257" sldId="576"/>
            <ac:spMk id="6" creationId="{83784901-344E-5428-88AA-7C54D084D705}"/>
          </ac:spMkLst>
        </pc:spChg>
        <pc:picChg chg="add mod">
          <ac:chgData name="Deepika Vatsa" userId="f7100972-27fe-4ee6-8fb4-ec9b7931b409" providerId="ADAL" clId="{6884C358-F078-41E2-B52A-C991C4377FC1}" dt="2025-07-22T10:13:36.274" v="867" actId="1076"/>
          <ac:picMkLst>
            <pc:docMk/>
            <pc:sldMk cId="810527257" sldId="576"/>
            <ac:picMk id="7" creationId="{D042E4FB-BDAC-1A6F-5268-672F6BAA70EC}"/>
          </ac:picMkLst>
        </pc:picChg>
        <pc:cxnChg chg="add mod">
          <ac:chgData name="Deepika Vatsa" userId="f7100972-27fe-4ee6-8fb4-ec9b7931b409" providerId="ADAL" clId="{6884C358-F078-41E2-B52A-C991C4377FC1}" dt="2025-07-23T05:21:29.136" v="3454"/>
          <ac:cxnSpMkLst>
            <pc:docMk/>
            <pc:sldMk cId="810527257" sldId="576"/>
            <ac:cxnSpMk id="3" creationId="{D70A73E4-B319-02F9-A019-8583C8BD017A}"/>
          </ac:cxnSpMkLst>
        </pc:cxnChg>
        <pc:cxnChg chg="del">
          <ac:chgData name="Deepika Vatsa" userId="f7100972-27fe-4ee6-8fb4-ec9b7931b409" providerId="ADAL" clId="{6884C358-F078-41E2-B52A-C991C4377FC1}" dt="2025-07-23T05:21:28.712" v="3453" actId="478"/>
          <ac:cxnSpMkLst>
            <pc:docMk/>
            <pc:sldMk cId="810527257" sldId="576"/>
            <ac:cxnSpMk id="5" creationId="{40F7F98D-83E9-028D-8FA0-BC9D6977408D}"/>
          </ac:cxnSpMkLst>
        </pc:cxnChg>
      </pc:sldChg>
      <pc:sldChg chg="del">
        <pc:chgData name="Deepika Vatsa" userId="f7100972-27fe-4ee6-8fb4-ec9b7931b409" providerId="ADAL" clId="{6884C358-F078-41E2-B52A-C991C4377FC1}" dt="2025-07-22T10:13:40.415" v="868" actId="47"/>
        <pc:sldMkLst>
          <pc:docMk/>
          <pc:sldMk cId="2512841971" sldId="577"/>
        </pc:sldMkLst>
      </pc:sldChg>
      <pc:sldChg chg="addSp delSp modSp mod">
        <pc:chgData name="Deepika Vatsa" userId="f7100972-27fe-4ee6-8fb4-ec9b7931b409" providerId="ADAL" clId="{6884C358-F078-41E2-B52A-C991C4377FC1}" dt="2025-07-23T05:21:46.433" v="3460" actId="14100"/>
        <pc:sldMkLst>
          <pc:docMk/>
          <pc:sldMk cId="835005002" sldId="578"/>
        </pc:sldMkLst>
        <pc:spChg chg="del mod">
          <ac:chgData name="Deepika Vatsa" userId="f7100972-27fe-4ee6-8fb4-ec9b7931b409" providerId="ADAL" clId="{6884C358-F078-41E2-B52A-C991C4377FC1}" dt="2025-07-23T05:18:44.103" v="3394" actId="478"/>
          <ac:spMkLst>
            <pc:docMk/>
            <pc:sldMk cId="835005002" sldId="578"/>
            <ac:spMk id="2" creationId="{91E18C70-E367-59EE-B161-70D8F2FCB574}"/>
          </ac:spMkLst>
        </pc:spChg>
        <pc:spChg chg="mod">
          <ac:chgData name="Deepika Vatsa" userId="f7100972-27fe-4ee6-8fb4-ec9b7931b409" providerId="ADAL" clId="{6884C358-F078-41E2-B52A-C991C4377FC1}" dt="2025-07-23T05:21:46.433" v="3460" actId="14100"/>
          <ac:spMkLst>
            <pc:docMk/>
            <pc:sldMk cId="835005002" sldId="578"/>
            <ac:spMk id="4" creationId="{7776C47F-6F4E-DC03-37A6-E7A3B197AE34}"/>
          </ac:spMkLst>
        </pc:spChg>
        <pc:spChg chg="add del mod">
          <ac:chgData name="Deepika Vatsa" userId="f7100972-27fe-4ee6-8fb4-ec9b7931b409" providerId="ADAL" clId="{6884C358-F078-41E2-B52A-C991C4377FC1}" dt="2025-07-23T05:18:45.920" v="3395" actId="478"/>
          <ac:spMkLst>
            <pc:docMk/>
            <pc:sldMk cId="835005002" sldId="578"/>
            <ac:spMk id="6" creationId="{4E321242-3F8E-3E41-604D-15D680DFF783}"/>
          </ac:spMkLst>
        </pc:spChg>
        <pc:spChg chg="add mod">
          <ac:chgData name="Deepika Vatsa" userId="f7100972-27fe-4ee6-8fb4-ec9b7931b409" providerId="ADAL" clId="{6884C358-F078-41E2-B52A-C991C4377FC1}" dt="2025-07-23T05:18:46.673" v="3396"/>
          <ac:spMkLst>
            <pc:docMk/>
            <pc:sldMk cId="835005002" sldId="578"/>
            <ac:spMk id="7" creationId="{C86B6E8B-F1EE-EC17-42A6-8C54D5AE7919}"/>
          </ac:spMkLst>
        </pc:spChg>
        <pc:cxnChg chg="del">
          <ac:chgData name="Deepika Vatsa" userId="f7100972-27fe-4ee6-8fb4-ec9b7931b409" providerId="ADAL" clId="{6884C358-F078-41E2-B52A-C991C4377FC1}" dt="2025-07-23T05:21:33.356" v="3455" actId="478"/>
          <ac:cxnSpMkLst>
            <pc:docMk/>
            <pc:sldMk cId="835005002" sldId="578"/>
            <ac:cxnSpMk id="5" creationId="{B2627C12-E6DC-37C6-3534-91290B918037}"/>
          </ac:cxnSpMkLst>
        </pc:cxnChg>
        <pc:cxnChg chg="add mod">
          <ac:chgData name="Deepika Vatsa" userId="f7100972-27fe-4ee6-8fb4-ec9b7931b409" providerId="ADAL" clId="{6884C358-F078-41E2-B52A-C991C4377FC1}" dt="2025-07-23T05:21:33.753" v="3456"/>
          <ac:cxnSpMkLst>
            <pc:docMk/>
            <pc:sldMk cId="835005002" sldId="578"/>
            <ac:cxnSpMk id="8" creationId="{DFAC204A-2B4C-B3BD-E2C3-309FA6A4D4FE}"/>
          </ac:cxnSpMkLst>
        </pc:cxnChg>
      </pc:sldChg>
      <pc:sldChg chg="del">
        <pc:chgData name="Deepika Vatsa" userId="f7100972-27fe-4ee6-8fb4-ec9b7931b409" providerId="ADAL" clId="{6884C358-F078-41E2-B52A-C991C4377FC1}" dt="2025-07-22T10:20:38.022" v="1476" actId="47"/>
        <pc:sldMkLst>
          <pc:docMk/>
          <pc:sldMk cId="1577856654" sldId="579"/>
        </pc:sldMkLst>
      </pc:sldChg>
      <pc:sldChg chg="del">
        <pc:chgData name="Deepika Vatsa" userId="f7100972-27fe-4ee6-8fb4-ec9b7931b409" providerId="ADAL" clId="{6884C358-F078-41E2-B52A-C991C4377FC1}" dt="2025-07-22T10:23:03.818" v="1507" actId="2696"/>
        <pc:sldMkLst>
          <pc:docMk/>
          <pc:sldMk cId="858610061" sldId="580"/>
        </pc:sldMkLst>
      </pc:sldChg>
      <pc:sldChg chg="del">
        <pc:chgData name="Deepika Vatsa" userId="f7100972-27fe-4ee6-8fb4-ec9b7931b409" providerId="ADAL" clId="{6884C358-F078-41E2-B52A-C991C4377FC1}" dt="2025-07-22T10:31:42.979" v="2065" actId="47"/>
        <pc:sldMkLst>
          <pc:docMk/>
          <pc:sldMk cId="2808099838" sldId="581"/>
        </pc:sldMkLst>
      </pc:sldChg>
      <pc:sldChg chg="addSp delSp modSp mod">
        <pc:chgData name="Deepika Vatsa" userId="f7100972-27fe-4ee6-8fb4-ec9b7931b409" providerId="ADAL" clId="{6884C358-F078-41E2-B52A-C991C4377FC1}" dt="2025-07-23T05:21:56.245" v="3463" actId="14100"/>
        <pc:sldMkLst>
          <pc:docMk/>
          <pc:sldMk cId="1700069977" sldId="582"/>
        </pc:sldMkLst>
        <pc:spChg chg="del mod">
          <ac:chgData name="Deepika Vatsa" userId="f7100972-27fe-4ee6-8fb4-ec9b7931b409" providerId="ADAL" clId="{6884C358-F078-41E2-B52A-C991C4377FC1}" dt="2025-07-23T05:11:29.001" v="3295" actId="478"/>
          <ac:spMkLst>
            <pc:docMk/>
            <pc:sldMk cId="1700069977" sldId="582"/>
            <ac:spMk id="2" creationId="{3EA993F1-7D74-5A35-94E0-755C8170DDD2}"/>
          </ac:spMkLst>
        </pc:spChg>
        <pc:spChg chg="mod">
          <ac:chgData name="Deepika Vatsa" userId="f7100972-27fe-4ee6-8fb4-ec9b7931b409" providerId="ADAL" clId="{6884C358-F078-41E2-B52A-C991C4377FC1}" dt="2025-07-23T05:21:56.245" v="3463" actId="14100"/>
          <ac:spMkLst>
            <pc:docMk/>
            <pc:sldMk cId="1700069977" sldId="582"/>
            <ac:spMk id="4" creationId="{C7E4D45C-A04E-4FD8-8E36-9127F8599888}"/>
          </ac:spMkLst>
        </pc:spChg>
        <pc:spChg chg="add del mod">
          <ac:chgData name="Deepika Vatsa" userId="f7100972-27fe-4ee6-8fb4-ec9b7931b409" providerId="ADAL" clId="{6884C358-F078-41E2-B52A-C991C4377FC1}" dt="2025-07-23T05:11:31.373" v="3296" actId="478"/>
          <ac:spMkLst>
            <pc:docMk/>
            <pc:sldMk cId="1700069977" sldId="582"/>
            <ac:spMk id="6" creationId="{BC483E00-42FE-1B2D-5AB9-B054E0125187}"/>
          </ac:spMkLst>
        </pc:spChg>
        <pc:spChg chg="add del mod">
          <ac:chgData name="Deepika Vatsa" userId="f7100972-27fe-4ee6-8fb4-ec9b7931b409" providerId="ADAL" clId="{6884C358-F078-41E2-B52A-C991C4377FC1}" dt="2025-07-23T05:19:05.174" v="3403" actId="478"/>
          <ac:spMkLst>
            <pc:docMk/>
            <pc:sldMk cId="1700069977" sldId="582"/>
            <ac:spMk id="7" creationId="{77CBCD7F-8AE7-4B57-3A9F-538E17F926AC}"/>
          </ac:spMkLst>
        </pc:spChg>
        <pc:spChg chg="add del mod">
          <ac:chgData name="Deepika Vatsa" userId="f7100972-27fe-4ee6-8fb4-ec9b7931b409" providerId="ADAL" clId="{6884C358-F078-41E2-B52A-C991C4377FC1}" dt="2025-07-23T05:19:06.810" v="3404" actId="478"/>
          <ac:spMkLst>
            <pc:docMk/>
            <pc:sldMk cId="1700069977" sldId="582"/>
            <ac:spMk id="9" creationId="{DA1F278C-AFDE-7105-568A-768E46CCC33B}"/>
          </ac:spMkLst>
        </pc:spChg>
        <pc:spChg chg="add mod">
          <ac:chgData name="Deepika Vatsa" userId="f7100972-27fe-4ee6-8fb4-ec9b7931b409" providerId="ADAL" clId="{6884C358-F078-41E2-B52A-C991C4377FC1}" dt="2025-07-23T05:19:07.408" v="3405"/>
          <ac:spMkLst>
            <pc:docMk/>
            <pc:sldMk cId="1700069977" sldId="582"/>
            <ac:spMk id="10" creationId="{7124F2BA-B4C0-9D6A-F84A-5C187670E1ED}"/>
          </ac:spMkLst>
        </pc:spChg>
        <pc:cxnChg chg="del">
          <ac:chgData name="Deepika Vatsa" userId="f7100972-27fe-4ee6-8fb4-ec9b7931b409" providerId="ADAL" clId="{6884C358-F078-41E2-B52A-C991C4377FC1}" dt="2025-07-23T05:21:52.654" v="3461" actId="478"/>
          <ac:cxnSpMkLst>
            <pc:docMk/>
            <pc:sldMk cId="1700069977" sldId="582"/>
            <ac:cxnSpMk id="5" creationId="{EA92F9DF-D5D8-49B1-F8B9-EDE5C89C9DF6}"/>
          </ac:cxnSpMkLst>
        </pc:cxnChg>
        <pc:cxnChg chg="add mod">
          <ac:chgData name="Deepika Vatsa" userId="f7100972-27fe-4ee6-8fb4-ec9b7931b409" providerId="ADAL" clId="{6884C358-F078-41E2-B52A-C991C4377FC1}" dt="2025-07-23T05:21:53.350" v="3462"/>
          <ac:cxnSpMkLst>
            <pc:docMk/>
            <pc:sldMk cId="1700069977" sldId="582"/>
            <ac:cxnSpMk id="11" creationId="{C11FA30D-24D1-6FBC-D7BC-51AEC489E098}"/>
          </ac:cxnSpMkLst>
        </pc:cxnChg>
      </pc:sldChg>
      <pc:sldChg chg="del">
        <pc:chgData name="Deepika Vatsa" userId="f7100972-27fe-4ee6-8fb4-ec9b7931b409" providerId="ADAL" clId="{6884C358-F078-41E2-B52A-C991C4377FC1}" dt="2025-07-22T10:38:05.600" v="2234" actId="47"/>
        <pc:sldMkLst>
          <pc:docMk/>
          <pc:sldMk cId="591297716" sldId="583"/>
        </pc:sldMkLst>
      </pc:sldChg>
      <pc:sldChg chg="del">
        <pc:chgData name="Deepika Vatsa" userId="f7100972-27fe-4ee6-8fb4-ec9b7931b409" providerId="ADAL" clId="{6884C358-F078-41E2-B52A-C991C4377FC1}" dt="2025-07-22T10:38:24.185" v="2235" actId="47"/>
        <pc:sldMkLst>
          <pc:docMk/>
          <pc:sldMk cId="4024096756" sldId="584"/>
        </pc:sldMkLst>
      </pc:sldChg>
      <pc:sldChg chg="addSp delSp modSp mod">
        <pc:chgData name="Deepika Vatsa" userId="f7100972-27fe-4ee6-8fb4-ec9b7931b409" providerId="ADAL" clId="{6884C358-F078-41E2-B52A-C991C4377FC1}" dt="2025-07-23T05:23:45.037" v="3532" actId="1076"/>
        <pc:sldMkLst>
          <pc:docMk/>
          <pc:sldMk cId="2784952323" sldId="585"/>
        </pc:sldMkLst>
        <pc:spChg chg="mod">
          <ac:chgData name="Deepika Vatsa" userId="f7100972-27fe-4ee6-8fb4-ec9b7931b409" providerId="ADAL" clId="{6884C358-F078-41E2-B52A-C991C4377FC1}" dt="2025-07-23T05:22:56.013" v="3522" actId="1076"/>
          <ac:spMkLst>
            <pc:docMk/>
            <pc:sldMk cId="2784952323" sldId="585"/>
            <ac:spMk id="2" creationId="{CD4594CC-77DE-BEF3-7ACE-59D14DBBA2F4}"/>
          </ac:spMkLst>
        </pc:spChg>
        <pc:spChg chg="mod">
          <ac:chgData name="Deepika Vatsa" userId="f7100972-27fe-4ee6-8fb4-ec9b7931b409" providerId="ADAL" clId="{6884C358-F078-41E2-B52A-C991C4377FC1}" dt="2025-07-23T05:23:45.037" v="3532" actId="1076"/>
          <ac:spMkLst>
            <pc:docMk/>
            <pc:sldMk cId="2784952323" sldId="585"/>
            <ac:spMk id="4" creationId="{170DDB5B-6792-55DA-AF63-9A96FA1939A3}"/>
          </ac:spMkLst>
        </pc:spChg>
        <pc:cxnChg chg="add mod">
          <ac:chgData name="Deepika Vatsa" userId="f7100972-27fe-4ee6-8fb4-ec9b7931b409" providerId="ADAL" clId="{6884C358-F078-41E2-B52A-C991C4377FC1}" dt="2025-07-23T05:22:47.005" v="3517"/>
          <ac:cxnSpMkLst>
            <pc:docMk/>
            <pc:sldMk cId="2784952323" sldId="585"/>
            <ac:cxnSpMk id="3" creationId="{6EEF62DB-73C3-BC16-B7FD-7A94B557C61B}"/>
          </ac:cxnSpMkLst>
        </pc:cxnChg>
        <pc:cxnChg chg="del">
          <ac:chgData name="Deepika Vatsa" userId="f7100972-27fe-4ee6-8fb4-ec9b7931b409" providerId="ADAL" clId="{6884C358-F078-41E2-B52A-C991C4377FC1}" dt="2025-07-23T05:22:45.556" v="3516" actId="478"/>
          <ac:cxnSpMkLst>
            <pc:docMk/>
            <pc:sldMk cId="2784952323" sldId="585"/>
            <ac:cxnSpMk id="5" creationId="{D6A26A94-065F-5020-54F4-34DABAADC81C}"/>
          </ac:cxnSpMkLst>
        </pc:cxnChg>
      </pc:sldChg>
      <pc:sldChg chg="del">
        <pc:chgData name="Deepika Vatsa" userId="f7100972-27fe-4ee6-8fb4-ec9b7931b409" providerId="ADAL" clId="{6884C358-F078-41E2-B52A-C991C4377FC1}" dt="2025-07-22T10:48:01.051" v="2641" actId="47"/>
        <pc:sldMkLst>
          <pc:docMk/>
          <pc:sldMk cId="34458836" sldId="586"/>
        </pc:sldMkLst>
      </pc:sldChg>
      <pc:sldChg chg="del">
        <pc:chgData name="Deepika Vatsa" userId="f7100972-27fe-4ee6-8fb4-ec9b7931b409" providerId="ADAL" clId="{6884C358-F078-41E2-B52A-C991C4377FC1}" dt="2025-07-22T10:48:09.429" v="2642" actId="47"/>
        <pc:sldMkLst>
          <pc:docMk/>
          <pc:sldMk cId="1852533425" sldId="587"/>
        </pc:sldMkLst>
      </pc:sldChg>
      <pc:sldChg chg="del">
        <pc:chgData name="Deepika Vatsa" userId="f7100972-27fe-4ee6-8fb4-ec9b7931b409" providerId="ADAL" clId="{6884C358-F078-41E2-B52A-C991C4377FC1}" dt="2025-07-22T10:50:58.990" v="2855" actId="47"/>
        <pc:sldMkLst>
          <pc:docMk/>
          <pc:sldMk cId="2624307318" sldId="588"/>
        </pc:sldMkLst>
      </pc:sldChg>
      <pc:sldChg chg="modSp">
        <pc:chgData name="Deepika Vatsa" userId="f7100972-27fe-4ee6-8fb4-ec9b7931b409" providerId="ADAL" clId="{6884C358-F078-41E2-B52A-C991C4377FC1}" dt="2025-07-22T09:25:41.921" v="69"/>
        <pc:sldMkLst>
          <pc:docMk/>
          <pc:sldMk cId="0" sldId="589"/>
        </pc:sldMkLst>
        <pc:spChg chg="mod">
          <ac:chgData name="Deepika Vatsa" userId="f7100972-27fe-4ee6-8fb4-ec9b7931b409" providerId="ADAL" clId="{6884C358-F078-41E2-B52A-C991C4377FC1}" dt="2025-07-22T09:25:41.921" v="69"/>
          <ac:spMkLst>
            <pc:docMk/>
            <pc:sldMk cId="0" sldId="589"/>
            <ac:spMk id="3" creationId="{00000000-0000-0000-0000-000000000000}"/>
          </ac:spMkLst>
        </pc:spChg>
      </pc:sldChg>
      <pc:sldChg chg="addSp delSp modSp add mod">
        <pc:chgData name="Deepika Vatsa" userId="f7100972-27fe-4ee6-8fb4-ec9b7931b409" providerId="ADAL" clId="{6884C358-F078-41E2-B52A-C991C4377FC1}" dt="2025-07-23T05:20:42.730" v="3429"/>
        <pc:sldMkLst>
          <pc:docMk/>
          <pc:sldMk cId="4072135879" sldId="590"/>
        </pc:sldMkLst>
        <pc:spChg chg="mod">
          <ac:chgData name="Deepika Vatsa" userId="f7100972-27fe-4ee6-8fb4-ec9b7931b409" providerId="ADAL" clId="{6884C358-F078-41E2-B52A-C991C4377FC1}" dt="2025-07-23T05:16:48.828" v="3364" actId="207"/>
          <ac:spMkLst>
            <pc:docMk/>
            <pc:sldMk cId="4072135879" sldId="590"/>
            <ac:spMk id="2" creationId="{00000000-0000-0000-0000-000000000000}"/>
          </ac:spMkLst>
        </pc:spChg>
        <pc:spChg chg="del">
          <ac:chgData name="Deepika Vatsa" userId="f7100972-27fe-4ee6-8fb4-ec9b7931b409" providerId="ADAL" clId="{6884C358-F078-41E2-B52A-C991C4377FC1}" dt="2025-07-22T09:33:40.180" v="249" actId="478"/>
          <ac:spMkLst>
            <pc:docMk/>
            <pc:sldMk cId="4072135879" sldId="590"/>
            <ac:spMk id="3" creationId="{00000000-0000-0000-0000-000000000000}"/>
          </ac:spMkLst>
        </pc:spChg>
        <pc:spChg chg="del">
          <ac:chgData name="Deepika Vatsa" userId="f7100972-27fe-4ee6-8fb4-ec9b7931b409" providerId="ADAL" clId="{6884C358-F078-41E2-B52A-C991C4377FC1}" dt="2025-07-22T09:33:36.965" v="248" actId="478"/>
          <ac:spMkLst>
            <pc:docMk/>
            <pc:sldMk cId="4072135879" sldId="590"/>
            <ac:spMk id="6" creationId="{DF1F7109-6D42-A6CD-F452-0870CFC44C57}"/>
          </ac:spMkLst>
        </pc:spChg>
        <pc:spChg chg="del">
          <ac:chgData name="Deepika Vatsa" userId="f7100972-27fe-4ee6-8fb4-ec9b7931b409" providerId="ADAL" clId="{6884C358-F078-41E2-B52A-C991C4377FC1}" dt="2025-07-22T09:33:40.180" v="249" actId="478"/>
          <ac:spMkLst>
            <pc:docMk/>
            <pc:sldMk cId="4072135879" sldId="590"/>
            <ac:spMk id="7" creationId="{FF220C66-A4E6-C8D7-391A-04D70E625C9C}"/>
          </ac:spMkLst>
        </pc:spChg>
        <pc:spChg chg="add del mod">
          <ac:chgData name="Deepika Vatsa" userId="f7100972-27fe-4ee6-8fb4-ec9b7931b409" providerId="ADAL" clId="{6884C358-F078-41E2-B52A-C991C4377FC1}" dt="2025-07-22T09:33:41.989" v="250" actId="478"/>
          <ac:spMkLst>
            <pc:docMk/>
            <pc:sldMk cId="4072135879" sldId="590"/>
            <ac:spMk id="8" creationId="{3A42CD8B-E7C8-D2E6-CB60-EA168BDCC118}"/>
          </ac:spMkLst>
        </pc:spChg>
        <pc:spChg chg="del">
          <ac:chgData name="Deepika Vatsa" userId="f7100972-27fe-4ee6-8fb4-ec9b7931b409" providerId="ADAL" clId="{6884C358-F078-41E2-B52A-C991C4377FC1}" dt="2025-07-22T09:33:40.180" v="249" actId="478"/>
          <ac:spMkLst>
            <pc:docMk/>
            <pc:sldMk cId="4072135879" sldId="590"/>
            <ac:spMk id="10" creationId="{762B94E8-9E92-C874-B94F-CA816E8E5609}"/>
          </ac:spMkLst>
        </pc:spChg>
        <pc:picChg chg="add mod">
          <ac:chgData name="Deepika Vatsa" userId="f7100972-27fe-4ee6-8fb4-ec9b7931b409" providerId="ADAL" clId="{6884C358-F078-41E2-B52A-C991C4377FC1}" dt="2025-07-22T09:33:58.086" v="257" actId="1076"/>
          <ac:picMkLst>
            <pc:docMk/>
            <pc:sldMk cId="4072135879" sldId="590"/>
            <ac:picMk id="9" creationId="{C356703B-A591-E735-D099-756D6F0724A1}"/>
          </ac:picMkLst>
        </pc:picChg>
        <pc:picChg chg="add mod">
          <ac:chgData name="Deepika Vatsa" userId="f7100972-27fe-4ee6-8fb4-ec9b7931b409" providerId="ADAL" clId="{6884C358-F078-41E2-B52A-C991C4377FC1}" dt="2025-07-22T09:33:59.666" v="258" actId="1076"/>
          <ac:picMkLst>
            <pc:docMk/>
            <pc:sldMk cId="4072135879" sldId="590"/>
            <ac:picMk id="11" creationId="{062F518F-DFCE-D51F-C42D-1B8DAD530657}"/>
          </ac:picMkLst>
        </pc:picChg>
        <pc:picChg chg="add mod">
          <ac:chgData name="Deepika Vatsa" userId="f7100972-27fe-4ee6-8fb4-ec9b7931b409" providerId="ADAL" clId="{6884C358-F078-41E2-B52A-C991C4377FC1}" dt="2025-07-22T09:33:56.159" v="256" actId="1076"/>
          <ac:picMkLst>
            <pc:docMk/>
            <pc:sldMk cId="4072135879" sldId="590"/>
            <ac:picMk id="12" creationId="{D688BB6C-9417-8D92-55EB-D522DC679CCF}"/>
          </ac:picMkLst>
        </pc:picChg>
        <pc:picChg chg="add mod">
          <ac:chgData name="Deepika Vatsa" userId="f7100972-27fe-4ee6-8fb4-ec9b7931b409" providerId="ADAL" clId="{6884C358-F078-41E2-B52A-C991C4377FC1}" dt="2025-07-22T09:34:03.951" v="259" actId="1076"/>
          <ac:picMkLst>
            <pc:docMk/>
            <pc:sldMk cId="4072135879" sldId="590"/>
            <ac:picMk id="13" creationId="{299DD2B6-62B2-98BD-205B-D8B8B72CDD4D}"/>
          </ac:picMkLst>
        </pc:picChg>
        <pc:cxnChg chg="add mod">
          <ac:chgData name="Deepika Vatsa" userId="f7100972-27fe-4ee6-8fb4-ec9b7931b409" providerId="ADAL" clId="{6884C358-F078-41E2-B52A-C991C4377FC1}" dt="2025-07-23T05:20:42.730" v="3429"/>
          <ac:cxnSpMkLst>
            <pc:docMk/>
            <pc:sldMk cId="4072135879" sldId="590"/>
            <ac:cxnSpMk id="3" creationId="{E868FEB9-887F-37ED-60BD-FBD1105706A2}"/>
          </ac:cxnSpMkLst>
        </pc:cxnChg>
        <pc:cxnChg chg="del">
          <ac:chgData name="Deepika Vatsa" userId="f7100972-27fe-4ee6-8fb4-ec9b7931b409" providerId="ADAL" clId="{6884C358-F078-41E2-B52A-C991C4377FC1}" dt="2025-07-23T05:20:42.313" v="3428" actId="478"/>
          <ac:cxnSpMkLst>
            <pc:docMk/>
            <pc:sldMk cId="4072135879" sldId="590"/>
            <ac:cxnSpMk id="5" creationId="{50E184E5-16FE-EBD7-7894-1DC87C936193}"/>
          </ac:cxnSpMkLst>
        </pc:cxnChg>
      </pc:sldChg>
      <pc:sldChg chg="addSp delSp modSp add mod">
        <pc:chgData name="Deepika Vatsa" userId="f7100972-27fe-4ee6-8fb4-ec9b7931b409" providerId="ADAL" clId="{6884C358-F078-41E2-B52A-C991C4377FC1}" dt="2025-07-23T05:20:39.010" v="3427"/>
        <pc:sldMkLst>
          <pc:docMk/>
          <pc:sldMk cId="3439049211" sldId="591"/>
        </pc:sldMkLst>
        <pc:spChg chg="mod">
          <ac:chgData name="Deepika Vatsa" userId="f7100972-27fe-4ee6-8fb4-ec9b7931b409" providerId="ADAL" clId="{6884C358-F078-41E2-B52A-C991C4377FC1}" dt="2025-07-23T05:16:43.256" v="3363" actId="207"/>
          <ac:spMkLst>
            <pc:docMk/>
            <pc:sldMk cId="3439049211" sldId="591"/>
            <ac:spMk id="2" creationId="{00000000-0000-0000-0000-000000000000}"/>
          </ac:spMkLst>
        </pc:spChg>
        <pc:spChg chg="del">
          <ac:chgData name="Deepika Vatsa" userId="f7100972-27fe-4ee6-8fb4-ec9b7931b409" providerId="ADAL" clId="{6884C358-F078-41E2-B52A-C991C4377FC1}" dt="2025-07-22T09:35:48.586" v="290" actId="478"/>
          <ac:spMkLst>
            <pc:docMk/>
            <pc:sldMk cId="3439049211" sldId="591"/>
            <ac:spMk id="3" creationId="{00000000-0000-0000-0000-000000000000}"/>
          </ac:spMkLst>
        </pc:spChg>
        <pc:spChg chg="del">
          <ac:chgData name="Deepika Vatsa" userId="f7100972-27fe-4ee6-8fb4-ec9b7931b409" providerId="ADAL" clId="{6884C358-F078-41E2-B52A-C991C4377FC1}" dt="2025-07-22T09:35:45.766" v="289" actId="478"/>
          <ac:spMkLst>
            <pc:docMk/>
            <pc:sldMk cId="3439049211" sldId="591"/>
            <ac:spMk id="6" creationId="{DF1F7109-6D42-A6CD-F452-0870CFC44C57}"/>
          </ac:spMkLst>
        </pc:spChg>
        <pc:spChg chg="del">
          <ac:chgData name="Deepika Vatsa" userId="f7100972-27fe-4ee6-8fb4-ec9b7931b409" providerId="ADAL" clId="{6884C358-F078-41E2-B52A-C991C4377FC1}" dt="2025-07-22T09:35:48.586" v="290" actId="478"/>
          <ac:spMkLst>
            <pc:docMk/>
            <pc:sldMk cId="3439049211" sldId="591"/>
            <ac:spMk id="7" creationId="{FF220C66-A4E6-C8D7-391A-04D70E625C9C}"/>
          </ac:spMkLst>
        </pc:spChg>
        <pc:spChg chg="add del mod">
          <ac:chgData name="Deepika Vatsa" userId="f7100972-27fe-4ee6-8fb4-ec9b7931b409" providerId="ADAL" clId="{6884C358-F078-41E2-B52A-C991C4377FC1}" dt="2025-07-22T09:35:51.845" v="292" actId="478"/>
          <ac:spMkLst>
            <pc:docMk/>
            <pc:sldMk cId="3439049211" sldId="591"/>
            <ac:spMk id="8" creationId="{F57D67EC-941F-047B-5B83-163A12BECBA6}"/>
          </ac:spMkLst>
        </pc:spChg>
        <pc:spChg chg="del">
          <ac:chgData name="Deepika Vatsa" userId="f7100972-27fe-4ee6-8fb4-ec9b7931b409" providerId="ADAL" clId="{6884C358-F078-41E2-B52A-C991C4377FC1}" dt="2025-07-22T09:35:48.586" v="290" actId="478"/>
          <ac:spMkLst>
            <pc:docMk/>
            <pc:sldMk cId="3439049211" sldId="591"/>
            <ac:spMk id="10" creationId="{762B94E8-9E92-C874-B94F-CA816E8E5609}"/>
          </ac:spMkLst>
        </pc:spChg>
        <pc:spChg chg="add mod">
          <ac:chgData name="Deepika Vatsa" userId="f7100972-27fe-4ee6-8fb4-ec9b7931b409" providerId="ADAL" clId="{6884C358-F078-41E2-B52A-C991C4377FC1}" dt="2025-07-22T09:44:11.797" v="365" actId="20577"/>
          <ac:spMkLst>
            <pc:docMk/>
            <pc:sldMk cId="3439049211" sldId="591"/>
            <ac:spMk id="11" creationId="{06381CCD-359B-D8A2-1997-A5B56A02FD41}"/>
          </ac:spMkLst>
        </pc:spChg>
        <pc:cxnChg chg="add mod">
          <ac:chgData name="Deepika Vatsa" userId="f7100972-27fe-4ee6-8fb4-ec9b7931b409" providerId="ADAL" clId="{6884C358-F078-41E2-B52A-C991C4377FC1}" dt="2025-07-23T05:20:39.010" v="3427"/>
          <ac:cxnSpMkLst>
            <pc:docMk/>
            <pc:sldMk cId="3439049211" sldId="591"/>
            <ac:cxnSpMk id="3" creationId="{9FFC9232-0F3D-BF13-4461-6E51D2C9C5C7}"/>
          </ac:cxnSpMkLst>
        </pc:cxnChg>
        <pc:cxnChg chg="del">
          <ac:chgData name="Deepika Vatsa" userId="f7100972-27fe-4ee6-8fb4-ec9b7931b409" providerId="ADAL" clId="{6884C358-F078-41E2-B52A-C991C4377FC1}" dt="2025-07-23T05:20:38.614" v="3426" actId="478"/>
          <ac:cxnSpMkLst>
            <pc:docMk/>
            <pc:sldMk cId="3439049211" sldId="591"/>
            <ac:cxnSpMk id="5" creationId="{50E184E5-16FE-EBD7-7894-1DC87C936193}"/>
          </ac:cxnSpMkLst>
        </pc:cxnChg>
      </pc:sldChg>
      <pc:sldChg chg="addSp delSp modSp add mod">
        <pc:chgData name="Deepika Vatsa" userId="f7100972-27fe-4ee6-8fb4-ec9b7931b409" providerId="ADAL" clId="{6884C358-F078-41E2-B52A-C991C4377FC1}" dt="2025-07-23T05:20:46.224" v="3431"/>
        <pc:sldMkLst>
          <pc:docMk/>
          <pc:sldMk cId="3695788924" sldId="592"/>
        </pc:sldMkLst>
        <pc:spChg chg="mod">
          <ac:chgData name="Deepika Vatsa" userId="f7100972-27fe-4ee6-8fb4-ec9b7931b409" providerId="ADAL" clId="{6884C358-F078-41E2-B52A-C991C4377FC1}" dt="2025-07-23T05:16:54.290" v="3365" actId="207"/>
          <ac:spMkLst>
            <pc:docMk/>
            <pc:sldMk cId="3695788924" sldId="592"/>
            <ac:spMk id="2" creationId="{00000000-0000-0000-0000-000000000000}"/>
          </ac:spMkLst>
        </pc:spChg>
        <pc:picChg chg="add mod">
          <ac:chgData name="Deepika Vatsa" userId="f7100972-27fe-4ee6-8fb4-ec9b7931b409" providerId="ADAL" clId="{6884C358-F078-41E2-B52A-C991C4377FC1}" dt="2025-07-22T09:47:30.119" v="427" actId="1076"/>
          <ac:picMkLst>
            <pc:docMk/>
            <pc:sldMk cId="3695788924" sldId="592"/>
            <ac:picMk id="3" creationId="{780FB1CB-F0C4-259B-45AD-974689AE136B}"/>
          </ac:picMkLst>
        </pc:picChg>
        <pc:picChg chg="del">
          <ac:chgData name="Deepika Vatsa" userId="f7100972-27fe-4ee6-8fb4-ec9b7931b409" providerId="ADAL" clId="{6884C358-F078-41E2-B52A-C991C4377FC1}" dt="2025-07-22T09:47:24.492" v="423" actId="478"/>
          <ac:picMkLst>
            <pc:docMk/>
            <pc:sldMk cId="3695788924" sldId="592"/>
            <ac:picMk id="9" creationId="{C356703B-A591-E735-D099-756D6F0724A1}"/>
          </ac:picMkLst>
        </pc:picChg>
        <pc:picChg chg="del">
          <ac:chgData name="Deepika Vatsa" userId="f7100972-27fe-4ee6-8fb4-ec9b7931b409" providerId="ADAL" clId="{6884C358-F078-41E2-B52A-C991C4377FC1}" dt="2025-07-22T09:47:25.691" v="424" actId="478"/>
          <ac:picMkLst>
            <pc:docMk/>
            <pc:sldMk cId="3695788924" sldId="592"/>
            <ac:picMk id="11" creationId="{062F518F-DFCE-D51F-C42D-1B8DAD530657}"/>
          </ac:picMkLst>
        </pc:picChg>
        <pc:picChg chg="del">
          <ac:chgData name="Deepika Vatsa" userId="f7100972-27fe-4ee6-8fb4-ec9b7931b409" providerId="ADAL" clId="{6884C358-F078-41E2-B52A-C991C4377FC1}" dt="2025-07-22T09:47:26.976" v="425" actId="478"/>
          <ac:picMkLst>
            <pc:docMk/>
            <pc:sldMk cId="3695788924" sldId="592"/>
            <ac:picMk id="12" creationId="{D688BB6C-9417-8D92-55EB-D522DC679CCF}"/>
          </ac:picMkLst>
        </pc:picChg>
        <pc:picChg chg="del">
          <ac:chgData name="Deepika Vatsa" userId="f7100972-27fe-4ee6-8fb4-ec9b7931b409" providerId="ADAL" clId="{6884C358-F078-41E2-B52A-C991C4377FC1}" dt="2025-07-22T09:47:23.157" v="422" actId="478"/>
          <ac:picMkLst>
            <pc:docMk/>
            <pc:sldMk cId="3695788924" sldId="592"/>
            <ac:picMk id="13" creationId="{299DD2B6-62B2-98BD-205B-D8B8B72CDD4D}"/>
          </ac:picMkLst>
        </pc:picChg>
        <pc:cxnChg chg="add mod">
          <ac:chgData name="Deepika Vatsa" userId="f7100972-27fe-4ee6-8fb4-ec9b7931b409" providerId="ADAL" clId="{6884C358-F078-41E2-B52A-C991C4377FC1}" dt="2025-07-23T05:20:46.224" v="3431"/>
          <ac:cxnSpMkLst>
            <pc:docMk/>
            <pc:sldMk cId="3695788924" sldId="592"/>
            <ac:cxnSpMk id="4" creationId="{3BFC784D-5408-BD0B-6DA5-62F3FD69F164}"/>
          </ac:cxnSpMkLst>
        </pc:cxnChg>
        <pc:cxnChg chg="del">
          <ac:chgData name="Deepika Vatsa" userId="f7100972-27fe-4ee6-8fb4-ec9b7931b409" providerId="ADAL" clId="{6884C358-F078-41E2-B52A-C991C4377FC1}" dt="2025-07-23T05:20:45.811" v="3430" actId="478"/>
          <ac:cxnSpMkLst>
            <pc:docMk/>
            <pc:sldMk cId="3695788924" sldId="592"/>
            <ac:cxnSpMk id="5" creationId="{50E184E5-16FE-EBD7-7894-1DC87C936193}"/>
          </ac:cxnSpMkLst>
        </pc:cxnChg>
      </pc:sldChg>
      <pc:sldChg chg="addSp delSp modSp add mod">
        <pc:chgData name="Deepika Vatsa" userId="f7100972-27fe-4ee6-8fb4-ec9b7931b409" providerId="ADAL" clId="{6884C358-F078-41E2-B52A-C991C4377FC1}" dt="2025-07-23T05:20:54.403" v="3435"/>
        <pc:sldMkLst>
          <pc:docMk/>
          <pc:sldMk cId="1876629941" sldId="593"/>
        </pc:sldMkLst>
        <pc:spChg chg="del">
          <ac:chgData name="Deepika Vatsa" userId="f7100972-27fe-4ee6-8fb4-ec9b7931b409" providerId="ADAL" clId="{6884C358-F078-41E2-B52A-C991C4377FC1}" dt="2025-07-22T09:48:33.749" v="445" actId="478"/>
          <ac:spMkLst>
            <pc:docMk/>
            <pc:sldMk cId="1876629941" sldId="593"/>
            <ac:spMk id="4" creationId="{00000000-0000-0000-0000-000000000000}"/>
          </ac:spMkLst>
        </pc:spChg>
        <pc:spChg chg="mod">
          <ac:chgData name="Deepika Vatsa" userId="f7100972-27fe-4ee6-8fb4-ec9b7931b409" providerId="ADAL" clId="{6884C358-F078-41E2-B52A-C991C4377FC1}" dt="2025-07-23T05:17:03.918" v="3367" actId="207"/>
          <ac:spMkLst>
            <pc:docMk/>
            <pc:sldMk cId="1876629941" sldId="593"/>
            <ac:spMk id="8" creationId="{991BA802-3D45-4E0C-D372-BE4FFEF41DD1}"/>
          </ac:spMkLst>
        </pc:spChg>
        <pc:picChg chg="add mod">
          <ac:chgData name="Deepika Vatsa" userId="f7100972-27fe-4ee6-8fb4-ec9b7931b409" providerId="ADAL" clId="{6884C358-F078-41E2-B52A-C991C4377FC1}" dt="2025-07-22T09:48:37.216" v="446" actId="1076"/>
          <ac:picMkLst>
            <pc:docMk/>
            <pc:sldMk cId="1876629941" sldId="593"/>
            <ac:picMk id="2" creationId="{22289BA6-595C-092F-1636-E2409F3160FF}"/>
          </ac:picMkLst>
        </pc:picChg>
        <pc:picChg chg="del">
          <ac:chgData name="Deepika Vatsa" userId="f7100972-27fe-4ee6-8fb4-ec9b7931b409" providerId="ADAL" clId="{6884C358-F078-41E2-B52A-C991C4377FC1}" dt="2025-07-22T09:48:28.505" v="442" actId="478"/>
          <ac:picMkLst>
            <pc:docMk/>
            <pc:sldMk cId="1876629941" sldId="593"/>
            <ac:picMk id="11" creationId="{C4C88D64-41B1-3E23-255C-8D6CD72FE16B}"/>
          </ac:picMkLst>
        </pc:picChg>
        <pc:cxnChg chg="add mod">
          <ac:chgData name="Deepika Vatsa" userId="f7100972-27fe-4ee6-8fb4-ec9b7931b409" providerId="ADAL" clId="{6884C358-F078-41E2-B52A-C991C4377FC1}" dt="2025-07-23T05:20:54.403" v="3435"/>
          <ac:cxnSpMkLst>
            <pc:docMk/>
            <pc:sldMk cId="1876629941" sldId="593"/>
            <ac:cxnSpMk id="3" creationId="{69F5443E-C01E-3D27-219E-2E87903016D9}"/>
          </ac:cxnSpMkLst>
        </pc:cxnChg>
        <pc:cxnChg chg="del">
          <ac:chgData name="Deepika Vatsa" userId="f7100972-27fe-4ee6-8fb4-ec9b7931b409" providerId="ADAL" clId="{6884C358-F078-41E2-B52A-C991C4377FC1}" dt="2025-07-23T05:20:54.014" v="3434" actId="478"/>
          <ac:cxnSpMkLst>
            <pc:docMk/>
            <pc:sldMk cId="1876629941" sldId="593"/>
            <ac:cxnSpMk id="5" creationId="{D12CAC9D-CDF2-ED92-8F02-70DAC510318D}"/>
          </ac:cxnSpMkLst>
        </pc:cxnChg>
      </pc:sldChg>
      <pc:sldChg chg="addSp delSp modSp add mod">
        <pc:chgData name="Deepika Vatsa" userId="f7100972-27fe-4ee6-8fb4-ec9b7931b409" providerId="ADAL" clId="{6884C358-F078-41E2-B52A-C991C4377FC1}" dt="2025-07-23T05:20:58.202" v="3437"/>
        <pc:sldMkLst>
          <pc:docMk/>
          <pc:sldMk cId="2583576287" sldId="594"/>
        </pc:sldMkLst>
        <pc:spChg chg="add mod">
          <ac:chgData name="Deepika Vatsa" userId="f7100972-27fe-4ee6-8fb4-ec9b7931b409" providerId="ADAL" clId="{6884C358-F078-41E2-B52A-C991C4377FC1}" dt="2025-07-22T10:00:49.069" v="727" actId="1038"/>
          <ac:spMkLst>
            <pc:docMk/>
            <pc:sldMk cId="2583576287" sldId="594"/>
            <ac:spMk id="6" creationId="{306222C9-0521-EF58-FCA8-88726E3AA54A}"/>
          </ac:spMkLst>
        </pc:spChg>
        <pc:spChg chg="add mod">
          <ac:chgData name="Deepika Vatsa" userId="f7100972-27fe-4ee6-8fb4-ec9b7931b409" providerId="ADAL" clId="{6884C358-F078-41E2-B52A-C991C4377FC1}" dt="2025-07-22T10:00:49.069" v="727" actId="1038"/>
          <ac:spMkLst>
            <pc:docMk/>
            <pc:sldMk cId="2583576287" sldId="594"/>
            <ac:spMk id="7" creationId="{41F3D0F9-36A4-1DEC-B009-0E145E036B07}"/>
          </ac:spMkLst>
        </pc:spChg>
        <pc:spChg chg="mod">
          <ac:chgData name="Deepika Vatsa" userId="f7100972-27fe-4ee6-8fb4-ec9b7931b409" providerId="ADAL" clId="{6884C358-F078-41E2-B52A-C991C4377FC1}" dt="2025-07-23T05:17:08.699" v="3368" actId="207"/>
          <ac:spMkLst>
            <pc:docMk/>
            <pc:sldMk cId="2583576287" sldId="594"/>
            <ac:spMk id="8" creationId="{991BA802-3D45-4E0C-D372-BE4FFEF41DD1}"/>
          </ac:spMkLst>
        </pc:spChg>
        <pc:spChg chg="add mod">
          <ac:chgData name="Deepika Vatsa" userId="f7100972-27fe-4ee6-8fb4-ec9b7931b409" providerId="ADAL" clId="{6884C358-F078-41E2-B52A-C991C4377FC1}" dt="2025-07-22T10:00:49.069" v="727" actId="1038"/>
          <ac:spMkLst>
            <pc:docMk/>
            <pc:sldMk cId="2583576287" sldId="594"/>
            <ac:spMk id="10" creationId="{C075F099-43B8-F612-EEB7-EA60283F766E}"/>
          </ac:spMkLst>
        </pc:spChg>
        <pc:spChg chg="add mod">
          <ac:chgData name="Deepika Vatsa" userId="f7100972-27fe-4ee6-8fb4-ec9b7931b409" providerId="ADAL" clId="{6884C358-F078-41E2-B52A-C991C4377FC1}" dt="2025-07-22T10:00:49.069" v="727" actId="1038"/>
          <ac:spMkLst>
            <pc:docMk/>
            <pc:sldMk cId="2583576287" sldId="594"/>
            <ac:spMk id="12" creationId="{4E13DD79-D7A3-56C4-1219-626F93F20780}"/>
          </ac:spMkLst>
        </pc:spChg>
        <pc:picChg chg="del">
          <ac:chgData name="Deepika Vatsa" userId="f7100972-27fe-4ee6-8fb4-ec9b7931b409" providerId="ADAL" clId="{6884C358-F078-41E2-B52A-C991C4377FC1}" dt="2025-07-22T10:00:34.658" v="716" actId="478"/>
          <ac:picMkLst>
            <pc:docMk/>
            <pc:sldMk cId="2583576287" sldId="594"/>
            <ac:picMk id="2" creationId="{22289BA6-595C-092F-1636-E2409F3160FF}"/>
          </ac:picMkLst>
        </pc:picChg>
        <pc:picChg chg="add mod">
          <ac:chgData name="Deepika Vatsa" userId="f7100972-27fe-4ee6-8fb4-ec9b7931b409" providerId="ADAL" clId="{6884C358-F078-41E2-B52A-C991C4377FC1}" dt="2025-07-22T10:00:49.069" v="727" actId="1038"/>
          <ac:picMkLst>
            <pc:docMk/>
            <pc:sldMk cId="2583576287" sldId="594"/>
            <ac:picMk id="3" creationId="{236E3EE2-16FE-131B-ECBF-55568068757F}"/>
          </ac:picMkLst>
        </pc:picChg>
        <pc:picChg chg="add mod">
          <ac:chgData name="Deepika Vatsa" userId="f7100972-27fe-4ee6-8fb4-ec9b7931b409" providerId="ADAL" clId="{6884C358-F078-41E2-B52A-C991C4377FC1}" dt="2025-07-22T10:00:49.069" v="727" actId="1038"/>
          <ac:picMkLst>
            <pc:docMk/>
            <pc:sldMk cId="2583576287" sldId="594"/>
            <ac:picMk id="4" creationId="{9A1AD1A2-9FF8-5D81-B390-C61128637D1C}"/>
          </ac:picMkLst>
        </pc:picChg>
        <pc:picChg chg="add mod">
          <ac:chgData name="Deepika Vatsa" userId="f7100972-27fe-4ee6-8fb4-ec9b7931b409" providerId="ADAL" clId="{6884C358-F078-41E2-B52A-C991C4377FC1}" dt="2025-07-22T10:00:49.069" v="727" actId="1038"/>
          <ac:picMkLst>
            <pc:docMk/>
            <pc:sldMk cId="2583576287" sldId="594"/>
            <ac:picMk id="9" creationId="{8ACCF344-D431-27F4-3519-E0D1C20E073B}"/>
          </ac:picMkLst>
        </pc:picChg>
        <pc:picChg chg="add mod">
          <ac:chgData name="Deepika Vatsa" userId="f7100972-27fe-4ee6-8fb4-ec9b7931b409" providerId="ADAL" clId="{6884C358-F078-41E2-B52A-C991C4377FC1}" dt="2025-07-22T10:00:49.069" v="727" actId="1038"/>
          <ac:picMkLst>
            <pc:docMk/>
            <pc:sldMk cId="2583576287" sldId="594"/>
            <ac:picMk id="11" creationId="{8640DA5C-AE56-878C-7DE7-A11F9AA0475B}"/>
          </ac:picMkLst>
        </pc:picChg>
        <pc:cxnChg chg="add mod">
          <ac:chgData name="Deepika Vatsa" userId="f7100972-27fe-4ee6-8fb4-ec9b7931b409" providerId="ADAL" clId="{6884C358-F078-41E2-B52A-C991C4377FC1}" dt="2025-07-23T05:20:58.202" v="3437"/>
          <ac:cxnSpMkLst>
            <pc:docMk/>
            <pc:sldMk cId="2583576287" sldId="594"/>
            <ac:cxnSpMk id="2" creationId="{83273B41-403D-3A3C-8252-05D272C66098}"/>
          </ac:cxnSpMkLst>
        </pc:cxnChg>
        <pc:cxnChg chg="del">
          <ac:chgData name="Deepika Vatsa" userId="f7100972-27fe-4ee6-8fb4-ec9b7931b409" providerId="ADAL" clId="{6884C358-F078-41E2-B52A-C991C4377FC1}" dt="2025-07-23T05:20:57.814" v="3436" actId="478"/>
          <ac:cxnSpMkLst>
            <pc:docMk/>
            <pc:sldMk cId="2583576287" sldId="594"/>
            <ac:cxnSpMk id="5" creationId="{D12CAC9D-CDF2-ED92-8F02-70DAC510318D}"/>
          </ac:cxnSpMkLst>
        </pc:cxnChg>
      </pc:sldChg>
      <pc:sldChg chg="addSp delSp modSp add mod">
        <pc:chgData name="Deepika Vatsa" userId="f7100972-27fe-4ee6-8fb4-ec9b7931b409" providerId="ADAL" clId="{6884C358-F078-41E2-B52A-C991C4377FC1}" dt="2025-07-23T05:21:13.213" v="3446"/>
        <pc:sldMkLst>
          <pc:docMk/>
          <pc:sldMk cId="3729385034" sldId="595"/>
        </pc:sldMkLst>
        <pc:spChg chg="mod">
          <ac:chgData name="Deepika Vatsa" userId="f7100972-27fe-4ee6-8fb4-ec9b7931b409" providerId="ADAL" clId="{6884C358-F078-41E2-B52A-C991C4377FC1}" dt="2025-07-23T05:17:55.758" v="3385" actId="1035"/>
          <ac:spMkLst>
            <pc:docMk/>
            <pc:sldMk cId="3729385034" sldId="595"/>
            <ac:spMk id="2" creationId="{00000000-0000-0000-0000-000000000000}"/>
          </ac:spMkLst>
        </pc:spChg>
        <pc:spChg chg="del mod">
          <ac:chgData name="Deepika Vatsa" userId="f7100972-27fe-4ee6-8fb4-ec9b7931b409" providerId="ADAL" clId="{6884C358-F078-41E2-B52A-C991C4377FC1}" dt="2025-07-23T05:06:56.645" v="3287" actId="478"/>
          <ac:spMkLst>
            <pc:docMk/>
            <pc:sldMk cId="3729385034" sldId="595"/>
            <ac:spMk id="3" creationId="{00000000-0000-0000-0000-000000000000}"/>
          </ac:spMkLst>
        </pc:spChg>
        <pc:spChg chg="del">
          <ac:chgData name="Deepika Vatsa" userId="f7100972-27fe-4ee6-8fb4-ec9b7931b409" providerId="ADAL" clId="{6884C358-F078-41E2-B52A-C991C4377FC1}" dt="2025-07-22T10:05:47.046" v="768" actId="478"/>
          <ac:spMkLst>
            <pc:docMk/>
            <pc:sldMk cId="3729385034" sldId="595"/>
            <ac:spMk id="4" creationId="{00000000-0000-0000-0000-000000000000}"/>
          </ac:spMkLst>
        </pc:spChg>
        <pc:spChg chg="add del mod">
          <ac:chgData name="Deepika Vatsa" userId="f7100972-27fe-4ee6-8fb4-ec9b7931b409" providerId="ADAL" clId="{6884C358-F078-41E2-B52A-C991C4377FC1}" dt="2025-07-23T05:06:58.461" v="3288" actId="478"/>
          <ac:spMkLst>
            <pc:docMk/>
            <pc:sldMk cId="3729385034" sldId="595"/>
            <ac:spMk id="6" creationId="{595294C1-D83A-223D-E5DF-2687F4C0C4C3}"/>
          </ac:spMkLst>
        </pc:spChg>
        <pc:spChg chg="add mod">
          <ac:chgData name="Deepika Vatsa" userId="f7100972-27fe-4ee6-8fb4-ec9b7931b409" providerId="ADAL" clId="{6884C358-F078-41E2-B52A-C991C4377FC1}" dt="2025-07-23T05:07:00.405" v="3290"/>
          <ac:spMkLst>
            <pc:docMk/>
            <pc:sldMk cId="3729385034" sldId="595"/>
            <ac:spMk id="8" creationId="{07DF8378-AAD8-5F9D-5926-27ECBAD72119}"/>
          </ac:spMkLst>
        </pc:spChg>
        <pc:picChg chg="add del mod">
          <ac:chgData name="Deepika Vatsa" userId="f7100972-27fe-4ee6-8fb4-ec9b7931b409" providerId="ADAL" clId="{6884C358-F078-41E2-B52A-C991C4377FC1}" dt="2025-07-23T05:06:59.846" v="3289" actId="478"/>
          <ac:picMkLst>
            <pc:docMk/>
            <pc:sldMk cId="3729385034" sldId="595"/>
            <ac:picMk id="5" creationId="{05A945AB-0130-AB94-D6EA-8E8B4C8C69B4}"/>
          </ac:picMkLst>
        </pc:picChg>
        <pc:cxnChg chg="add mod">
          <ac:chgData name="Deepika Vatsa" userId="f7100972-27fe-4ee6-8fb4-ec9b7931b409" providerId="ADAL" clId="{6884C358-F078-41E2-B52A-C991C4377FC1}" dt="2025-07-23T05:21:13.213" v="3446"/>
          <ac:cxnSpMkLst>
            <pc:docMk/>
            <pc:sldMk cId="3729385034" sldId="595"/>
            <ac:cxnSpMk id="3" creationId="{91A758A6-68A7-3C5B-4901-273664385E64}"/>
          </ac:cxnSpMkLst>
        </pc:cxnChg>
        <pc:cxnChg chg="del">
          <ac:chgData name="Deepika Vatsa" userId="f7100972-27fe-4ee6-8fb4-ec9b7931b409" providerId="ADAL" clId="{6884C358-F078-41E2-B52A-C991C4377FC1}" dt="2025-07-23T05:21:12.833" v="3445" actId="478"/>
          <ac:cxnSpMkLst>
            <pc:docMk/>
            <pc:sldMk cId="3729385034" sldId="595"/>
            <ac:cxnSpMk id="7" creationId="{65C76CC1-B771-E13B-D742-340E1D5CAD8C}"/>
          </ac:cxnSpMkLst>
        </pc:cxnChg>
      </pc:sldChg>
      <pc:sldChg chg="addSp delSp modSp add mod">
        <pc:chgData name="Deepika Vatsa" userId="f7100972-27fe-4ee6-8fb4-ec9b7931b409" providerId="ADAL" clId="{6884C358-F078-41E2-B52A-C991C4377FC1}" dt="2025-07-23T05:21:20.447" v="3450"/>
        <pc:sldMkLst>
          <pc:docMk/>
          <pc:sldMk cId="1503747669" sldId="596"/>
        </pc:sldMkLst>
        <pc:spChg chg="del">
          <ac:chgData name="Deepika Vatsa" userId="f7100972-27fe-4ee6-8fb4-ec9b7931b409" providerId="ADAL" clId="{6884C358-F078-41E2-B52A-C991C4377FC1}" dt="2025-07-23T05:18:01.094" v="3386" actId="478"/>
          <ac:spMkLst>
            <pc:docMk/>
            <pc:sldMk cId="1503747669" sldId="596"/>
            <ac:spMk id="2" creationId="{00000000-0000-0000-0000-000000000000}"/>
          </ac:spMkLst>
        </pc:spChg>
        <pc:spChg chg="mod">
          <ac:chgData name="Deepika Vatsa" userId="f7100972-27fe-4ee6-8fb4-ec9b7931b409" providerId="ADAL" clId="{6884C358-F078-41E2-B52A-C991C4377FC1}" dt="2025-07-22T10:08:16.400" v="798" actId="27636"/>
          <ac:spMkLst>
            <pc:docMk/>
            <pc:sldMk cId="1503747669" sldId="596"/>
            <ac:spMk id="3" creationId="{00000000-0000-0000-0000-000000000000}"/>
          </ac:spMkLst>
        </pc:spChg>
        <pc:spChg chg="add del mod">
          <ac:chgData name="Deepika Vatsa" userId="f7100972-27fe-4ee6-8fb4-ec9b7931b409" providerId="ADAL" clId="{6884C358-F078-41E2-B52A-C991C4377FC1}" dt="2025-07-23T05:18:04.034" v="3387" actId="478"/>
          <ac:spMkLst>
            <pc:docMk/>
            <pc:sldMk cId="1503747669" sldId="596"/>
            <ac:spMk id="6" creationId="{F876691B-7F3C-2C15-70BC-01577E758222}"/>
          </ac:spMkLst>
        </pc:spChg>
        <pc:spChg chg="add mod">
          <ac:chgData name="Deepika Vatsa" userId="f7100972-27fe-4ee6-8fb4-ec9b7931b409" providerId="ADAL" clId="{6884C358-F078-41E2-B52A-C991C4377FC1}" dt="2025-07-23T05:18:09.803" v="3388"/>
          <ac:spMkLst>
            <pc:docMk/>
            <pc:sldMk cId="1503747669" sldId="596"/>
            <ac:spMk id="8" creationId="{FAF0F256-03EF-AA03-B292-4A3D50B362A1}"/>
          </ac:spMkLst>
        </pc:spChg>
        <pc:picChg chg="add mod">
          <ac:chgData name="Deepika Vatsa" userId="f7100972-27fe-4ee6-8fb4-ec9b7931b409" providerId="ADAL" clId="{6884C358-F078-41E2-B52A-C991C4377FC1}" dt="2025-07-22T10:08:13.823" v="796" actId="14100"/>
          <ac:picMkLst>
            <pc:docMk/>
            <pc:sldMk cId="1503747669" sldId="596"/>
            <ac:picMk id="4" creationId="{AEF005CF-B525-14E8-5F26-09F83936D256}"/>
          </ac:picMkLst>
        </pc:picChg>
        <pc:picChg chg="del">
          <ac:chgData name="Deepika Vatsa" userId="f7100972-27fe-4ee6-8fb4-ec9b7931b409" providerId="ADAL" clId="{6884C358-F078-41E2-B52A-C991C4377FC1}" dt="2025-07-22T10:07:40.420" v="793" actId="478"/>
          <ac:picMkLst>
            <pc:docMk/>
            <pc:sldMk cId="1503747669" sldId="596"/>
            <ac:picMk id="5" creationId="{05A945AB-0130-AB94-D6EA-8E8B4C8C69B4}"/>
          </ac:picMkLst>
        </pc:picChg>
        <pc:cxnChg chg="del">
          <ac:chgData name="Deepika Vatsa" userId="f7100972-27fe-4ee6-8fb4-ec9b7931b409" providerId="ADAL" clId="{6884C358-F078-41E2-B52A-C991C4377FC1}" dt="2025-07-23T05:21:20.066" v="3449" actId="478"/>
          <ac:cxnSpMkLst>
            <pc:docMk/>
            <pc:sldMk cId="1503747669" sldId="596"/>
            <ac:cxnSpMk id="7" creationId="{65C76CC1-B771-E13B-D742-340E1D5CAD8C}"/>
          </ac:cxnSpMkLst>
        </pc:cxnChg>
        <pc:cxnChg chg="add mod">
          <ac:chgData name="Deepika Vatsa" userId="f7100972-27fe-4ee6-8fb4-ec9b7931b409" providerId="ADAL" clId="{6884C358-F078-41E2-B52A-C991C4377FC1}" dt="2025-07-23T05:21:20.447" v="3450"/>
          <ac:cxnSpMkLst>
            <pc:docMk/>
            <pc:sldMk cId="1503747669" sldId="596"/>
            <ac:cxnSpMk id="9" creationId="{3A23A287-BBE3-562E-ABE0-5090EACFAE71}"/>
          </ac:cxnSpMkLst>
        </pc:cxnChg>
      </pc:sldChg>
      <pc:sldChg chg="addSp delSp modSp add mod">
        <pc:chgData name="Deepika Vatsa" userId="f7100972-27fe-4ee6-8fb4-ec9b7931b409" providerId="ADAL" clId="{6884C358-F078-41E2-B52A-C991C4377FC1}" dt="2025-07-23T05:21:40.576" v="3459" actId="14100"/>
        <pc:sldMkLst>
          <pc:docMk/>
          <pc:sldMk cId="2169252664" sldId="597"/>
        </pc:sldMkLst>
        <pc:spChg chg="del">
          <ac:chgData name="Deepika Vatsa" userId="f7100972-27fe-4ee6-8fb4-ec9b7931b409" providerId="ADAL" clId="{6884C358-F078-41E2-B52A-C991C4377FC1}" dt="2025-07-23T05:18:51.798" v="3397" actId="478"/>
          <ac:spMkLst>
            <pc:docMk/>
            <pc:sldMk cId="2169252664" sldId="597"/>
            <ac:spMk id="2" creationId="{91E18C70-E367-59EE-B161-70D8F2FCB574}"/>
          </ac:spMkLst>
        </pc:spChg>
        <pc:spChg chg="mod">
          <ac:chgData name="Deepika Vatsa" userId="f7100972-27fe-4ee6-8fb4-ec9b7931b409" providerId="ADAL" clId="{6884C358-F078-41E2-B52A-C991C4377FC1}" dt="2025-07-23T05:21:40.576" v="3459" actId="14100"/>
          <ac:spMkLst>
            <pc:docMk/>
            <pc:sldMk cId="2169252664" sldId="597"/>
            <ac:spMk id="4" creationId="{7776C47F-6F4E-DC03-37A6-E7A3B197AE34}"/>
          </ac:spMkLst>
        </pc:spChg>
        <pc:spChg chg="add del mod">
          <ac:chgData name="Deepika Vatsa" userId="f7100972-27fe-4ee6-8fb4-ec9b7931b409" providerId="ADAL" clId="{6884C358-F078-41E2-B52A-C991C4377FC1}" dt="2025-07-23T05:18:53.707" v="3398" actId="478"/>
          <ac:spMkLst>
            <pc:docMk/>
            <pc:sldMk cId="2169252664" sldId="597"/>
            <ac:spMk id="6" creationId="{53F1752F-2FDE-42D9-4D71-76064AA39AAB}"/>
          </ac:spMkLst>
        </pc:spChg>
        <pc:spChg chg="add mod">
          <ac:chgData name="Deepika Vatsa" userId="f7100972-27fe-4ee6-8fb4-ec9b7931b409" providerId="ADAL" clId="{6884C358-F078-41E2-B52A-C991C4377FC1}" dt="2025-07-23T05:18:54.461" v="3399"/>
          <ac:spMkLst>
            <pc:docMk/>
            <pc:sldMk cId="2169252664" sldId="597"/>
            <ac:spMk id="7" creationId="{3C6ACF8F-B531-BE5A-2C1D-263F00828601}"/>
          </ac:spMkLst>
        </pc:spChg>
        <pc:cxnChg chg="del">
          <ac:chgData name="Deepika Vatsa" userId="f7100972-27fe-4ee6-8fb4-ec9b7931b409" providerId="ADAL" clId="{6884C358-F078-41E2-B52A-C991C4377FC1}" dt="2025-07-23T05:21:36.683" v="3457" actId="478"/>
          <ac:cxnSpMkLst>
            <pc:docMk/>
            <pc:sldMk cId="2169252664" sldId="597"/>
            <ac:cxnSpMk id="5" creationId="{B2627C12-E6DC-37C6-3534-91290B918037}"/>
          </ac:cxnSpMkLst>
        </pc:cxnChg>
        <pc:cxnChg chg="add mod">
          <ac:chgData name="Deepika Vatsa" userId="f7100972-27fe-4ee6-8fb4-ec9b7931b409" providerId="ADAL" clId="{6884C358-F078-41E2-B52A-C991C4377FC1}" dt="2025-07-23T05:21:37.159" v="3458"/>
          <ac:cxnSpMkLst>
            <pc:docMk/>
            <pc:sldMk cId="2169252664" sldId="597"/>
            <ac:cxnSpMk id="8" creationId="{960C88F0-C429-DECE-0649-D90C3C9B4B3F}"/>
          </ac:cxnSpMkLst>
        </pc:cxnChg>
      </pc:sldChg>
      <pc:sldChg chg="addSp delSp modSp add mod">
        <pc:chgData name="Deepika Vatsa" userId="f7100972-27fe-4ee6-8fb4-ec9b7931b409" providerId="ADAL" clId="{6884C358-F078-41E2-B52A-C991C4377FC1}" dt="2025-07-23T05:20:01.713" v="3413" actId="14100"/>
        <pc:sldMkLst>
          <pc:docMk/>
          <pc:sldMk cId="3506553672" sldId="598"/>
        </pc:sldMkLst>
        <pc:spChg chg="del">
          <ac:chgData name="Deepika Vatsa" userId="f7100972-27fe-4ee6-8fb4-ec9b7931b409" providerId="ADAL" clId="{6884C358-F078-41E2-B52A-C991C4377FC1}" dt="2025-07-23T05:18:58.744" v="3400" actId="478"/>
          <ac:spMkLst>
            <pc:docMk/>
            <pc:sldMk cId="3506553672" sldId="598"/>
            <ac:spMk id="2" creationId="{91E18C70-E367-59EE-B161-70D8F2FCB574}"/>
          </ac:spMkLst>
        </pc:spChg>
        <pc:spChg chg="mod">
          <ac:chgData name="Deepika Vatsa" userId="f7100972-27fe-4ee6-8fb4-ec9b7931b409" providerId="ADAL" clId="{6884C358-F078-41E2-B52A-C991C4377FC1}" dt="2025-07-23T05:19:53.232" v="3412" actId="14100"/>
          <ac:spMkLst>
            <pc:docMk/>
            <pc:sldMk cId="3506553672" sldId="598"/>
            <ac:spMk id="4" creationId="{7776C47F-6F4E-DC03-37A6-E7A3B197AE34}"/>
          </ac:spMkLst>
        </pc:spChg>
        <pc:spChg chg="add del mod">
          <ac:chgData name="Deepika Vatsa" userId="f7100972-27fe-4ee6-8fb4-ec9b7931b409" providerId="ADAL" clId="{6884C358-F078-41E2-B52A-C991C4377FC1}" dt="2025-07-23T05:19:00.479" v="3401" actId="478"/>
          <ac:spMkLst>
            <pc:docMk/>
            <pc:sldMk cId="3506553672" sldId="598"/>
            <ac:spMk id="6" creationId="{F683307C-B106-FF61-47F6-9AF0281F23D5}"/>
          </ac:spMkLst>
        </pc:spChg>
        <pc:spChg chg="add mod">
          <ac:chgData name="Deepika Vatsa" userId="f7100972-27fe-4ee6-8fb4-ec9b7931b409" providerId="ADAL" clId="{6884C358-F078-41E2-B52A-C991C4377FC1}" dt="2025-07-23T05:19:01.147" v="3402"/>
          <ac:spMkLst>
            <pc:docMk/>
            <pc:sldMk cId="3506553672" sldId="598"/>
            <ac:spMk id="7" creationId="{E0A3D3E7-23FD-A7A2-4008-A85FD6ED147D}"/>
          </ac:spMkLst>
        </pc:spChg>
        <pc:cxnChg chg="mod">
          <ac:chgData name="Deepika Vatsa" userId="f7100972-27fe-4ee6-8fb4-ec9b7931b409" providerId="ADAL" clId="{6884C358-F078-41E2-B52A-C991C4377FC1}" dt="2025-07-23T05:20:01.713" v="3413" actId="14100"/>
          <ac:cxnSpMkLst>
            <pc:docMk/>
            <pc:sldMk cId="3506553672" sldId="598"/>
            <ac:cxnSpMk id="5" creationId="{B2627C12-E6DC-37C6-3534-91290B918037}"/>
          </ac:cxnSpMkLst>
        </pc:cxnChg>
      </pc:sldChg>
      <pc:sldChg chg="addSp delSp modSp add del mod">
        <pc:chgData name="Deepika Vatsa" userId="f7100972-27fe-4ee6-8fb4-ec9b7931b409" providerId="ADAL" clId="{6884C358-F078-41E2-B52A-C991C4377FC1}" dt="2025-07-23T05:23:59.015" v="3535" actId="47"/>
        <pc:sldMkLst>
          <pc:docMk/>
          <pc:sldMk cId="2401294685" sldId="599"/>
        </pc:sldMkLst>
        <pc:spChg chg="del">
          <ac:chgData name="Deepika Vatsa" userId="f7100972-27fe-4ee6-8fb4-ec9b7931b409" providerId="ADAL" clId="{6884C358-F078-41E2-B52A-C991C4377FC1}" dt="2025-07-23T05:14:27.661" v="3341" actId="478"/>
          <ac:spMkLst>
            <pc:docMk/>
            <pc:sldMk cId="2401294685" sldId="599"/>
            <ac:spMk id="2" creationId="{CD4594CC-77DE-BEF3-7ACE-59D14DBBA2F4}"/>
          </ac:spMkLst>
        </pc:spChg>
        <pc:spChg chg="mod">
          <ac:chgData name="Deepika Vatsa" userId="f7100972-27fe-4ee6-8fb4-ec9b7931b409" providerId="ADAL" clId="{6884C358-F078-41E2-B52A-C991C4377FC1}" dt="2025-07-23T05:14:09.013" v="3339" actId="207"/>
          <ac:spMkLst>
            <pc:docMk/>
            <pc:sldMk cId="2401294685" sldId="599"/>
            <ac:spMk id="4" creationId="{170DDB5B-6792-55DA-AF63-9A96FA1939A3}"/>
          </ac:spMkLst>
        </pc:spChg>
        <pc:spChg chg="add del mod">
          <ac:chgData name="Deepika Vatsa" userId="f7100972-27fe-4ee6-8fb4-ec9b7931b409" providerId="ADAL" clId="{6884C358-F078-41E2-B52A-C991C4377FC1}" dt="2025-07-23T05:14:30.418" v="3342" actId="478"/>
          <ac:spMkLst>
            <pc:docMk/>
            <pc:sldMk cId="2401294685" sldId="599"/>
            <ac:spMk id="6" creationId="{4BF9E284-5898-8DDF-CE9A-3C976785F937}"/>
          </ac:spMkLst>
        </pc:spChg>
        <pc:spChg chg="add mod">
          <ac:chgData name="Deepika Vatsa" userId="f7100972-27fe-4ee6-8fb4-ec9b7931b409" providerId="ADAL" clId="{6884C358-F078-41E2-B52A-C991C4377FC1}" dt="2025-07-23T05:14:30.951" v="3343"/>
          <ac:spMkLst>
            <pc:docMk/>
            <pc:sldMk cId="2401294685" sldId="599"/>
            <ac:spMk id="7" creationId="{0119B940-AB8B-E340-E8DC-D2BDFC2C2C8E}"/>
          </ac:spMkLst>
        </pc:spChg>
      </pc:sldChg>
      <pc:sldChg chg="addSp delSp modSp add del mod">
        <pc:chgData name="Deepika Vatsa" userId="f7100972-27fe-4ee6-8fb4-ec9b7931b409" providerId="ADAL" clId="{6884C358-F078-41E2-B52A-C991C4377FC1}" dt="2025-07-23T05:24:38.241" v="3543" actId="2696"/>
        <pc:sldMkLst>
          <pc:docMk/>
          <pc:sldMk cId="3029789361" sldId="600"/>
        </pc:sldMkLst>
        <pc:spChg chg="del">
          <ac:chgData name="Deepika Vatsa" userId="f7100972-27fe-4ee6-8fb4-ec9b7931b409" providerId="ADAL" clId="{6884C358-F078-41E2-B52A-C991C4377FC1}" dt="2025-07-23T05:14:36.566" v="3344" actId="478"/>
          <ac:spMkLst>
            <pc:docMk/>
            <pc:sldMk cId="3029789361" sldId="600"/>
            <ac:spMk id="2" creationId="{CD4594CC-77DE-BEF3-7ACE-59D14DBBA2F4}"/>
          </ac:spMkLst>
        </pc:spChg>
        <pc:spChg chg="mod">
          <ac:chgData name="Deepika Vatsa" userId="f7100972-27fe-4ee6-8fb4-ec9b7931b409" providerId="ADAL" clId="{6884C358-F078-41E2-B52A-C991C4377FC1}" dt="2025-07-23T05:14:14.965" v="3340" actId="207"/>
          <ac:spMkLst>
            <pc:docMk/>
            <pc:sldMk cId="3029789361" sldId="600"/>
            <ac:spMk id="4" creationId="{170DDB5B-6792-55DA-AF63-9A96FA1939A3}"/>
          </ac:spMkLst>
        </pc:spChg>
        <pc:spChg chg="add del mod">
          <ac:chgData name="Deepika Vatsa" userId="f7100972-27fe-4ee6-8fb4-ec9b7931b409" providerId="ADAL" clId="{6884C358-F078-41E2-B52A-C991C4377FC1}" dt="2025-07-23T05:14:38.530" v="3345" actId="478"/>
          <ac:spMkLst>
            <pc:docMk/>
            <pc:sldMk cId="3029789361" sldId="600"/>
            <ac:spMk id="6" creationId="{F02D243D-009C-3431-8226-38FDB17887B5}"/>
          </ac:spMkLst>
        </pc:spChg>
        <pc:spChg chg="add mod">
          <ac:chgData name="Deepika Vatsa" userId="f7100972-27fe-4ee6-8fb4-ec9b7931b409" providerId="ADAL" clId="{6884C358-F078-41E2-B52A-C991C4377FC1}" dt="2025-07-23T05:14:39.434" v="3346"/>
          <ac:spMkLst>
            <pc:docMk/>
            <pc:sldMk cId="3029789361" sldId="600"/>
            <ac:spMk id="7" creationId="{BC661B70-CCBE-C4A5-04AC-7FA70FCEB17A}"/>
          </ac:spMkLst>
        </pc:spChg>
      </pc:sldChg>
      <pc:sldChg chg="modSp add del mod">
        <pc:chgData name="Deepika Vatsa" userId="f7100972-27fe-4ee6-8fb4-ec9b7931b409" providerId="ADAL" clId="{6884C358-F078-41E2-B52A-C991C4377FC1}" dt="2025-07-22T10:45:47.780" v="2494" actId="47"/>
        <pc:sldMkLst>
          <pc:docMk/>
          <pc:sldMk cId="4257758956" sldId="600"/>
        </pc:sldMkLst>
        <pc:spChg chg="mod">
          <ac:chgData name="Deepika Vatsa" userId="f7100972-27fe-4ee6-8fb4-ec9b7931b409" providerId="ADAL" clId="{6884C358-F078-41E2-B52A-C991C4377FC1}" dt="2025-07-22T10:45:15.158" v="2478" actId="12"/>
          <ac:spMkLst>
            <pc:docMk/>
            <pc:sldMk cId="4257758956" sldId="600"/>
            <ac:spMk id="4" creationId="{170DDB5B-6792-55DA-AF63-9A96FA1939A3}"/>
          </ac:spMkLst>
        </pc:spChg>
      </pc:sldChg>
      <pc:sldChg chg="addSp delSp modSp add mod">
        <pc:chgData name="Deepika Vatsa" userId="f7100972-27fe-4ee6-8fb4-ec9b7931b409" providerId="ADAL" clId="{6884C358-F078-41E2-B52A-C991C4377FC1}" dt="2025-07-23T05:20:34.530" v="3425"/>
        <pc:sldMkLst>
          <pc:docMk/>
          <pc:sldMk cId="3239011490" sldId="601"/>
        </pc:sldMkLst>
        <pc:spChg chg="mod">
          <ac:chgData name="Deepika Vatsa" userId="f7100972-27fe-4ee6-8fb4-ec9b7931b409" providerId="ADAL" clId="{6884C358-F078-41E2-B52A-C991C4377FC1}" dt="2025-07-23T05:16:36.510" v="3362" actId="207"/>
          <ac:spMkLst>
            <pc:docMk/>
            <pc:sldMk cId="3239011490" sldId="601"/>
            <ac:spMk id="2" creationId="{00000000-0000-0000-0000-000000000000}"/>
          </ac:spMkLst>
        </pc:spChg>
        <pc:cxnChg chg="add mod">
          <ac:chgData name="Deepika Vatsa" userId="f7100972-27fe-4ee6-8fb4-ec9b7931b409" providerId="ADAL" clId="{6884C358-F078-41E2-B52A-C991C4377FC1}" dt="2025-07-23T05:20:34.530" v="3425"/>
          <ac:cxnSpMkLst>
            <pc:docMk/>
            <pc:sldMk cId="3239011490" sldId="601"/>
            <ac:cxnSpMk id="4" creationId="{7B9879F7-3A1D-F2AB-DE14-AC3E9F018ECD}"/>
          </ac:cxnSpMkLst>
        </pc:cxnChg>
        <pc:cxnChg chg="del">
          <ac:chgData name="Deepika Vatsa" userId="f7100972-27fe-4ee6-8fb4-ec9b7931b409" providerId="ADAL" clId="{6884C358-F078-41E2-B52A-C991C4377FC1}" dt="2025-07-23T05:20:34.151" v="3424" actId="478"/>
          <ac:cxnSpMkLst>
            <pc:docMk/>
            <pc:sldMk cId="3239011490" sldId="601"/>
            <ac:cxnSpMk id="5" creationId="{50E184E5-16FE-EBD7-7894-1DC87C936193}"/>
          </ac:cxnSpMkLst>
        </pc:cxnChg>
      </pc:sldChg>
      <pc:sldChg chg="addSp delSp modSp add mod">
        <pc:chgData name="Deepika Vatsa" userId="f7100972-27fe-4ee6-8fb4-ec9b7931b409" providerId="ADAL" clId="{6884C358-F078-41E2-B52A-C991C4377FC1}" dt="2025-07-23T05:20:20.639" v="3419"/>
        <pc:sldMkLst>
          <pc:docMk/>
          <pc:sldMk cId="2717130231" sldId="602"/>
        </pc:sldMkLst>
        <pc:spChg chg="del">
          <ac:chgData name="Deepika Vatsa" userId="f7100972-27fe-4ee6-8fb4-ec9b7931b409" providerId="ADAL" clId="{6884C358-F078-41E2-B52A-C991C4377FC1}" dt="2025-07-23T05:16:01.154" v="3352" actId="478"/>
          <ac:spMkLst>
            <pc:docMk/>
            <pc:sldMk cId="2717130231" sldId="602"/>
            <ac:spMk id="2" creationId="{00000000-0000-0000-0000-000000000000}"/>
          </ac:spMkLst>
        </pc:spChg>
        <pc:spChg chg="add del mod">
          <ac:chgData name="Deepika Vatsa" userId="f7100972-27fe-4ee6-8fb4-ec9b7931b409" providerId="ADAL" clId="{6884C358-F078-41E2-B52A-C991C4377FC1}" dt="2025-07-23T05:16:02.768" v="3353" actId="478"/>
          <ac:spMkLst>
            <pc:docMk/>
            <pc:sldMk cId="2717130231" sldId="602"/>
            <ac:spMk id="6" creationId="{6DA9A92D-8D82-3D24-F90E-F548CACC3B08}"/>
          </ac:spMkLst>
        </pc:spChg>
        <pc:spChg chg="add mod">
          <ac:chgData name="Deepika Vatsa" userId="f7100972-27fe-4ee6-8fb4-ec9b7931b409" providerId="ADAL" clId="{6884C358-F078-41E2-B52A-C991C4377FC1}" dt="2025-07-23T05:16:25.734" v="3359"/>
          <ac:spMkLst>
            <pc:docMk/>
            <pc:sldMk cId="2717130231" sldId="602"/>
            <ac:spMk id="7" creationId="{7F4B3C9C-EE6F-0BBC-A1B2-DCB27147AC1C}"/>
          </ac:spMkLst>
        </pc:spChg>
        <pc:spChg chg="mod">
          <ac:chgData name="Deepika Vatsa" userId="f7100972-27fe-4ee6-8fb4-ec9b7931b409" providerId="ADAL" clId="{6884C358-F078-41E2-B52A-C991C4377FC1}" dt="2025-07-22T10:58:01.962" v="3168" actId="113"/>
          <ac:spMkLst>
            <pc:docMk/>
            <pc:sldMk cId="2717130231" sldId="602"/>
            <ac:spMk id="13" creationId="{05B054CE-66A9-69B7-25DF-5E63A7E7226F}"/>
          </ac:spMkLst>
        </pc:spChg>
        <pc:graphicFrameChg chg="add mod modGraphic">
          <ac:chgData name="Deepika Vatsa" userId="f7100972-27fe-4ee6-8fb4-ec9b7931b409" providerId="ADAL" clId="{6884C358-F078-41E2-B52A-C991C4377FC1}" dt="2025-07-22T10:56:57.073" v="3131" actId="20577"/>
          <ac:graphicFrameMkLst>
            <pc:docMk/>
            <pc:sldMk cId="2717130231" sldId="602"/>
            <ac:graphicFrameMk id="3" creationId="{26447246-77A9-0BA0-DDC4-AA7139BF3CBE}"/>
          </ac:graphicFrameMkLst>
        </pc:graphicFrameChg>
        <pc:graphicFrameChg chg="del">
          <ac:chgData name="Deepika Vatsa" userId="f7100972-27fe-4ee6-8fb4-ec9b7931b409" providerId="ADAL" clId="{6884C358-F078-41E2-B52A-C991C4377FC1}" dt="2025-07-22T10:56:05.332" v="3064" actId="478"/>
          <ac:graphicFrameMkLst>
            <pc:docMk/>
            <pc:sldMk cId="2717130231" sldId="602"/>
            <ac:graphicFrameMk id="14" creationId="{15B9210D-0693-05A9-B8B7-394487320ED6}"/>
          </ac:graphicFrameMkLst>
        </pc:graphicFrameChg>
        <pc:cxnChg chg="del">
          <ac:chgData name="Deepika Vatsa" userId="f7100972-27fe-4ee6-8fb4-ec9b7931b409" providerId="ADAL" clId="{6884C358-F078-41E2-B52A-C991C4377FC1}" dt="2025-07-23T05:20:20.177" v="3418" actId="478"/>
          <ac:cxnSpMkLst>
            <pc:docMk/>
            <pc:sldMk cId="2717130231" sldId="602"/>
            <ac:cxnSpMk id="5" creationId="{50E184E5-16FE-EBD7-7894-1DC87C936193}"/>
          </ac:cxnSpMkLst>
        </pc:cxnChg>
        <pc:cxnChg chg="add mod">
          <ac:chgData name="Deepika Vatsa" userId="f7100972-27fe-4ee6-8fb4-ec9b7931b409" providerId="ADAL" clId="{6884C358-F078-41E2-B52A-C991C4377FC1}" dt="2025-07-23T05:20:20.639" v="3419"/>
          <ac:cxnSpMkLst>
            <pc:docMk/>
            <pc:sldMk cId="2717130231" sldId="602"/>
            <ac:cxnSpMk id="8" creationId="{7D162270-8EA5-1790-83F3-A4F9A126E8B1}"/>
          </ac:cxnSpMkLst>
        </pc:cxnChg>
      </pc:sldChg>
      <pc:sldChg chg="addSp delSp modSp add mod">
        <pc:chgData name="Deepika Vatsa" userId="f7100972-27fe-4ee6-8fb4-ec9b7931b409" providerId="ADAL" clId="{6884C358-F078-41E2-B52A-C991C4377FC1}" dt="2025-07-23T05:20:26.685" v="3421"/>
        <pc:sldMkLst>
          <pc:docMk/>
          <pc:sldMk cId="1266594393" sldId="603"/>
        </pc:sldMkLst>
        <pc:spChg chg="del">
          <ac:chgData name="Deepika Vatsa" userId="f7100972-27fe-4ee6-8fb4-ec9b7931b409" providerId="ADAL" clId="{6884C358-F078-41E2-B52A-C991C4377FC1}" dt="2025-07-23T05:16:06.563" v="3354" actId="478"/>
          <ac:spMkLst>
            <pc:docMk/>
            <pc:sldMk cId="1266594393" sldId="603"/>
            <ac:spMk id="2" creationId="{00000000-0000-0000-0000-000000000000}"/>
          </ac:spMkLst>
        </pc:spChg>
        <pc:spChg chg="add mod">
          <ac:chgData name="Deepika Vatsa" userId="f7100972-27fe-4ee6-8fb4-ec9b7931b409" providerId="ADAL" clId="{6884C358-F078-41E2-B52A-C991C4377FC1}" dt="2025-07-22T10:57:48.108" v="3164" actId="14100"/>
          <ac:spMkLst>
            <pc:docMk/>
            <pc:sldMk cId="1266594393" sldId="603"/>
            <ac:spMk id="4" creationId="{1AD143D5-787C-C1A5-C997-9EC0616525DF}"/>
          </ac:spMkLst>
        </pc:spChg>
        <pc:spChg chg="add del mod">
          <ac:chgData name="Deepika Vatsa" userId="f7100972-27fe-4ee6-8fb4-ec9b7931b409" providerId="ADAL" clId="{6884C358-F078-41E2-B52A-C991C4377FC1}" dt="2025-07-23T05:16:08.217" v="3355" actId="478"/>
          <ac:spMkLst>
            <pc:docMk/>
            <pc:sldMk cId="1266594393" sldId="603"/>
            <ac:spMk id="6" creationId="{A74DC710-992E-573C-40A0-556A16BC3A75}"/>
          </ac:spMkLst>
        </pc:spChg>
        <pc:spChg chg="add mod">
          <ac:chgData name="Deepika Vatsa" userId="f7100972-27fe-4ee6-8fb4-ec9b7931b409" providerId="ADAL" clId="{6884C358-F078-41E2-B52A-C991C4377FC1}" dt="2025-07-23T05:16:27.514" v="3360"/>
          <ac:spMkLst>
            <pc:docMk/>
            <pc:sldMk cId="1266594393" sldId="603"/>
            <ac:spMk id="7" creationId="{1B3062FA-2CD8-A930-87D2-86A160AADA8E}"/>
          </ac:spMkLst>
        </pc:spChg>
        <pc:spChg chg="mod">
          <ac:chgData name="Deepika Vatsa" userId="f7100972-27fe-4ee6-8fb4-ec9b7931b409" providerId="ADAL" clId="{6884C358-F078-41E2-B52A-C991C4377FC1}" dt="2025-07-22T10:57:56.910" v="3167" actId="113"/>
          <ac:spMkLst>
            <pc:docMk/>
            <pc:sldMk cId="1266594393" sldId="603"/>
            <ac:spMk id="13" creationId="{05B054CE-66A9-69B7-25DF-5E63A7E7226F}"/>
          </ac:spMkLst>
        </pc:spChg>
        <pc:graphicFrameChg chg="del">
          <ac:chgData name="Deepika Vatsa" userId="f7100972-27fe-4ee6-8fb4-ec9b7931b409" providerId="ADAL" clId="{6884C358-F078-41E2-B52A-C991C4377FC1}" dt="2025-07-22T10:57:41.042" v="3162" actId="478"/>
          <ac:graphicFrameMkLst>
            <pc:docMk/>
            <pc:sldMk cId="1266594393" sldId="603"/>
            <ac:graphicFrameMk id="3" creationId="{26447246-77A9-0BA0-DDC4-AA7139BF3CBE}"/>
          </ac:graphicFrameMkLst>
        </pc:graphicFrameChg>
        <pc:cxnChg chg="del">
          <ac:chgData name="Deepika Vatsa" userId="f7100972-27fe-4ee6-8fb4-ec9b7931b409" providerId="ADAL" clId="{6884C358-F078-41E2-B52A-C991C4377FC1}" dt="2025-07-23T05:20:26.229" v="3420" actId="478"/>
          <ac:cxnSpMkLst>
            <pc:docMk/>
            <pc:sldMk cId="1266594393" sldId="603"/>
            <ac:cxnSpMk id="5" creationId="{50E184E5-16FE-EBD7-7894-1DC87C936193}"/>
          </ac:cxnSpMkLst>
        </pc:cxnChg>
        <pc:cxnChg chg="add mod">
          <ac:chgData name="Deepika Vatsa" userId="f7100972-27fe-4ee6-8fb4-ec9b7931b409" providerId="ADAL" clId="{6884C358-F078-41E2-B52A-C991C4377FC1}" dt="2025-07-23T05:20:26.685" v="3421"/>
          <ac:cxnSpMkLst>
            <pc:docMk/>
            <pc:sldMk cId="1266594393" sldId="603"/>
            <ac:cxnSpMk id="8" creationId="{A1395F78-30F5-3937-9A59-67E864B7EFC0}"/>
          </ac:cxnSpMkLst>
        </pc:cxnChg>
      </pc:sldChg>
      <pc:sldChg chg="addSp delSp modSp add mod">
        <pc:chgData name="Deepika Vatsa" userId="f7100972-27fe-4ee6-8fb4-ec9b7931b409" providerId="ADAL" clId="{6884C358-F078-41E2-B52A-C991C4377FC1}" dt="2025-07-23T05:20:16.708" v="3417"/>
        <pc:sldMkLst>
          <pc:docMk/>
          <pc:sldMk cId="4255891347" sldId="604"/>
        </pc:sldMkLst>
        <pc:spChg chg="del">
          <ac:chgData name="Deepika Vatsa" userId="f7100972-27fe-4ee6-8fb4-ec9b7931b409" providerId="ADAL" clId="{6884C358-F078-41E2-B52A-C991C4377FC1}" dt="2025-07-23T05:15:55.831" v="3350" actId="478"/>
          <ac:spMkLst>
            <pc:docMk/>
            <pc:sldMk cId="4255891347" sldId="604"/>
            <ac:spMk id="2" creationId="{00000000-0000-0000-0000-000000000000}"/>
          </ac:spMkLst>
        </pc:spChg>
        <pc:spChg chg="add del mod">
          <ac:chgData name="Deepika Vatsa" userId="f7100972-27fe-4ee6-8fb4-ec9b7931b409" providerId="ADAL" clId="{6884C358-F078-41E2-B52A-C991C4377FC1}" dt="2025-07-23T05:15:57.713" v="3351" actId="478"/>
          <ac:spMkLst>
            <pc:docMk/>
            <pc:sldMk cId="4255891347" sldId="604"/>
            <ac:spMk id="4" creationId="{1E8C311E-5024-0A5C-ADB3-9DF8A67D3DAA}"/>
          </ac:spMkLst>
        </pc:spChg>
        <pc:spChg chg="add mod">
          <ac:chgData name="Deepika Vatsa" userId="f7100972-27fe-4ee6-8fb4-ec9b7931b409" providerId="ADAL" clId="{6884C358-F078-41E2-B52A-C991C4377FC1}" dt="2025-07-23T05:16:23.931" v="3358"/>
          <ac:spMkLst>
            <pc:docMk/>
            <pc:sldMk cId="4255891347" sldId="604"/>
            <ac:spMk id="6" creationId="{2026D996-90C4-3C12-B2E6-96092CF25C70}"/>
          </ac:spMkLst>
        </pc:spChg>
        <pc:spChg chg="mod">
          <ac:chgData name="Deepika Vatsa" userId="f7100972-27fe-4ee6-8fb4-ec9b7931b409" providerId="ADAL" clId="{6884C358-F078-41E2-B52A-C991C4377FC1}" dt="2025-07-22T10:58:35.306" v="3177" actId="6549"/>
          <ac:spMkLst>
            <pc:docMk/>
            <pc:sldMk cId="4255891347" sldId="604"/>
            <ac:spMk id="13" creationId="{05B054CE-66A9-69B7-25DF-5E63A7E7226F}"/>
          </ac:spMkLst>
        </pc:spChg>
        <pc:graphicFrameChg chg="mod modGraphic">
          <ac:chgData name="Deepika Vatsa" userId="f7100972-27fe-4ee6-8fb4-ec9b7931b409" providerId="ADAL" clId="{6884C358-F078-41E2-B52A-C991C4377FC1}" dt="2025-07-22T10:58:54.235" v="3183" actId="14100"/>
          <ac:graphicFrameMkLst>
            <pc:docMk/>
            <pc:sldMk cId="4255891347" sldId="604"/>
            <ac:graphicFrameMk id="14" creationId="{15B9210D-0693-05A9-B8B7-394487320ED6}"/>
          </ac:graphicFrameMkLst>
        </pc:graphicFrameChg>
        <pc:cxnChg chg="del">
          <ac:chgData name="Deepika Vatsa" userId="f7100972-27fe-4ee6-8fb4-ec9b7931b409" providerId="ADAL" clId="{6884C358-F078-41E2-B52A-C991C4377FC1}" dt="2025-07-23T05:20:16.121" v="3416" actId="478"/>
          <ac:cxnSpMkLst>
            <pc:docMk/>
            <pc:sldMk cId="4255891347" sldId="604"/>
            <ac:cxnSpMk id="5" creationId="{50E184E5-16FE-EBD7-7894-1DC87C936193}"/>
          </ac:cxnSpMkLst>
        </pc:cxnChg>
        <pc:cxnChg chg="add mod">
          <ac:chgData name="Deepika Vatsa" userId="f7100972-27fe-4ee6-8fb4-ec9b7931b409" providerId="ADAL" clId="{6884C358-F078-41E2-B52A-C991C4377FC1}" dt="2025-07-23T05:20:16.708" v="3417"/>
          <ac:cxnSpMkLst>
            <pc:docMk/>
            <pc:sldMk cId="4255891347" sldId="604"/>
            <ac:cxnSpMk id="7" creationId="{B773A36C-D68E-6E7D-095A-1EC7008C66FA}"/>
          </ac:cxnSpMkLst>
        </pc:cxnChg>
      </pc:sldChg>
      <pc:sldChg chg="addSp delSp modSp add mod">
        <pc:chgData name="Deepika Vatsa" userId="f7100972-27fe-4ee6-8fb4-ec9b7931b409" providerId="ADAL" clId="{6884C358-F078-41E2-B52A-C991C4377FC1}" dt="2025-07-23T05:20:31.431" v="3423"/>
        <pc:sldMkLst>
          <pc:docMk/>
          <pc:sldMk cId="3000343820" sldId="605"/>
        </pc:sldMkLst>
        <pc:spChg chg="del">
          <ac:chgData name="Deepika Vatsa" userId="f7100972-27fe-4ee6-8fb4-ec9b7931b409" providerId="ADAL" clId="{6884C358-F078-41E2-B52A-C991C4377FC1}" dt="2025-07-23T05:16:13.022" v="3356" actId="478"/>
          <ac:spMkLst>
            <pc:docMk/>
            <pc:sldMk cId="3000343820" sldId="605"/>
            <ac:spMk id="2" creationId="{00000000-0000-0000-0000-000000000000}"/>
          </ac:spMkLst>
        </pc:spChg>
        <pc:spChg chg="del">
          <ac:chgData name="Deepika Vatsa" userId="f7100972-27fe-4ee6-8fb4-ec9b7931b409" providerId="ADAL" clId="{6884C358-F078-41E2-B52A-C991C4377FC1}" dt="2025-07-22T10:59:47.754" v="3207" actId="478"/>
          <ac:spMkLst>
            <pc:docMk/>
            <pc:sldMk cId="3000343820" sldId="605"/>
            <ac:spMk id="4" creationId="{1AD143D5-787C-C1A5-C997-9EC0616525DF}"/>
          </ac:spMkLst>
        </pc:spChg>
        <pc:spChg chg="add del mod">
          <ac:chgData name="Deepika Vatsa" userId="f7100972-27fe-4ee6-8fb4-ec9b7931b409" providerId="ADAL" clId="{6884C358-F078-41E2-B52A-C991C4377FC1}" dt="2025-07-23T05:16:14.811" v="3357" actId="478"/>
          <ac:spMkLst>
            <pc:docMk/>
            <pc:sldMk cId="3000343820" sldId="605"/>
            <ac:spMk id="4" creationId="{A81EBE12-917F-1A39-1B38-85449C2DC81C}"/>
          </ac:spMkLst>
        </pc:spChg>
        <pc:spChg chg="add del">
          <ac:chgData name="Deepika Vatsa" userId="f7100972-27fe-4ee6-8fb4-ec9b7931b409" providerId="ADAL" clId="{6884C358-F078-41E2-B52A-C991C4377FC1}" dt="2025-07-22T10:59:53.735" v="3211" actId="22"/>
          <ac:spMkLst>
            <pc:docMk/>
            <pc:sldMk cId="3000343820" sldId="605"/>
            <ac:spMk id="6" creationId="{254E2835-DAB1-3E5B-5251-BEF951804D79}"/>
          </ac:spMkLst>
        </pc:spChg>
        <pc:spChg chg="add mod">
          <ac:chgData name="Deepika Vatsa" userId="f7100972-27fe-4ee6-8fb4-ec9b7931b409" providerId="ADAL" clId="{6884C358-F078-41E2-B52A-C991C4377FC1}" dt="2025-07-23T05:16:30.424" v="3361"/>
          <ac:spMkLst>
            <pc:docMk/>
            <pc:sldMk cId="3000343820" sldId="605"/>
            <ac:spMk id="6" creationId="{2D09E08D-CF06-9310-2372-85E7B1DBB6F3}"/>
          </ac:spMkLst>
        </pc:spChg>
        <pc:spChg chg="add del">
          <ac:chgData name="Deepika Vatsa" userId="f7100972-27fe-4ee6-8fb4-ec9b7931b409" providerId="ADAL" clId="{6884C358-F078-41E2-B52A-C991C4377FC1}" dt="2025-07-22T10:59:55.017" v="3213" actId="22"/>
          <ac:spMkLst>
            <pc:docMk/>
            <pc:sldMk cId="3000343820" sldId="605"/>
            <ac:spMk id="8" creationId="{46282A04-E2EF-5990-7C9A-2482B8F88DE8}"/>
          </ac:spMkLst>
        </pc:spChg>
        <pc:spChg chg="add mod">
          <ac:chgData name="Deepika Vatsa" userId="f7100972-27fe-4ee6-8fb4-ec9b7931b409" providerId="ADAL" clId="{6884C358-F078-41E2-B52A-C991C4377FC1}" dt="2025-07-22T11:00:31.477" v="3250" actId="20577"/>
          <ac:spMkLst>
            <pc:docMk/>
            <pc:sldMk cId="3000343820" sldId="605"/>
            <ac:spMk id="10" creationId="{1A9471B8-64B2-EEE3-8FEC-CB7C57B99638}"/>
          </ac:spMkLst>
        </pc:spChg>
        <pc:spChg chg="mod">
          <ac:chgData name="Deepika Vatsa" userId="f7100972-27fe-4ee6-8fb4-ec9b7931b409" providerId="ADAL" clId="{6884C358-F078-41E2-B52A-C991C4377FC1}" dt="2025-07-22T10:59:19.150" v="3206" actId="20577"/>
          <ac:spMkLst>
            <pc:docMk/>
            <pc:sldMk cId="3000343820" sldId="605"/>
            <ac:spMk id="13" creationId="{05B054CE-66A9-69B7-25DF-5E63A7E7226F}"/>
          </ac:spMkLst>
        </pc:spChg>
        <pc:cxnChg chg="del">
          <ac:chgData name="Deepika Vatsa" userId="f7100972-27fe-4ee6-8fb4-ec9b7931b409" providerId="ADAL" clId="{6884C358-F078-41E2-B52A-C991C4377FC1}" dt="2025-07-23T05:20:30.996" v="3422" actId="478"/>
          <ac:cxnSpMkLst>
            <pc:docMk/>
            <pc:sldMk cId="3000343820" sldId="605"/>
            <ac:cxnSpMk id="5" creationId="{50E184E5-16FE-EBD7-7894-1DC87C936193}"/>
          </ac:cxnSpMkLst>
        </pc:cxnChg>
        <pc:cxnChg chg="add mod">
          <ac:chgData name="Deepika Vatsa" userId="f7100972-27fe-4ee6-8fb4-ec9b7931b409" providerId="ADAL" clId="{6884C358-F078-41E2-B52A-C991C4377FC1}" dt="2025-07-23T05:20:31.431" v="3423"/>
          <ac:cxnSpMkLst>
            <pc:docMk/>
            <pc:sldMk cId="3000343820" sldId="605"/>
            <ac:cxnSpMk id="7" creationId="{CB25073D-C8BF-4164-65B6-5B1D7B263018}"/>
          </ac:cxnSpMkLst>
        </pc:cxnChg>
      </pc:sldChg>
      <pc:sldChg chg="addSp delSp modSp add del mod">
        <pc:chgData name="Deepika Vatsa" userId="f7100972-27fe-4ee6-8fb4-ec9b7931b409" providerId="ADAL" clId="{6884C358-F078-41E2-B52A-C991C4377FC1}" dt="2025-07-23T05:07:03.568" v="3291" actId="2696"/>
        <pc:sldMkLst>
          <pc:docMk/>
          <pc:sldMk cId="1302649209" sldId="606"/>
        </pc:sldMkLst>
        <pc:spChg chg="mod">
          <ac:chgData name="Deepika Vatsa" userId="f7100972-27fe-4ee6-8fb4-ec9b7931b409" providerId="ADAL" clId="{6884C358-F078-41E2-B52A-C991C4377FC1}" dt="2025-07-23T05:06:38.842" v="3285" actId="1076"/>
          <ac:spMkLst>
            <pc:docMk/>
            <pc:sldMk cId="1302649209" sldId="606"/>
            <ac:spMk id="2" creationId="{00000000-0000-0000-0000-000000000000}"/>
          </ac:spMkLst>
        </pc:spChg>
        <pc:spChg chg="del">
          <ac:chgData name="Deepika Vatsa" userId="f7100972-27fe-4ee6-8fb4-ec9b7931b409" providerId="ADAL" clId="{6884C358-F078-41E2-B52A-C991C4377FC1}" dt="2025-07-23T05:06:11.168" v="3261" actId="478"/>
          <ac:spMkLst>
            <pc:docMk/>
            <pc:sldMk cId="1302649209" sldId="606"/>
            <ac:spMk id="3" creationId="{00000000-0000-0000-0000-000000000000}"/>
          </ac:spMkLst>
        </pc:spChg>
        <pc:spChg chg="add del mod">
          <ac:chgData name="Deepika Vatsa" userId="f7100972-27fe-4ee6-8fb4-ec9b7931b409" providerId="ADAL" clId="{6884C358-F078-41E2-B52A-C991C4377FC1}" dt="2025-07-23T05:06:14.218" v="3262" actId="478"/>
          <ac:spMkLst>
            <pc:docMk/>
            <pc:sldMk cId="1302649209" sldId="606"/>
            <ac:spMk id="6" creationId="{64114871-2460-BE07-A433-A6AA220B5F2C}"/>
          </ac:spMkLst>
        </pc:spChg>
        <pc:spChg chg="add mod">
          <ac:chgData name="Deepika Vatsa" userId="f7100972-27fe-4ee6-8fb4-ec9b7931b409" providerId="ADAL" clId="{6884C358-F078-41E2-B52A-C991C4377FC1}" dt="2025-07-23T05:06:14.889" v="3263"/>
          <ac:spMkLst>
            <pc:docMk/>
            <pc:sldMk cId="1302649209" sldId="606"/>
            <ac:spMk id="7" creationId="{4046B1BD-32BF-94BB-A445-155DB489242D}"/>
          </ac:spMkLst>
        </pc:spChg>
      </pc:sldChg>
      <pc:sldChg chg="addSp delSp modSp add mod">
        <pc:chgData name="Deepika Vatsa" userId="f7100972-27fe-4ee6-8fb4-ec9b7931b409" providerId="ADAL" clId="{6884C358-F078-41E2-B52A-C991C4377FC1}" dt="2025-07-23T05:21:16.949" v="3448"/>
        <pc:sldMkLst>
          <pc:docMk/>
          <pc:sldMk cId="1265168596" sldId="607"/>
        </pc:sldMkLst>
        <pc:spChg chg="del">
          <ac:chgData name="Deepika Vatsa" userId="f7100972-27fe-4ee6-8fb4-ec9b7931b409" providerId="ADAL" clId="{6884C358-F078-41E2-B52A-C991C4377FC1}" dt="2025-07-23T05:17:39.628" v="3374" actId="478"/>
          <ac:spMkLst>
            <pc:docMk/>
            <pc:sldMk cId="1265168596" sldId="607"/>
            <ac:spMk id="2" creationId="{00000000-0000-0000-0000-000000000000}"/>
          </ac:spMkLst>
        </pc:spChg>
        <pc:spChg chg="add del mod">
          <ac:chgData name="Deepika Vatsa" userId="f7100972-27fe-4ee6-8fb4-ec9b7931b409" providerId="ADAL" clId="{6884C358-F078-41E2-B52A-C991C4377FC1}" dt="2025-07-23T05:17:44.285" v="3376" actId="478"/>
          <ac:spMkLst>
            <pc:docMk/>
            <pc:sldMk cId="1265168596" sldId="607"/>
            <ac:spMk id="6" creationId="{C07E118B-1667-38AE-C2DA-C21278B87F83}"/>
          </ac:spMkLst>
        </pc:spChg>
        <pc:spChg chg="add mod">
          <ac:chgData name="Deepika Vatsa" userId="f7100972-27fe-4ee6-8fb4-ec9b7931b409" providerId="ADAL" clId="{6884C358-F078-41E2-B52A-C991C4377FC1}" dt="2025-07-23T05:17:49.187" v="3380" actId="1035"/>
          <ac:spMkLst>
            <pc:docMk/>
            <pc:sldMk cId="1265168596" sldId="607"/>
            <ac:spMk id="8" creationId="{28EA11DA-6FAE-4A30-1A45-D904D110690C}"/>
          </ac:spMkLst>
        </pc:spChg>
        <pc:cxnChg chg="del">
          <ac:chgData name="Deepika Vatsa" userId="f7100972-27fe-4ee6-8fb4-ec9b7931b409" providerId="ADAL" clId="{6884C358-F078-41E2-B52A-C991C4377FC1}" dt="2025-07-23T05:21:16.564" v="3447" actId="478"/>
          <ac:cxnSpMkLst>
            <pc:docMk/>
            <pc:sldMk cId="1265168596" sldId="607"/>
            <ac:cxnSpMk id="7" creationId="{65C76CC1-B771-E13B-D742-340E1D5CAD8C}"/>
          </ac:cxnSpMkLst>
        </pc:cxnChg>
        <pc:cxnChg chg="add mod">
          <ac:chgData name="Deepika Vatsa" userId="f7100972-27fe-4ee6-8fb4-ec9b7931b409" providerId="ADAL" clId="{6884C358-F078-41E2-B52A-C991C4377FC1}" dt="2025-07-23T05:21:16.949" v="3448"/>
          <ac:cxnSpMkLst>
            <pc:docMk/>
            <pc:sldMk cId="1265168596" sldId="607"/>
            <ac:cxnSpMk id="9" creationId="{8EEBD2E5-74AB-4847-0D3D-942182177146}"/>
          </ac:cxnSpMkLst>
        </pc:cxnChg>
      </pc:sldChg>
      <pc:sldChg chg="addSp delSp modSp add mod">
        <pc:chgData name="Deepika Vatsa" userId="f7100972-27fe-4ee6-8fb4-ec9b7931b409" providerId="ADAL" clId="{6884C358-F078-41E2-B52A-C991C4377FC1}" dt="2025-07-23T05:22:26.150" v="3493" actId="14100"/>
        <pc:sldMkLst>
          <pc:docMk/>
          <pc:sldMk cId="3320274339" sldId="608"/>
        </pc:sldMkLst>
        <pc:spChg chg="del">
          <ac:chgData name="Deepika Vatsa" userId="f7100972-27fe-4ee6-8fb4-ec9b7931b409" providerId="ADAL" clId="{6884C358-F078-41E2-B52A-C991C4377FC1}" dt="2025-07-23T05:11:34.839" v="3297" actId="478"/>
          <ac:spMkLst>
            <pc:docMk/>
            <pc:sldMk cId="3320274339" sldId="608"/>
            <ac:spMk id="2" creationId="{3EA993F1-7D74-5A35-94E0-755C8170DDD2}"/>
          </ac:spMkLst>
        </pc:spChg>
        <pc:spChg chg="del">
          <ac:chgData name="Deepika Vatsa" userId="f7100972-27fe-4ee6-8fb4-ec9b7931b409" providerId="ADAL" clId="{6884C358-F078-41E2-B52A-C991C4377FC1}" dt="2025-07-23T05:12:10.700" v="3318" actId="478"/>
          <ac:spMkLst>
            <pc:docMk/>
            <pc:sldMk cId="3320274339" sldId="608"/>
            <ac:spMk id="4" creationId="{C7E4D45C-A04E-4FD8-8E36-9127F8599888}"/>
          </ac:spMkLst>
        </pc:spChg>
        <pc:spChg chg="add del mod">
          <ac:chgData name="Deepika Vatsa" userId="f7100972-27fe-4ee6-8fb4-ec9b7931b409" providerId="ADAL" clId="{6884C358-F078-41E2-B52A-C991C4377FC1}" dt="2025-07-23T05:11:36.519" v="3298" actId="478"/>
          <ac:spMkLst>
            <pc:docMk/>
            <pc:sldMk cId="3320274339" sldId="608"/>
            <ac:spMk id="6" creationId="{EE908AC3-623C-CC58-D78A-A0D84DBEB9D0}"/>
          </ac:spMkLst>
        </pc:spChg>
        <pc:spChg chg="add mod">
          <ac:chgData name="Deepika Vatsa" userId="f7100972-27fe-4ee6-8fb4-ec9b7931b409" providerId="ADAL" clId="{6884C358-F078-41E2-B52A-C991C4377FC1}" dt="2025-07-23T05:22:15.127" v="3486" actId="1038"/>
          <ac:spMkLst>
            <pc:docMk/>
            <pc:sldMk cId="3320274339" sldId="608"/>
            <ac:spMk id="7" creationId="{F26712D0-C7B9-7F0F-CF59-812A62A6D723}"/>
          </ac:spMkLst>
        </pc:spChg>
        <pc:spChg chg="add mod">
          <ac:chgData name="Deepika Vatsa" userId="f7100972-27fe-4ee6-8fb4-ec9b7931b409" providerId="ADAL" clId="{6884C358-F078-41E2-B52A-C991C4377FC1}" dt="2025-07-23T05:22:26.150" v="3493" actId="14100"/>
          <ac:spMkLst>
            <pc:docMk/>
            <pc:sldMk cId="3320274339" sldId="608"/>
            <ac:spMk id="8" creationId="{B7CEB9D0-5895-DF81-7B8D-8329D77D5609}"/>
          </ac:spMkLst>
        </pc:spChg>
        <pc:cxnChg chg="del">
          <ac:chgData name="Deepika Vatsa" userId="f7100972-27fe-4ee6-8fb4-ec9b7931b409" providerId="ADAL" clId="{6884C358-F078-41E2-B52A-C991C4377FC1}" dt="2025-07-23T05:22:00.981" v="3464" actId="478"/>
          <ac:cxnSpMkLst>
            <pc:docMk/>
            <pc:sldMk cId="3320274339" sldId="608"/>
            <ac:cxnSpMk id="5" creationId="{EA92F9DF-D5D8-49B1-F8B9-EDE5C89C9DF6}"/>
          </ac:cxnSpMkLst>
        </pc:cxnChg>
        <pc:cxnChg chg="add mod">
          <ac:chgData name="Deepika Vatsa" userId="f7100972-27fe-4ee6-8fb4-ec9b7931b409" providerId="ADAL" clId="{6884C358-F078-41E2-B52A-C991C4377FC1}" dt="2025-07-23T05:22:19.189" v="3491" actId="1037"/>
          <ac:cxnSpMkLst>
            <pc:docMk/>
            <pc:sldMk cId="3320274339" sldId="608"/>
            <ac:cxnSpMk id="9" creationId="{7EE1F82B-D051-1DEB-01A1-439392556DE4}"/>
          </ac:cxnSpMkLst>
        </pc:cxnChg>
      </pc:sldChg>
      <pc:sldChg chg="addSp delSp modSp add mod">
        <pc:chgData name="Deepika Vatsa" userId="f7100972-27fe-4ee6-8fb4-ec9b7931b409" providerId="ADAL" clId="{6884C358-F078-41E2-B52A-C991C4377FC1}" dt="2025-07-23T05:22:41.271" v="3515" actId="1038"/>
        <pc:sldMkLst>
          <pc:docMk/>
          <pc:sldMk cId="2282133231" sldId="609"/>
        </pc:sldMkLst>
        <pc:spChg chg="mod">
          <ac:chgData name="Deepika Vatsa" userId="f7100972-27fe-4ee6-8fb4-ec9b7931b409" providerId="ADAL" clId="{6884C358-F078-41E2-B52A-C991C4377FC1}" dt="2025-07-23T05:22:41.271" v="3515" actId="1038"/>
          <ac:spMkLst>
            <pc:docMk/>
            <pc:sldMk cId="2282133231" sldId="609"/>
            <ac:spMk id="7" creationId="{F26712D0-C7B9-7F0F-CF59-812A62A6D723}"/>
          </ac:spMkLst>
        </pc:spChg>
        <pc:spChg chg="del">
          <ac:chgData name="Deepika Vatsa" userId="f7100972-27fe-4ee6-8fb4-ec9b7931b409" providerId="ADAL" clId="{6884C358-F078-41E2-B52A-C991C4377FC1}" dt="2025-07-23T05:13:17.945" v="3329" actId="478"/>
          <ac:spMkLst>
            <pc:docMk/>
            <pc:sldMk cId="2282133231" sldId="609"/>
            <ac:spMk id="8" creationId="{B7CEB9D0-5895-DF81-7B8D-8329D77D5609}"/>
          </ac:spMkLst>
        </pc:spChg>
        <pc:picChg chg="add mod">
          <ac:chgData name="Deepika Vatsa" userId="f7100972-27fe-4ee6-8fb4-ec9b7931b409" providerId="ADAL" clId="{6884C358-F078-41E2-B52A-C991C4377FC1}" dt="2025-07-23T05:13:18.601" v="3330"/>
          <ac:picMkLst>
            <pc:docMk/>
            <pc:sldMk cId="2282133231" sldId="609"/>
            <ac:picMk id="2" creationId="{F1D8BFBF-228E-E666-F268-C467FD154A6B}"/>
          </ac:picMkLst>
        </pc:picChg>
        <pc:cxnChg chg="add mod">
          <ac:chgData name="Deepika Vatsa" userId="f7100972-27fe-4ee6-8fb4-ec9b7931b409" providerId="ADAL" clId="{6884C358-F078-41E2-B52A-C991C4377FC1}" dt="2025-07-23T05:22:34.167" v="3495"/>
          <ac:cxnSpMkLst>
            <pc:docMk/>
            <pc:sldMk cId="2282133231" sldId="609"/>
            <ac:cxnSpMk id="3" creationId="{10749E9D-359E-22C0-D491-7608963679D2}"/>
          </ac:cxnSpMkLst>
        </pc:cxnChg>
        <pc:cxnChg chg="del">
          <ac:chgData name="Deepika Vatsa" userId="f7100972-27fe-4ee6-8fb4-ec9b7931b409" providerId="ADAL" clId="{6884C358-F078-41E2-B52A-C991C4377FC1}" dt="2025-07-23T05:22:33.727" v="3494" actId="478"/>
          <ac:cxnSpMkLst>
            <pc:docMk/>
            <pc:sldMk cId="2282133231" sldId="609"/>
            <ac:cxnSpMk id="5" creationId="{EA92F9DF-D5D8-49B1-F8B9-EDE5C89C9DF6}"/>
          </ac:cxnSpMkLst>
        </pc:cxnChg>
      </pc:sldChg>
      <pc:sldChg chg="addSp delSp modSp add mod">
        <pc:chgData name="Deepika Vatsa" userId="f7100972-27fe-4ee6-8fb4-ec9b7931b409" providerId="ADAL" clId="{6884C358-F078-41E2-B52A-C991C4377FC1}" dt="2025-07-23T05:24:32.028" v="3542" actId="14100"/>
        <pc:sldMkLst>
          <pc:docMk/>
          <pc:sldMk cId="2610700906" sldId="610"/>
        </pc:sldMkLst>
        <pc:spChg chg="del">
          <ac:chgData name="Deepika Vatsa" userId="f7100972-27fe-4ee6-8fb4-ec9b7931b409" providerId="ADAL" clId="{6884C358-F078-41E2-B52A-C991C4377FC1}" dt="2025-07-23T05:23:30.897" v="3527" actId="478"/>
          <ac:spMkLst>
            <pc:docMk/>
            <pc:sldMk cId="2610700906" sldId="610"/>
            <ac:spMk id="4" creationId="{170DDB5B-6792-55DA-AF63-9A96FA1939A3}"/>
          </ac:spMkLst>
        </pc:spChg>
        <pc:spChg chg="add mod">
          <ac:chgData name="Deepika Vatsa" userId="f7100972-27fe-4ee6-8fb4-ec9b7931b409" providerId="ADAL" clId="{6884C358-F078-41E2-B52A-C991C4377FC1}" dt="2025-07-23T05:24:32.028" v="3542" actId="14100"/>
          <ac:spMkLst>
            <pc:docMk/>
            <pc:sldMk cId="2610700906" sldId="610"/>
            <ac:spMk id="5" creationId="{A2902FD0-49ED-CC0F-C376-EFD1A253C258}"/>
          </ac:spMkLst>
        </pc:spChg>
      </pc:sldChg>
      <pc:sldChg chg="addSp delSp modSp add mod">
        <pc:chgData name="Deepika Vatsa" userId="f7100972-27fe-4ee6-8fb4-ec9b7931b409" providerId="ADAL" clId="{6884C358-F078-41E2-B52A-C991C4377FC1}" dt="2025-07-23T05:24:21.040" v="3541" actId="255"/>
        <pc:sldMkLst>
          <pc:docMk/>
          <pc:sldMk cId="565857117" sldId="611"/>
        </pc:sldMkLst>
        <pc:spChg chg="add mod">
          <ac:chgData name="Deepika Vatsa" userId="f7100972-27fe-4ee6-8fb4-ec9b7931b409" providerId="ADAL" clId="{6884C358-F078-41E2-B52A-C991C4377FC1}" dt="2025-07-23T05:24:21.040" v="3541" actId="255"/>
          <ac:spMkLst>
            <pc:docMk/>
            <pc:sldMk cId="565857117" sldId="611"/>
            <ac:spMk id="4" creationId="{253B6F8E-7D94-03FC-86B0-ACF980C6CF46}"/>
          </ac:spMkLst>
        </pc:spChg>
        <pc:spChg chg="del">
          <ac:chgData name="Deepika Vatsa" userId="f7100972-27fe-4ee6-8fb4-ec9b7931b409" providerId="ADAL" clId="{6884C358-F078-41E2-B52A-C991C4377FC1}" dt="2025-07-23T05:24:06.163" v="3536" actId="478"/>
          <ac:spMkLst>
            <pc:docMk/>
            <pc:sldMk cId="565857117" sldId="611"/>
            <ac:spMk id="5" creationId="{A2902FD0-49ED-CC0F-C376-EFD1A253C258}"/>
          </ac:spMkLst>
        </pc:spChg>
      </pc:sldChg>
      <pc:sldMasterChg chg="delSldLayout">
        <pc:chgData name="Deepika Vatsa" userId="f7100972-27fe-4ee6-8fb4-ec9b7931b409" providerId="ADAL" clId="{6884C358-F078-41E2-B52A-C991C4377FC1}" dt="2025-07-23T05:13:42.142" v="3334" actId="47"/>
        <pc:sldMasterMkLst>
          <pc:docMk/>
          <pc:sldMasterMk cId="2935578617" sldId="2147483672"/>
        </pc:sldMasterMkLst>
        <pc:sldLayoutChg chg="del">
          <pc:chgData name="Deepika Vatsa" userId="f7100972-27fe-4ee6-8fb4-ec9b7931b409" providerId="ADAL" clId="{6884C358-F078-41E2-B52A-C991C4377FC1}" dt="2025-07-23T05:13:42.142" v="3334" actId="47"/>
          <pc:sldLayoutMkLst>
            <pc:docMk/>
            <pc:sldMasterMk cId="2935578617" sldId="2147483672"/>
            <pc:sldLayoutMk cId="586807421" sldId="2147483684"/>
          </pc:sldLayoutMkLst>
        </pc:sldLayoutChg>
      </pc:sldMasterChg>
    </pc:docChg>
  </pc:docChgLst>
  <pc:docChgLst>
    <pc:chgData name="Deepika Vatsa" userId="f7100972-27fe-4ee6-8fb4-ec9b7931b409" providerId="ADAL" clId="{FBFC4FCF-A528-474A-B007-7421FC4B90B5}"/>
    <pc:docChg chg="undo custSel addSld delSld modSld">
      <pc:chgData name="Deepika Vatsa" userId="f7100972-27fe-4ee6-8fb4-ec9b7931b409" providerId="ADAL" clId="{FBFC4FCF-A528-474A-B007-7421FC4B90B5}" dt="2025-11-10T09:27:29.351" v="335"/>
      <pc:docMkLst>
        <pc:docMk/>
      </pc:docMkLst>
      <pc:sldChg chg="modSp mod">
        <pc:chgData name="Deepika Vatsa" userId="f7100972-27fe-4ee6-8fb4-ec9b7931b409" providerId="ADAL" clId="{FBFC4FCF-A528-474A-B007-7421FC4B90B5}" dt="2025-11-10T08:33:25.203" v="31" actId="20577"/>
        <pc:sldMkLst>
          <pc:docMk/>
          <pc:sldMk cId="0" sldId="395"/>
        </pc:sldMkLst>
        <pc:spChg chg="mod">
          <ac:chgData name="Deepika Vatsa" userId="f7100972-27fe-4ee6-8fb4-ec9b7931b409" providerId="ADAL" clId="{FBFC4FCF-A528-474A-B007-7421FC4B90B5}" dt="2025-11-10T08:33:25.203" v="31" actId="20577"/>
          <ac:spMkLst>
            <pc:docMk/>
            <pc:sldMk cId="0" sldId="395"/>
            <ac:spMk id="2" creationId="{00000000-0000-0000-0000-000000000000}"/>
          </ac:spMkLst>
        </pc:spChg>
      </pc:sldChg>
      <pc:sldChg chg="del">
        <pc:chgData name="Deepika Vatsa" userId="f7100972-27fe-4ee6-8fb4-ec9b7931b409" providerId="ADAL" clId="{FBFC4FCF-A528-474A-B007-7421FC4B90B5}" dt="2025-11-10T08:33:33.423" v="32" actId="47"/>
        <pc:sldMkLst>
          <pc:docMk/>
          <pc:sldMk cId="3439049211" sldId="591"/>
        </pc:sldMkLst>
      </pc:sldChg>
      <pc:sldChg chg="addSp delSp modSp del mod">
        <pc:chgData name="Deepika Vatsa" userId="f7100972-27fe-4ee6-8fb4-ec9b7931b409" providerId="ADAL" clId="{FBFC4FCF-A528-474A-B007-7421FC4B90B5}" dt="2025-11-10T08:35:00.985" v="61" actId="47"/>
        <pc:sldMkLst>
          <pc:docMk/>
          <pc:sldMk cId="1039897715" sldId="592"/>
        </pc:sldMkLst>
        <pc:spChg chg="mod">
          <ac:chgData name="Deepika Vatsa" userId="f7100972-27fe-4ee6-8fb4-ec9b7931b409" providerId="ADAL" clId="{FBFC4FCF-A528-474A-B007-7421FC4B90B5}" dt="2025-11-10T08:34:23.569" v="58" actId="20577"/>
          <ac:spMkLst>
            <pc:docMk/>
            <pc:sldMk cId="1039897715" sldId="592"/>
            <ac:spMk id="2" creationId="{00000000-0000-0000-0000-000000000000}"/>
          </ac:spMkLst>
        </pc:spChg>
        <pc:spChg chg="del">
          <ac:chgData name="Deepika Vatsa" userId="f7100972-27fe-4ee6-8fb4-ec9b7931b409" providerId="ADAL" clId="{FBFC4FCF-A528-474A-B007-7421FC4B90B5}" dt="2025-11-10T08:34:11.890" v="34" actId="478"/>
          <ac:spMkLst>
            <pc:docMk/>
            <pc:sldMk cId="1039897715" sldId="592"/>
            <ac:spMk id="6" creationId="{2D96D569-F1C4-581F-A747-3ECF879181E9}"/>
          </ac:spMkLst>
        </pc:spChg>
        <pc:picChg chg="add">
          <ac:chgData name="Deepika Vatsa" userId="f7100972-27fe-4ee6-8fb4-ec9b7931b409" providerId="ADAL" clId="{FBFC4FCF-A528-474A-B007-7421FC4B90B5}" dt="2025-11-10T08:34:14.581" v="36" actId="22"/>
          <ac:picMkLst>
            <pc:docMk/>
            <pc:sldMk cId="1039897715" sldId="592"/>
            <ac:picMk id="7" creationId="{B5AF784B-50C4-3797-39E7-A06BEFD483F4}"/>
          </ac:picMkLst>
        </pc:picChg>
        <pc:inkChg chg="del">
          <ac:chgData name="Deepika Vatsa" userId="f7100972-27fe-4ee6-8fb4-ec9b7931b409" providerId="ADAL" clId="{FBFC4FCF-A528-474A-B007-7421FC4B90B5}" dt="2025-11-10T08:34:13.836" v="35" actId="478"/>
          <ac:inkMkLst>
            <pc:docMk/>
            <pc:sldMk cId="1039897715" sldId="592"/>
            <ac:inkMk id="4" creationId="{CFB530EA-1842-E88D-A7C6-B1F846ADEC27}"/>
          </ac:inkMkLst>
        </pc:inkChg>
      </pc:sldChg>
      <pc:sldChg chg="del">
        <pc:chgData name="Deepika Vatsa" userId="f7100972-27fe-4ee6-8fb4-ec9b7931b409" providerId="ADAL" clId="{FBFC4FCF-A528-474A-B007-7421FC4B90B5}" dt="2025-11-10T08:33:37.258" v="33" actId="47"/>
        <pc:sldMkLst>
          <pc:docMk/>
          <pc:sldMk cId="562163225" sldId="593"/>
        </pc:sldMkLst>
      </pc:sldChg>
      <pc:sldChg chg="modSp add mod">
        <pc:chgData name="Deepika Vatsa" userId="f7100972-27fe-4ee6-8fb4-ec9b7931b409" providerId="ADAL" clId="{FBFC4FCF-A528-474A-B007-7421FC4B90B5}" dt="2025-11-10T08:34:54.415" v="60" actId="732"/>
        <pc:sldMkLst>
          <pc:docMk/>
          <pc:sldMk cId="1086811776" sldId="593"/>
        </pc:sldMkLst>
        <pc:picChg chg="mod modCrop">
          <ac:chgData name="Deepika Vatsa" userId="f7100972-27fe-4ee6-8fb4-ec9b7931b409" providerId="ADAL" clId="{FBFC4FCF-A528-474A-B007-7421FC4B90B5}" dt="2025-11-10T08:34:54.415" v="60" actId="732"/>
          <ac:picMkLst>
            <pc:docMk/>
            <pc:sldMk cId="1086811776" sldId="593"/>
            <ac:picMk id="7" creationId="{B5AF784B-50C4-3797-39E7-A06BEFD483F4}"/>
          </ac:picMkLst>
        </pc:picChg>
      </pc:sldChg>
      <pc:sldChg chg="del">
        <pc:chgData name="Deepika Vatsa" userId="f7100972-27fe-4ee6-8fb4-ec9b7931b409" providerId="ADAL" clId="{FBFC4FCF-A528-474A-B007-7421FC4B90B5}" dt="2025-11-10T08:33:37.258" v="33" actId="47"/>
        <pc:sldMkLst>
          <pc:docMk/>
          <pc:sldMk cId="2093314508" sldId="594"/>
        </pc:sldMkLst>
      </pc:sldChg>
      <pc:sldChg chg="addSp delSp modSp add mod">
        <pc:chgData name="Deepika Vatsa" userId="f7100972-27fe-4ee6-8fb4-ec9b7931b409" providerId="ADAL" clId="{FBFC4FCF-A528-474A-B007-7421FC4B90B5}" dt="2025-11-10T09:27:29.351" v="335"/>
        <pc:sldMkLst>
          <pc:docMk/>
          <pc:sldMk cId="3435346632" sldId="594"/>
        </pc:sldMkLst>
        <pc:spChg chg="mod">
          <ac:chgData name="Deepika Vatsa" userId="f7100972-27fe-4ee6-8fb4-ec9b7931b409" providerId="ADAL" clId="{FBFC4FCF-A528-474A-B007-7421FC4B90B5}" dt="2025-11-10T08:35:25.751" v="67"/>
          <ac:spMkLst>
            <pc:docMk/>
            <pc:sldMk cId="3435346632" sldId="594"/>
            <ac:spMk id="2" creationId="{00000000-0000-0000-0000-000000000000}"/>
          </ac:spMkLst>
        </pc:spChg>
        <pc:picChg chg="add">
          <ac:chgData name="Deepika Vatsa" userId="f7100972-27fe-4ee6-8fb4-ec9b7931b409" providerId="ADAL" clId="{FBFC4FCF-A528-474A-B007-7421FC4B90B5}" dt="2025-11-10T08:35:16.910" v="64" actId="22"/>
          <ac:picMkLst>
            <pc:docMk/>
            <pc:sldMk cId="3435346632" sldId="594"/>
            <ac:picMk id="5" creationId="{A5140DEC-51C3-303A-A898-7172448B5718}"/>
          </ac:picMkLst>
        </pc:picChg>
        <pc:picChg chg="del">
          <ac:chgData name="Deepika Vatsa" userId="f7100972-27fe-4ee6-8fb4-ec9b7931b409" providerId="ADAL" clId="{FBFC4FCF-A528-474A-B007-7421FC4B90B5}" dt="2025-11-10T08:35:16.478" v="63" actId="478"/>
          <ac:picMkLst>
            <pc:docMk/>
            <pc:sldMk cId="3435346632" sldId="594"/>
            <ac:picMk id="7" creationId="{B5AF784B-50C4-3797-39E7-A06BEFD483F4}"/>
          </ac:picMkLst>
        </pc:picChg>
        <pc:inkChg chg="add">
          <ac:chgData name="Deepika Vatsa" userId="f7100972-27fe-4ee6-8fb4-ec9b7931b409" providerId="ADAL" clId="{FBFC4FCF-A528-474A-B007-7421FC4B90B5}" dt="2025-11-10T09:27:29.351" v="335"/>
          <ac:inkMkLst>
            <pc:docMk/>
            <pc:sldMk cId="3435346632" sldId="594"/>
            <ac:inkMk id="4" creationId="{C261878B-A3D8-F4A6-769D-52C40B5EEFF6}"/>
          </ac:inkMkLst>
        </pc:inkChg>
      </pc:sldChg>
      <pc:sldChg chg="del">
        <pc:chgData name="Deepika Vatsa" userId="f7100972-27fe-4ee6-8fb4-ec9b7931b409" providerId="ADAL" clId="{FBFC4FCF-A528-474A-B007-7421FC4B90B5}" dt="2025-11-10T08:33:37.258" v="33" actId="47"/>
        <pc:sldMkLst>
          <pc:docMk/>
          <pc:sldMk cId="1095908878" sldId="595"/>
        </pc:sldMkLst>
      </pc:sldChg>
      <pc:sldChg chg="addSp delSp add mod">
        <pc:chgData name="Deepika Vatsa" userId="f7100972-27fe-4ee6-8fb4-ec9b7931b409" providerId="ADAL" clId="{FBFC4FCF-A528-474A-B007-7421FC4B90B5}" dt="2025-11-10T09:27:29.351" v="335"/>
        <pc:sldMkLst>
          <pc:docMk/>
          <pc:sldMk cId="3574283066" sldId="595"/>
        </pc:sldMkLst>
        <pc:picChg chg="del">
          <ac:chgData name="Deepika Vatsa" userId="f7100972-27fe-4ee6-8fb4-ec9b7931b409" providerId="ADAL" clId="{FBFC4FCF-A528-474A-B007-7421FC4B90B5}" dt="2025-11-10T08:35:40.677" v="69" actId="478"/>
          <ac:picMkLst>
            <pc:docMk/>
            <pc:sldMk cId="3574283066" sldId="595"/>
            <ac:picMk id="5" creationId="{A5140DEC-51C3-303A-A898-7172448B5718}"/>
          </ac:picMkLst>
        </pc:picChg>
        <pc:picChg chg="add">
          <ac:chgData name="Deepika Vatsa" userId="f7100972-27fe-4ee6-8fb4-ec9b7931b409" providerId="ADAL" clId="{FBFC4FCF-A528-474A-B007-7421FC4B90B5}" dt="2025-11-10T08:35:41.496" v="70" actId="22"/>
          <ac:picMkLst>
            <pc:docMk/>
            <pc:sldMk cId="3574283066" sldId="595"/>
            <ac:picMk id="6" creationId="{56CBC9E4-65AE-611B-3636-FAEA6376D8E0}"/>
          </ac:picMkLst>
        </pc:picChg>
        <pc:inkChg chg="add">
          <ac:chgData name="Deepika Vatsa" userId="f7100972-27fe-4ee6-8fb4-ec9b7931b409" providerId="ADAL" clId="{FBFC4FCF-A528-474A-B007-7421FC4B90B5}" dt="2025-11-10T09:27:29.351" v="335"/>
          <ac:inkMkLst>
            <pc:docMk/>
            <pc:sldMk cId="3574283066" sldId="595"/>
            <ac:inkMk id="4" creationId="{52D36229-83AB-D6B9-F0F0-D70385BB82C8}"/>
          </ac:inkMkLst>
        </pc:inkChg>
      </pc:sldChg>
      <pc:sldChg chg="addSp delSp add mod">
        <pc:chgData name="Deepika Vatsa" userId="f7100972-27fe-4ee6-8fb4-ec9b7931b409" providerId="ADAL" clId="{FBFC4FCF-A528-474A-B007-7421FC4B90B5}" dt="2025-11-10T09:27:29.351" v="335"/>
        <pc:sldMkLst>
          <pc:docMk/>
          <pc:sldMk cId="1543993561" sldId="596"/>
        </pc:sldMkLst>
        <pc:picChg chg="add del">
          <ac:chgData name="Deepika Vatsa" userId="f7100972-27fe-4ee6-8fb4-ec9b7931b409" providerId="ADAL" clId="{FBFC4FCF-A528-474A-B007-7421FC4B90B5}" dt="2025-11-10T08:36:12.405" v="74" actId="478"/>
          <ac:picMkLst>
            <pc:docMk/>
            <pc:sldMk cId="1543993561" sldId="596"/>
            <ac:picMk id="5" creationId="{3981FF95-CC0D-2664-14FE-722D221A9823}"/>
          </ac:picMkLst>
        </pc:picChg>
        <pc:picChg chg="del">
          <ac:chgData name="Deepika Vatsa" userId="f7100972-27fe-4ee6-8fb4-ec9b7931b409" providerId="ADAL" clId="{FBFC4FCF-A528-474A-B007-7421FC4B90B5}" dt="2025-11-10T08:35:58.430" v="72" actId="478"/>
          <ac:picMkLst>
            <pc:docMk/>
            <pc:sldMk cId="1543993561" sldId="596"/>
            <ac:picMk id="6" creationId="{56CBC9E4-65AE-611B-3636-FAEA6376D8E0}"/>
          </ac:picMkLst>
        </pc:picChg>
        <pc:picChg chg="add">
          <ac:chgData name="Deepika Vatsa" userId="f7100972-27fe-4ee6-8fb4-ec9b7931b409" providerId="ADAL" clId="{FBFC4FCF-A528-474A-B007-7421FC4B90B5}" dt="2025-11-10T08:36:12.811" v="75" actId="22"/>
          <ac:picMkLst>
            <pc:docMk/>
            <pc:sldMk cId="1543993561" sldId="596"/>
            <ac:picMk id="8" creationId="{A0D926D1-5210-0915-6C44-68DD1DF4547F}"/>
          </ac:picMkLst>
        </pc:picChg>
        <pc:inkChg chg="add">
          <ac:chgData name="Deepika Vatsa" userId="f7100972-27fe-4ee6-8fb4-ec9b7931b409" providerId="ADAL" clId="{FBFC4FCF-A528-474A-B007-7421FC4B90B5}" dt="2025-11-10T09:27:29.351" v="335"/>
          <ac:inkMkLst>
            <pc:docMk/>
            <pc:sldMk cId="1543993561" sldId="596"/>
            <ac:inkMk id="4" creationId="{520E4ED0-81F4-5EF3-D661-DCEC0E5A83C2}"/>
          </ac:inkMkLst>
        </pc:inkChg>
      </pc:sldChg>
      <pc:sldChg chg="del">
        <pc:chgData name="Deepika Vatsa" userId="f7100972-27fe-4ee6-8fb4-ec9b7931b409" providerId="ADAL" clId="{FBFC4FCF-A528-474A-B007-7421FC4B90B5}" dt="2025-11-10T08:33:37.258" v="33" actId="47"/>
        <pc:sldMkLst>
          <pc:docMk/>
          <pc:sldMk cId="3673669300" sldId="596"/>
        </pc:sldMkLst>
      </pc:sldChg>
      <pc:sldChg chg="addSp delSp modSp add mod">
        <pc:chgData name="Deepika Vatsa" userId="f7100972-27fe-4ee6-8fb4-ec9b7931b409" providerId="ADAL" clId="{FBFC4FCF-A528-474A-B007-7421FC4B90B5}" dt="2025-11-10T09:27:29.351" v="335"/>
        <pc:sldMkLst>
          <pc:docMk/>
          <pc:sldMk cId="95095643" sldId="597"/>
        </pc:sldMkLst>
        <pc:spChg chg="mod">
          <ac:chgData name="Deepika Vatsa" userId="f7100972-27fe-4ee6-8fb4-ec9b7931b409" providerId="ADAL" clId="{FBFC4FCF-A528-474A-B007-7421FC4B90B5}" dt="2025-11-10T08:37:09.504" v="101" actId="20577"/>
          <ac:spMkLst>
            <pc:docMk/>
            <pc:sldMk cId="95095643" sldId="597"/>
            <ac:spMk id="2" creationId="{00000000-0000-0000-0000-000000000000}"/>
          </ac:spMkLst>
        </pc:spChg>
        <pc:picChg chg="add del">
          <ac:chgData name="Deepika Vatsa" userId="f7100972-27fe-4ee6-8fb4-ec9b7931b409" providerId="ADAL" clId="{FBFC4FCF-A528-474A-B007-7421FC4B90B5}" dt="2025-11-10T08:37:22.481" v="102" actId="478"/>
          <ac:picMkLst>
            <pc:docMk/>
            <pc:sldMk cId="95095643" sldId="597"/>
            <ac:picMk id="5" creationId="{454FB647-6FC2-AEF2-068C-96C62FCD59A7}"/>
          </ac:picMkLst>
        </pc:picChg>
        <pc:picChg chg="add">
          <ac:chgData name="Deepika Vatsa" userId="f7100972-27fe-4ee6-8fb4-ec9b7931b409" providerId="ADAL" clId="{FBFC4FCF-A528-474A-B007-7421FC4B90B5}" dt="2025-11-10T08:37:23.171" v="103" actId="22"/>
          <ac:picMkLst>
            <pc:docMk/>
            <pc:sldMk cId="95095643" sldId="597"/>
            <ac:picMk id="7" creationId="{B20BCF06-A674-CF8A-26A8-D1EA69715DFF}"/>
          </ac:picMkLst>
        </pc:picChg>
        <pc:picChg chg="del">
          <ac:chgData name="Deepika Vatsa" userId="f7100972-27fe-4ee6-8fb4-ec9b7931b409" providerId="ADAL" clId="{FBFC4FCF-A528-474A-B007-7421FC4B90B5}" dt="2025-11-10T08:37:01.453" v="80" actId="478"/>
          <ac:picMkLst>
            <pc:docMk/>
            <pc:sldMk cId="95095643" sldId="597"/>
            <ac:picMk id="8" creationId="{A0D926D1-5210-0915-6C44-68DD1DF4547F}"/>
          </ac:picMkLst>
        </pc:picChg>
        <pc:inkChg chg="add">
          <ac:chgData name="Deepika Vatsa" userId="f7100972-27fe-4ee6-8fb4-ec9b7931b409" providerId="ADAL" clId="{FBFC4FCF-A528-474A-B007-7421FC4B90B5}" dt="2025-11-10T09:27:29.351" v="335"/>
          <ac:inkMkLst>
            <pc:docMk/>
            <pc:sldMk cId="95095643" sldId="597"/>
            <ac:inkMk id="4" creationId="{56DAEC14-D2E2-37D0-D7F5-1822FF528CEE}"/>
          </ac:inkMkLst>
        </pc:inkChg>
      </pc:sldChg>
      <pc:sldChg chg="del">
        <pc:chgData name="Deepika Vatsa" userId="f7100972-27fe-4ee6-8fb4-ec9b7931b409" providerId="ADAL" clId="{FBFC4FCF-A528-474A-B007-7421FC4B90B5}" dt="2025-11-10T08:33:37.258" v="33" actId="47"/>
        <pc:sldMkLst>
          <pc:docMk/>
          <pc:sldMk cId="3645432103" sldId="597"/>
        </pc:sldMkLst>
      </pc:sldChg>
      <pc:sldChg chg="del">
        <pc:chgData name="Deepika Vatsa" userId="f7100972-27fe-4ee6-8fb4-ec9b7931b409" providerId="ADAL" clId="{FBFC4FCF-A528-474A-B007-7421FC4B90B5}" dt="2025-11-10T08:33:37.258" v="33" actId="47"/>
        <pc:sldMkLst>
          <pc:docMk/>
          <pc:sldMk cId="1267582242" sldId="598"/>
        </pc:sldMkLst>
      </pc:sldChg>
      <pc:sldChg chg="addSp delSp add mod">
        <pc:chgData name="Deepika Vatsa" userId="f7100972-27fe-4ee6-8fb4-ec9b7931b409" providerId="ADAL" clId="{FBFC4FCF-A528-474A-B007-7421FC4B90B5}" dt="2025-11-10T09:27:29.351" v="335"/>
        <pc:sldMkLst>
          <pc:docMk/>
          <pc:sldMk cId="3301389033" sldId="598"/>
        </pc:sldMkLst>
        <pc:picChg chg="add">
          <ac:chgData name="Deepika Vatsa" userId="f7100972-27fe-4ee6-8fb4-ec9b7931b409" providerId="ADAL" clId="{FBFC4FCF-A528-474A-B007-7421FC4B90B5}" dt="2025-11-10T08:36:42.872" v="79" actId="22"/>
          <ac:picMkLst>
            <pc:docMk/>
            <pc:sldMk cId="3301389033" sldId="598"/>
            <ac:picMk id="5" creationId="{343ED735-4082-4C3E-1B98-03B7E35B3E87}"/>
          </ac:picMkLst>
        </pc:picChg>
        <pc:picChg chg="del">
          <ac:chgData name="Deepika Vatsa" userId="f7100972-27fe-4ee6-8fb4-ec9b7931b409" providerId="ADAL" clId="{FBFC4FCF-A528-474A-B007-7421FC4B90B5}" dt="2025-11-10T08:36:42.489" v="78" actId="478"/>
          <ac:picMkLst>
            <pc:docMk/>
            <pc:sldMk cId="3301389033" sldId="598"/>
            <ac:picMk id="6" creationId="{56CBC9E4-65AE-611B-3636-FAEA6376D8E0}"/>
          </ac:picMkLst>
        </pc:picChg>
        <pc:inkChg chg="add">
          <ac:chgData name="Deepika Vatsa" userId="f7100972-27fe-4ee6-8fb4-ec9b7931b409" providerId="ADAL" clId="{FBFC4FCF-A528-474A-B007-7421FC4B90B5}" dt="2025-11-10T09:27:29.351" v="335"/>
          <ac:inkMkLst>
            <pc:docMk/>
            <pc:sldMk cId="3301389033" sldId="598"/>
            <ac:inkMk id="4" creationId="{85D93AEB-BF5A-CF6D-EBE1-6A4BFBC5EA82}"/>
          </ac:inkMkLst>
        </pc:inkChg>
      </pc:sldChg>
      <pc:sldChg chg="del">
        <pc:chgData name="Deepika Vatsa" userId="f7100972-27fe-4ee6-8fb4-ec9b7931b409" providerId="ADAL" clId="{FBFC4FCF-A528-474A-B007-7421FC4B90B5}" dt="2025-11-10T08:33:37.258" v="33" actId="47"/>
        <pc:sldMkLst>
          <pc:docMk/>
          <pc:sldMk cId="662555880" sldId="599"/>
        </pc:sldMkLst>
      </pc:sldChg>
      <pc:sldChg chg="addSp delSp modSp add mod">
        <pc:chgData name="Deepika Vatsa" userId="f7100972-27fe-4ee6-8fb4-ec9b7931b409" providerId="ADAL" clId="{FBFC4FCF-A528-474A-B007-7421FC4B90B5}" dt="2025-11-10T09:27:29.351" v="335"/>
        <pc:sldMkLst>
          <pc:docMk/>
          <pc:sldMk cId="3200296418" sldId="599"/>
        </pc:sldMkLst>
        <pc:spChg chg="mod">
          <ac:chgData name="Deepika Vatsa" userId="f7100972-27fe-4ee6-8fb4-ec9b7931b409" providerId="ADAL" clId="{FBFC4FCF-A528-474A-B007-7421FC4B90B5}" dt="2025-11-10T08:37:40.032" v="116" actId="20577"/>
          <ac:spMkLst>
            <pc:docMk/>
            <pc:sldMk cId="3200296418" sldId="599"/>
            <ac:spMk id="2" creationId="{00000000-0000-0000-0000-000000000000}"/>
          </ac:spMkLst>
        </pc:spChg>
        <pc:picChg chg="add">
          <ac:chgData name="Deepika Vatsa" userId="f7100972-27fe-4ee6-8fb4-ec9b7931b409" providerId="ADAL" clId="{FBFC4FCF-A528-474A-B007-7421FC4B90B5}" dt="2025-11-10T08:37:42.216" v="118" actId="22"/>
          <ac:picMkLst>
            <pc:docMk/>
            <pc:sldMk cId="3200296418" sldId="599"/>
            <ac:picMk id="5" creationId="{214FCFD0-7CC5-0C45-73B5-33A56011B010}"/>
          </ac:picMkLst>
        </pc:picChg>
        <pc:picChg chg="del">
          <ac:chgData name="Deepika Vatsa" userId="f7100972-27fe-4ee6-8fb4-ec9b7931b409" providerId="ADAL" clId="{FBFC4FCF-A528-474A-B007-7421FC4B90B5}" dt="2025-11-10T08:37:41.793" v="117" actId="478"/>
          <ac:picMkLst>
            <pc:docMk/>
            <pc:sldMk cId="3200296418" sldId="599"/>
            <ac:picMk id="7" creationId="{B20BCF06-A674-CF8A-26A8-D1EA69715DFF}"/>
          </ac:picMkLst>
        </pc:picChg>
        <pc:inkChg chg="add">
          <ac:chgData name="Deepika Vatsa" userId="f7100972-27fe-4ee6-8fb4-ec9b7931b409" providerId="ADAL" clId="{FBFC4FCF-A528-474A-B007-7421FC4B90B5}" dt="2025-11-10T09:27:29.351" v="335"/>
          <ac:inkMkLst>
            <pc:docMk/>
            <pc:sldMk cId="3200296418" sldId="599"/>
            <ac:inkMk id="4" creationId="{CCE92846-F175-FE00-02EA-A4106867F441}"/>
          </ac:inkMkLst>
        </pc:inkChg>
      </pc:sldChg>
      <pc:sldChg chg="del">
        <pc:chgData name="Deepika Vatsa" userId="f7100972-27fe-4ee6-8fb4-ec9b7931b409" providerId="ADAL" clId="{FBFC4FCF-A528-474A-B007-7421FC4B90B5}" dt="2025-11-10T08:33:37.258" v="33" actId="47"/>
        <pc:sldMkLst>
          <pc:docMk/>
          <pc:sldMk cId="977754488" sldId="600"/>
        </pc:sldMkLst>
      </pc:sldChg>
      <pc:sldChg chg="addSp delSp modSp add mod">
        <pc:chgData name="Deepika Vatsa" userId="f7100972-27fe-4ee6-8fb4-ec9b7931b409" providerId="ADAL" clId="{FBFC4FCF-A528-474A-B007-7421FC4B90B5}" dt="2025-11-10T09:27:29.351" v="335"/>
        <pc:sldMkLst>
          <pc:docMk/>
          <pc:sldMk cId="1466069517" sldId="600"/>
        </pc:sldMkLst>
        <pc:spChg chg="mod">
          <ac:chgData name="Deepika Vatsa" userId="f7100972-27fe-4ee6-8fb4-ec9b7931b409" providerId="ADAL" clId="{FBFC4FCF-A528-474A-B007-7421FC4B90B5}" dt="2025-11-10T08:38:04.379" v="142" actId="20577"/>
          <ac:spMkLst>
            <pc:docMk/>
            <pc:sldMk cId="1466069517" sldId="600"/>
            <ac:spMk id="2" creationId="{00000000-0000-0000-0000-000000000000}"/>
          </ac:spMkLst>
        </pc:spChg>
        <pc:picChg chg="del">
          <ac:chgData name="Deepika Vatsa" userId="f7100972-27fe-4ee6-8fb4-ec9b7931b409" providerId="ADAL" clId="{FBFC4FCF-A528-474A-B007-7421FC4B90B5}" dt="2025-11-10T08:38:06.099" v="143" actId="478"/>
          <ac:picMkLst>
            <pc:docMk/>
            <pc:sldMk cId="1466069517" sldId="600"/>
            <ac:picMk id="5" creationId="{214FCFD0-7CC5-0C45-73B5-33A56011B010}"/>
          </ac:picMkLst>
        </pc:picChg>
        <pc:picChg chg="add">
          <ac:chgData name="Deepika Vatsa" userId="f7100972-27fe-4ee6-8fb4-ec9b7931b409" providerId="ADAL" clId="{FBFC4FCF-A528-474A-B007-7421FC4B90B5}" dt="2025-11-10T08:38:06.545" v="144" actId="22"/>
          <ac:picMkLst>
            <pc:docMk/>
            <pc:sldMk cId="1466069517" sldId="600"/>
            <ac:picMk id="6" creationId="{938F2EBC-233A-55B5-568D-11F32A56DDF0}"/>
          </ac:picMkLst>
        </pc:picChg>
        <pc:inkChg chg="add">
          <ac:chgData name="Deepika Vatsa" userId="f7100972-27fe-4ee6-8fb4-ec9b7931b409" providerId="ADAL" clId="{FBFC4FCF-A528-474A-B007-7421FC4B90B5}" dt="2025-11-10T09:27:29.351" v="335"/>
          <ac:inkMkLst>
            <pc:docMk/>
            <pc:sldMk cId="1466069517" sldId="600"/>
            <ac:inkMk id="4" creationId="{CA87D7D5-4662-ED86-14C9-C3E4454B68A1}"/>
          </ac:inkMkLst>
        </pc:inkChg>
      </pc:sldChg>
      <pc:sldChg chg="addSp delSp modSp add mod">
        <pc:chgData name="Deepika Vatsa" userId="f7100972-27fe-4ee6-8fb4-ec9b7931b409" providerId="ADAL" clId="{FBFC4FCF-A528-474A-B007-7421FC4B90B5}" dt="2025-11-10T09:27:29.351" v="335"/>
        <pc:sldMkLst>
          <pc:docMk/>
          <pc:sldMk cId="1248394865" sldId="601"/>
        </pc:sldMkLst>
        <pc:spChg chg="mod">
          <ac:chgData name="Deepika Vatsa" userId="f7100972-27fe-4ee6-8fb4-ec9b7931b409" providerId="ADAL" clId="{FBFC4FCF-A528-474A-B007-7421FC4B90B5}" dt="2025-11-10T08:38:27.620" v="164" actId="20577"/>
          <ac:spMkLst>
            <pc:docMk/>
            <pc:sldMk cId="1248394865" sldId="601"/>
            <ac:spMk id="2" creationId="{00000000-0000-0000-0000-000000000000}"/>
          </ac:spMkLst>
        </pc:spChg>
        <pc:picChg chg="add">
          <ac:chgData name="Deepika Vatsa" userId="f7100972-27fe-4ee6-8fb4-ec9b7931b409" providerId="ADAL" clId="{FBFC4FCF-A528-474A-B007-7421FC4B90B5}" dt="2025-11-10T08:38:21.048" v="147" actId="22"/>
          <ac:picMkLst>
            <pc:docMk/>
            <pc:sldMk cId="1248394865" sldId="601"/>
            <ac:picMk id="5" creationId="{4163B164-3C36-AEE8-3FFE-1CE09E3268B7}"/>
          </ac:picMkLst>
        </pc:picChg>
        <pc:picChg chg="del">
          <ac:chgData name="Deepika Vatsa" userId="f7100972-27fe-4ee6-8fb4-ec9b7931b409" providerId="ADAL" clId="{FBFC4FCF-A528-474A-B007-7421FC4B90B5}" dt="2025-11-10T08:38:20.663" v="146" actId="478"/>
          <ac:picMkLst>
            <pc:docMk/>
            <pc:sldMk cId="1248394865" sldId="601"/>
            <ac:picMk id="6" creationId="{938F2EBC-233A-55B5-568D-11F32A56DDF0}"/>
          </ac:picMkLst>
        </pc:picChg>
        <pc:inkChg chg="add">
          <ac:chgData name="Deepika Vatsa" userId="f7100972-27fe-4ee6-8fb4-ec9b7931b409" providerId="ADAL" clId="{FBFC4FCF-A528-474A-B007-7421FC4B90B5}" dt="2025-11-10T09:27:29.351" v="335"/>
          <ac:inkMkLst>
            <pc:docMk/>
            <pc:sldMk cId="1248394865" sldId="601"/>
            <ac:inkMk id="4" creationId="{4DE3F15F-A3AA-334D-B37F-109B20EEA6FE}"/>
          </ac:inkMkLst>
        </pc:inkChg>
      </pc:sldChg>
      <pc:sldChg chg="del">
        <pc:chgData name="Deepika Vatsa" userId="f7100972-27fe-4ee6-8fb4-ec9b7931b409" providerId="ADAL" clId="{FBFC4FCF-A528-474A-B007-7421FC4B90B5}" dt="2025-11-10T08:33:37.258" v="33" actId="47"/>
        <pc:sldMkLst>
          <pc:docMk/>
          <pc:sldMk cId="4167924417" sldId="601"/>
        </pc:sldMkLst>
      </pc:sldChg>
      <pc:sldChg chg="del">
        <pc:chgData name="Deepika Vatsa" userId="f7100972-27fe-4ee6-8fb4-ec9b7931b409" providerId="ADAL" clId="{FBFC4FCF-A528-474A-B007-7421FC4B90B5}" dt="2025-11-10T08:33:37.258" v="33" actId="47"/>
        <pc:sldMkLst>
          <pc:docMk/>
          <pc:sldMk cId="1041999212" sldId="602"/>
        </pc:sldMkLst>
      </pc:sldChg>
      <pc:sldChg chg="addSp delSp modSp add mod">
        <pc:chgData name="Deepika Vatsa" userId="f7100972-27fe-4ee6-8fb4-ec9b7931b409" providerId="ADAL" clId="{FBFC4FCF-A528-474A-B007-7421FC4B90B5}" dt="2025-11-10T09:27:29.351" v="335"/>
        <pc:sldMkLst>
          <pc:docMk/>
          <pc:sldMk cId="1803781999" sldId="602"/>
        </pc:sldMkLst>
        <pc:spChg chg="mod">
          <ac:chgData name="Deepika Vatsa" userId="f7100972-27fe-4ee6-8fb4-ec9b7931b409" providerId="ADAL" clId="{FBFC4FCF-A528-474A-B007-7421FC4B90B5}" dt="2025-11-10T08:38:51.277" v="205" actId="20577"/>
          <ac:spMkLst>
            <pc:docMk/>
            <pc:sldMk cId="1803781999" sldId="602"/>
            <ac:spMk id="2" creationId="{00000000-0000-0000-0000-000000000000}"/>
          </ac:spMkLst>
        </pc:spChg>
        <pc:picChg chg="del">
          <ac:chgData name="Deepika Vatsa" userId="f7100972-27fe-4ee6-8fb4-ec9b7931b409" providerId="ADAL" clId="{FBFC4FCF-A528-474A-B007-7421FC4B90B5}" dt="2025-11-10T08:38:40.483" v="166" actId="478"/>
          <ac:picMkLst>
            <pc:docMk/>
            <pc:sldMk cId="1803781999" sldId="602"/>
            <ac:picMk id="5" creationId="{4163B164-3C36-AEE8-3FFE-1CE09E3268B7}"/>
          </ac:picMkLst>
        </pc:picChg>
        <pc:picChg chg="add">
          <ac:chgData name="Deepika Vatsa" userId="f7100972-27fe-4ee6-8fb4-ec9b7931b409" providerId="ADAL" clId="{FBFC4FCF-A528-474A-B007-7421FC4B90B5}" dt="2025-11-10T08:38:40.917" v="167" actId="22"/>
          <ac:picMkLst>
            <pc:docMk/>
            <pc:sldMk cId="1803781999" sldId="602"/>
            <ac:picMk id="6" creationId="{B0FFF25A-1FAC-D510-E7D8-29E4BFAAB5C0}"/>
          </ac:picMkLst>
        </pc:picChg>
        <pc:inkChg chg="add">
          <ac:chgData name="Deepika Vatsa" userId="f7100972-27fe-4ee6-8fb4-ec9b7931b409" providerId="ADAL" clId="{FBFC4FCF-A528-474A-B007-7421FC4B90B5}" dt="2025-11-10T09:27:29.351" v="335"/>
          <ac:inkMkLst>
            <pc:docMk/>
            <pc:sldMk cId="1803781999" sldId="602"/>
            <ac:inkMk id="4" creationId="{244E1FD3-3452-4701-8CA3-DEFDC14B9979}"/>
          </ac:inkMkLst>
        </pc:inkChg>
      </pc:sldChg>
      <pc:sldChg chg="addSp delSp add mod">
        <pc:chgData name="Deepika Vatsa" userId="f7100972-27fe-4ee6-8fb4-ec9b7931b409" providerId="ADAL" clId="{FBFC4FCF-A528-474A-B007-7421FC4B90B5}" dt="2025-11-10T09:27:29.351" v="335"/>
        <pc:sldMkLst>
          <pc:docMk/>
          <pc:sldMk cId="123696861" sldId="603"/>
        </pc:sldMkLst>
        <pc:picChg chg="add">
          <ac:chgData name="Deepika Vatsa" userId="f7100972-27fe-4ee6-8fb4-ec9b7931b409" providerId="ADAL" clId="{FBFC4FCF-A528-474A-B007-7421FC4B90B5}" dt="2025-11-10T08:39:13.964" v="208" actId="22"/>
          <ac:picMkLst>
            <pc:docMk/>
            <pc:sldMk cId="123696861" sldId="603"/>
            <ac:picMk id="5" creationId="{8EE6EAFD-7BED-2B3D-8514-AA1A4A656838}"/>
          </ac:picMkLst>
        </pc:picChg>
        <pc:picChg chg="del">
          <ac:chgData name="Deepika Vatsa" userId="f7100972-27fe-4ee6-8fb4-ec9b7931b409" providerId="ADAL" clId="{FBFC4FCF-A528-474A-B007-7421FC4B90B5}" dt="2025-11-10T08:39:13.540" v="207" actId="478"/>
          <ac:picMkLst>
            <pc:docMk/>
            <pc:sldMk cId="123696861" sldId="603"/>
            <ac:picMk id="6" creationId="{B0FFF25A-1FAC-D510-E7D8-29E4BFAAB5C0}"/>
          </ac:picMkLst>
        </pc:picChg>
        <pc:inkChg chg="add">
          <ac:chgData name="Deepika Vatsa" userId="f7100972-27fe-4ee6-8fb4-ec9b7931b409" providerId="ADAL" clId="{FBFC4FCF-A528-474A-B007-7421FC4B90B5}" dt="2025-11-10T09:27:29.351" v="335"/>
          <ac:inkMkLst>
            <pc:docMk/>
            <pc:sldMk cId="123696861" sldId="603"/>
            <ac:inkMk id="4" creationId="{CC6CDA78-8656-9F12-4219-FF990A195C36}"/>
          </ac:inkMkLst>
        </pc:inkChg>
      </pc:sldChg>
      <pc:sldChg chg="del">
        <pc:chgData name="Deepika Vatsa" userId="f7100972-27fe-4ee6-8fb4-ec9b7931b409" providerId="ADAL" clId="{FBFC4FCF-A528-474A-B007-7421FC4B90B5}" dt="2025-11-10T08:33:37.258" v="33" actId="47"/>
        <pc:sldMkLst>
          <pc:docMk/>
          <pc:sldMk cId="3644617542" sldId="603"/>
        </pc:sldMkLst>
      </pc:sldChg>
      <pc:sldChg chg="addSp delSp modSp add mod">
        <pc:chgData name="Deepika Vatsa" userId="f7100972-27fe-4ee6-8fb4-ec9b7931b409" providerId="ADAL" clId="{FBFC4FCF-A528-474A-B007-7421FC4B90B5}" dt="2025-11-10T09:27:29.351" v="335"/>
        <pc:sldMkLst>
          <pc:docMk/>
          <pc:sldMk cId="688498509" sldId="604"/>
        </pc:sldMkLst>
        <pc:picChg chg="del">
          <ac:chgData name="Deepika Vatsa" userId="f7100972-27fe-4ee6-8fb4-ec9b7931b409" providerId="ADAL" clId="{FBFC4FCF-A528-474A-B007-7421FC4B90B5}" dt="2025-11-10T08:39:36.219" v="210" actId="478"/>
          <ac:picMkLst>
            <pc:docMk/>
            <pc:sldMk cId="688498509" sldId="604"/>
            <ac:picMk id="5" creationId="{8EE6EAFD-7BED-2B3D-8514-AA1A4A656838}"/>
          </ac:picMkLst>
        </pc:picChg>
        <pc:picChg chg="add mod">
          <ac:chgData name="Deepika Vatsa" userId="f7100972-27fe-4ee6-8fb4-ec9b7931b409" providerId="ADAL" clId="{FBFC4FCF-A528-474A-B007-7421FC4B90B5}" dt="2025-11-10T08:39:39.055" v="212" actId="1076"/>
          <ac:picMkLst>
            <pc:docMk/>
            <pc:sldMk cId="688498509" sldId="604"/>
            <ac:picMk id="6" creationId="{0D5830BE-D7B8-E79C-3FB6-9BFA141527BC}"/>
          </ac:picMkLst>
        </pc:picChg>
        <pc:inkChg chg="add">
          <ac:chgData name="Deepika Vatsa" userId="f7100972-27fe-4ee6-8fb4-ec9b7931b409" providerId="ADAL" clId="{FBFC4FCF-A528-474A-B007-7421FC4B90B5}" dt="2025-11-10T09:27:29.351" v="335"/>
          <ac:inkMkLst>
            <pc:docMk/>
            <pc:sldMk cId="688498509" sldId="604"/>
            <ac:inkMk id="4" creationId="{E6F5674D-D9E8-ED18-9ABE-3A9EA392497E}"/>
          </ac:inkMkLst>
        </pc:inkChg>
      </pc:sldChg>
      <pc:sldChg chg="del">
        <pc:chgData name="Deepika Vatsa" userId="f7100972-27fe-4ee6-8fb4-ec9b7931b409" providerId="ADAL" clId="{FBFC4FCF-A528-474A-B007-7421FC4B90B5}" dt="2025-11-10T08:33:37.258" v="33" actId="47"/>
        <pc:sldMkLst>
          <pc:docMk/>
          <pc:sldMk cId="1957157253" sldId="604"/>
        </pc:sldMkLst>
      </pc:sldChg>
      <pc:sldChg chg="del">
        <pc:chgData name="Deepika Vatsa" userId="f7100972-27fe-4ee6-8fb4-ec9b7931b409" providerId="ADAL" clId="{FBFC4FCF-A528-474A-B007-7421FC4B90B5}" dt="2025-11-10T08:33:37.258" v="33" actId="47"/>
        <pc:sldMkLst>
          <pc:docMk/>
          <pc:sldMk cId="1016007616" sldId="605"/>
        </pc:sldMkLst>
      </pc:sldChg>
      <pc:sldChg chg="addSp delSp modSp add mod">
        <pc:chgData name="Deepika Vatsa" userId="f7100972-27fe-4ee6-8fb4-ec9b7931b409" providerId="ADAL" clId="{FBFC4FCF-A528-474A-B007-7421FC4B90B5}" dt="2025-11-10T09:27:29.351" v="335"/>
        <pc:sldMkLst>
          <pc:docMk/>
          <pc:sldMk cId="3811806082" sldId="605"/>
        </pc:sldMkLst>
        <pc:spChg chg="mod">
          <ac:chgData name="Deepika Vatsa" userId="f7100972-27fe-4ee6-8fb4-ec9b7931b409" providerId="ADAL" clId="{FBFC4FCF-A528-474A-B007-7421FC4B90B5}" dt="2025-11-10T08:40:01.082" v="242" actId="20577"/>
          <ac:spMkLst>
            <pc:docMk/>
            <pc:sldMk cId="3811806082" sldId="605"/>
            <ac:spMk id="2" creationId="{00000000-0000-0000-0000-000000000000}"/>
          </ac:spMkLst>
        </pc:spChg>
        <pc:picChg chg="add">
          <ac:chgData name="Deepika Vatsa" userId="f7100972-27fe-4ee6-8fb4-ec9b7931b409" providerId="ADAL" clId="{FBFC4FCF-A528-474A-B007-7421FC4B90B5}" dt="2025-11-10T08:40:03.203" v="244" actId="22"/>
          <ac:picMkLst>
            <pc:docMk/>
            <pc:sldMk cId="3811806082" sldId="605"/>
            <ac:picMk id="5" creationId="{72A6F4C6-9D32-B4CB-4C61-9448B472F251}"/>
          </ac:picMkLst>
        </pc:picChg>
        <pc:picChg chg="del">
          <ac:chgData name="Deepika Vatsa" userId="f7100972-27fe-4ee6-8fb4-ec9b7931b409" providerId="ADAL" clId="{FBFC4FCF-A528-474A-B007-7421FC4B90B5}" dt="2025-11-10T08:40:02.652" v="243" actId="478"/>
          <ac:picMkLst>
            <pc:docMk/>
            <pc:sldMk cId="3811806082" sldId="605"/>
            <ac:picMk id="6" creationId="{0D5830BE-D7B8-E79C-3FB6-9BFA141527BC}"/>
          </ac:picMkLst>
        </pc:picChg>
        <pc:inkChg chg="add">
          <ac:chgData name="Deepika Vatsa" userId="f7100972-27fe-4ee6-8fb4-ec9b7931b409" providerId="ADAL" clId="{FBFC4FCF-A528-474A-B007-7421FC4B90B5}" dt="2025-11-10T09:27:29.351" v="335"/>
          <ac:inkMkLst>
            <pc:docMk/>
            <pc:sldMk cId="3811806082" sldId="605"/>
            <ac:inkMk id="4" creationId="{ECB42532-8E8E-D83D-DD81-3F96199E6126}"/>
          </ac:inkMkLst>
        </pc:inkChg>
      </pc:sldChg>
      <pc:sldChg chg="addSp delSp add mod">
        <pc:chgData name="Deepika Vatsa" userId="f7100972-27fe-4ee6-8fb4-ec9b7931b409" providerId="ADAL" clId="{FBFC4FCF-A528-474A-B007-7421FC4B90B5}" dt="2025-11-10T09:27:29.351" v="335"/>
        <pc:sldMkLst>
          <pc:docMk/>
          <pc:sldMk cId="558878766" sldId="606"/>
        </pc:sldMkLst>
        <pc:picChg chg="del">
          <ac:chgData name="Deepika Vatsa" userId="f7100972-27fe-4ee6-8fb4-ec9b7931b409" providerId="ADAL" clId="{FBFC4FCF-A528-474A-B007-7421FC4B90B5}" dt="2025-11-10T08:40:20.173" v="246" actId="478"/>
          <ac:picMkLst>
            <pc:docMk/>
            <pc:sldMk cId="558878766" sldId="606"/>
            <ac:picMk id="5" creationId="{72A6F4C6-9D32-B4CB-4C61-9448B472F251}"/>
          </ac:picMkLst>
        </pc:picChg>
        <pc:picChg chg="add">
          <ac:chgData name="Deepika Vatsa" userId="f7100972-27fe-4ee6-8fb4-ec9b7931b409" providerId="ADAL" clId="{FBFC4FCF-A528-474A-B007-7421FC4B90B5}" dt="2025-11-10T08:40:20.616" v="247" actId="22"/>
          <ac:picMkLst>
            <pc:docMk/>
            <pc:sldMk cId="558878766" sldId="606"/>
            <ac:picMk id="6" creationId="{F5FA5808-C043-D08C-6D33-338F465D518B}"/>
          </ac:picMkLst>
        </pc:picChg>
        <pc:inkChg chg="add">
          <ac:chgData name="Deepika Vatsa" userId="f7100972-27fe-4ee6-8fb4-ec9b7931b409" providerId="ADAL" clId="{FBFC4FCF-A528-474A-B007-7421FC4B90B5}" dt="2025-11-10T09:27:29.351" v="335"/>
          <ac:inkMkLst>
            <pc:docMk/>
            <pc:sldMk cId="558878766" sldId="606"/>
            <ac:inkMk id="4" creationId="{D3DF6135-5809-3F67-4E13-A1BD4843B7FB}"/>
          </ac:inkMkLst>
        </pc:inkChg>
      </pc:sldChg>
      <pc:sldChg chg="del">
        <pc:chgData name="Deepika Vatsa" userId="f7100972-27fe-4ee6-8fb4-ec9b7931b409" providerId="ADAL" clId="{FBFC4FCF-A528-474A-B007-7421FC4B90B5}" dt="2025-11-10T08:33:37.258" v="33" actId="47"/>
        <pc:sldMkLst>
          <pc:docMk/>
          <pc:sldMk cId="3159525374" sldId="606"/>
        </pc:sldMkLst>
      </pc:sldChg>
      <pc:sldChg chg="addSp delSp modSp add mod">
        <pc:chgData name="Deepika Vatsa" userId="f7100972-27fe-4ee6-8fb4-ec9b7931b409" providerId="ADAL" clId="{FBFC4FCF-A528-474A-B007-7421FC4B90B5}" dt="2025-11-10T09:27:29.351" v="335"/>
        <pc:sldMkLst>
          <pc:docMk/>
          <pc:sldMk cId="2192732003" sldId="607"/>
        </pc:sldMkLst>
        <pc:spChg chg="mod">
          <ac:chgData name="Deepika Vatsa" userId="f7100972-27fe-4ee6-8fb4-ec9b7931b409" providerId="ADAL" clId="{FBFC4FCF-A528-474A-B007-7421FC4B90B5}" dt="2025-11-10T08:40:54.568" v="264" actId="20577"/>
          <ac:spMkLst>
            <pc:docMk/>
            <pc:sldMk cId="2192732003" sldId="607"/>
            <ac:spMk id="2" creationId="{00000000-0000-0000-0000-000000000000}"/>
          </ac:spMkLst>
        </pc:spChg>
        <pc:picChg chg="add">
          <ac:chgData name="Deepika Vatsa" userId="f7100972-27fe-4ee6-8fb4-ec9b7931b409" providerId="ADAL" clId="{FBFC4FCF-A528-474A-B007-7421FC4B90B5}" dt="2025-11-10T08:40:49.625" v="250" actId="22"/>
          <ac:picMkLst>
            <pc:docMk/>
            <pc:sldMk cId="2192732003" sldId="607"/>
            <ac:picMk id="5" creationId="{44A00019-ADD2-C3FD-A91E-5A520F972BF6}"/>
          </ac:picMkLst>
        </pc:picChg>
        <pc:picChg chg="del">
          <ac:chgData name="Deepika Vatsa" userId="f7100972-27fe-4ee6-8fb4-ec9b7931b409" providerId="ADAL" clId="{FBFC4FCF-A528-474A-B007-7421FC4B90B5}" dt="2025-11-10T08:40:49.207" v="249" actId="478"/>
          <ac:picMkLst>
            <pc:docMk/>
            <pc:sldMk cId="2192732003" sldId="607"/>
            <ac:picMk id="6" creationId="{F5FA5808-C043-D08C-6D33-338F465D518B}"/>
          </ac:picMkLst>
        </pc:picChg>
        <pc:inkChg chg="add">
          <ac:chgData name="Deepika Vatsa" userId="f7100972-27fe-4ee6-8fb4-ec9b7931b409" providerId="ADAL" clId="{FBFC4FCF-A528-474A-B007-7421FC4B90B5}" dt="2025-11-10T09:27:29.351" v="335"/>
          <ac:inkMkLst>
            <pc:docMk/>
            <pc:sldMk cId="2192732003" sldId="607"/>
            <ac:inkMk id="4" creationId="{3FF84DCA-CE03-060D-B36A-A025146EE6AF}"/>
          </ac:inkMkLst>
        </pc:inkChg>
      </pc:sldChg>
      <pc:sldChg chg="del">
        <pc:chgData name="Deepika Vatsa" userId="f7100972-27fe-4ee6-8fb4-ec9b7931b409" providerId="ADAL" clId="{FBFC4FCF-A528-474A-B007-7421FC4B90B5}" dt="2025-11-10T08:33:37.258" v="33" actId="47"/>
        <pc:sldMkLst>
          <pc:docMk/>
          <pc:sldMk cId="3564807532" sldId="607"/>
        </pc:sldMkLst>
      </pc:sldChg>
      <pc:sldChg chg="addSp delSp modSp add mod">
        <pc:chgData name="Deepika Vatsa" userId="f7100972-27fe-4ee6-8fb4-ec9b7931b409" providerId="ADAL" clId="{FBFC4FCF-A528-474A-B007-7421FC4B90B5}" dt="2025-11-10T09:27:29.351" v="335"/>
        <pc:sldMkLst>
          <pc:docMk/>
          <pc:sldMk cId="160900660" sldId="608"/>
        </pc:sldMkLst>
        <pc:spChg chg="mod">
          <ac:chgData name="Deepika Vatsa" userId="f7100972-27fe-4ee6-8fb4-ec9b7931b409" providerId="ADAL" clId="{FBFC4FCF-A528-474A-B007-7421FC4B90B5}" dt="2025-11-10T08:41:13.055" v="274" actId="20577"/>
          <ac:spMkLst>
            <pc:docMk/>
            <pc:sldMk cId="160900660" sldId="608"/>
            <ac:spMk id="2" creationId="{00000000-0000-0000-0000-000000000000}"/>
          </ac:spMkLst>
        </pc:spChg>
        <pc:picChg chg="del">
          <ac:chgData name="Deepika Vatsa" userId="f7100972-27fe-4ee6-8fb4-ec9b7931b409" providerId="ADAL" clId="{FBFC4FCF-A528-474A-B007-7421FC4B90B5}" dt="2025-11-10T08:41:09.230" v="266" actId="478"/>
          <ac:picMkLst>
            <pc:docMk/>
            <pc:sldMk cId="160900660" sldId="608"/>
            <ac:picMk id="5" creationId="{44A00019-ADD2-C3FD-A91E-5A520F972BF6}"/>
          </ac:picMkLst>
        </pc:picChg>
        <pc:picChg chg="add del">
          <ac:chgData name="Deepika Vatsa" userId="f7100972-27fe-4ee6-8fb4-ec9b7931b409" providerId="ADAL" clId="{FBFC4FCF-A528-474A-B007-7421FC4B90B5}" dt="2025-11-10T08:41:28.752" v="275" actId="478"/>
          <ac:picMkLst>
            <pc:docMk/>
            <pc:sldMk cId="160900660" sldId="608"/>
            <ac:picMk id="6" creationId="{F7CF7144-1AE2-4F7B-456A-89DEA6813FE3}"/>
          </ac:picMkLst>
        </pc:picChg>
        <pc:picChg chg="add">
          <ac:chgData name="Deepika Vatsa" userId="f7100972-27fe-4ee6-8fb4-ec9b7931b409" providerId="ADAL" clId="{FBFC4FCF-A528-474A-B007-7421FC4B90B5}" dt="2025-11-10T08:41:29.159" v="276" actId="22"/>
          <ac:picMkLst>
            <pc:docMk/>
            <pc:sldMk cId="160900660" sldId="608"/>
            <ac:picMk id="8" creationId="{BA3918EF-E347-C846-3481-1882F808794E}"/>
          </ac:picMkLst>
        </pc:picChg>
        <pc:inkChg chg="add">
          <ac:chgData name="Deepika Vatsa" userId="f7100972-27fe-4ee6-8fb4-ec9b7931b409" providerId="ADAL" clId="{FBFC4FCF-A528-474A-B007-7421FC4B90B5}" dt="2025-11-10T09:27:29.351" v="335"/>
          <ac:inkMkLst>
            <pc:docMk/>
            <pc:sldMk cId="160900660" sldId="608"/>
            <ac:inkMk id="4" creationId="{F7DC5BA2-395B-2D11-EAEA-27EFDED38CF2}"/>
          </ac:inkMkLst>
        </pc:inkChg>
      </pc:sldChg>
      <pc:sldChg chg="addSp delSp modSp add mod">
        <pc:chgData name="Deepika Vatsa" userId="f7100972-27fe-4ee6-8fb4-ec9b7931b409" providerId="ADAL" clId="{FBFC4FCF-A528-474A-B007-7421FC4B90B5}" dt="2025-11-10T09:27:29.351" v="335"/>
        <pc:sldMkLst>
          <pc:docMk/>
          <pc:sldMk cId="968836308" sldId="609"/>
        </pc:sldMkLst>
        <pc:spChg chg="mod">
          <ac:chgData name="Deepika Vatsa" userId="f7100972-27fe-4ee6-8fb4-ec9b7931b409" providerId="ADAL" clId="{FBFC4FCF-A528-474A-B007-7421FC4B90B5}" dt="2025-11-10T08:42:16.900" v="282" actId="20577"/>
          <ac:spMkLst>
            <pc:docMk/>
            <pc:sldMk cId="968836308" sldId="609"/>
            <ac:spMk id="2" creationId="{00000000-0000-0000-0000-000000000000}"/>
          </ac:spMkLst>
        </pc:spChg>
        <pc:picChg chg="add">
          <ac:chgData name="Deepika Vatsa" userId="f7100972-27fe-4ee6-8fb4-ec9b7931b409" providerId="ADAL" clId="{FBFC4FCF-A528-474A-B007-7421FC4B90B5}" dt="2025-11-10T08:42:14.394" v="279" actId="22"/>
          <ac:picMkLst>
            <pc:docMk/>
            <pc:sldMk cId="968836308" sldId="609"/>
            <ac:picMk id="5" creationId="{69640C4B-356F-E7FB-9617-E4568B1769E7}"/>
          </ac:picMkLst>
        </pc:picChg>
        <pc:picChg chg="del">
          <ac:chgData name="Deepika Vatsa" userId="f7100972-27fe-4ee6-8fb4-ec9b7931b409" providerId="ADAL" clId="{FBFC4FCF-A528-474A-B007-7421FC4B90B5}" dt="2025-11-10T08:42:13.606" v="278" actId="478"/>
          <ac:picMkLst>
            <pc:docMk/>
            <pc:sldMk cId="968836308" sldId="609"/>
            <ac:picMk id="8" creationId="{BA3918EF-E347-C846-3481-1882F808794E}"/>
          </ac:picMkLst>
        </pc:picChg>
        <pc:inkChg chg="add">
          <ac:chgData name="Deepika Vatsa" userId="f7100972-27fe-4ee6-8fb4-ec9b7931b409" providerId="ADAL" clId="{FBFC4FCF-A528-474A-B007-7421FC4B90B5}" dt="2025-11-10T09:27:29.351" v="335"/>
          <ac:inkMkLst>
            <pc:docMk/>
            <pc:sldMk cId="968836308" sldId="609"/>
            <ac:inkMk id="4" creationId="{EF3AC16F-0BFF-96D0-5314-A88FB8667C39}"/>
          </ac:inkMkLst>
        </pc:inkChg>
      </pc:sldChg>
      <pc:sldChg chg="addSp delSp add mod">
        <pc:chgData name="Deepika Vatsa" userId="f7100972-27fe-4ee6-8fb4-ec9b7931b409" providerId="ADAL" clId="{FBFC4FCF-A528-474A-B007-7421FC4B90B5}" dt="2025-11-10T09:27:29.351" v="335"/>
        <pc:sldMkLst>
          <pc:docMk/>
          <pc:sldMk cId="3683881037" sldId="610"/>
        </pc:sldMkLst>
        <pc:picChg chg="del">
          <ac:chgData name="Deepika Vatsa" userId="f7100972-27fe-4ee6-8fb4-ec9b7931b409" providerId="ADAL" clId="{FBFC4FCF-A528-474A-B007-7421FC4B90B5}" dt="2025-11-10T08:42:29.567" v="284" actId="478"/>
          <ac:picMkLst>
            <pc:docMk/>
            <pc:sldMk cId="3683881037" sldId="610"/>
            <ac:picMk id="5" creationId="{69640C4B-356F-E7FB-9617-E4568B1769E7}"/>
          </ac:picMkLst>
        </pc:picChg>
        <pc:picChg chg="add">
          <ac:chgData name="Deepika Vatsa" userId="f7100972-27fe-4ee6-8fb4-ec9b7931b409" providerId="ADAL" clId="{FBFC4FCF-A528-474A-B007-7421FC4B90B5}" dt="2025-11-10T08:42:30.037" v="285" actId="22"/>
          <ac:picMkLst>
            <pc:docMk/>
            <pc:sldMk cId="3683881037" sldId="610"/>
            <ac:picMk id="6" creationId="{3984BC14-A773-B4E1-ED5D-772DA4EDC22D}"/>
          </ac:picMkLst>
        </pc:picChg>
        <pc:inkChg chg="add">
          <ac:chgData name="Deepika Vatsa" userId="f7100972-27fe-4ee6-8fb4-ec9b7931b409" providerId="ADAL" clId="{FBFC4FCF-A528-474A-B007-7421FC4B90B5}" dt="2025-11-10T09:27:29.351" v="335"/>
          <ac:inkMkLst>
            <pc:docMk/>
            <pc:sldMk cId="3683881037" sldId="610"/>
            <ac:inkMk id="4" creationId="{280206DB-56B2-8AB1-36B8-87AD20B9655F}"/>
          </ac:inkMkLst>
        </pc:inkChg>
      </pc:sldChg>
      <pc:sldChg chg="addSp delSp modSp add mod">
        <pc:chgData name="Deepika Vatsa" userId="f7100972-27fe-4ee6-8fb4-ec9b7931b409" providerId="ADAL" clId="{FBFC4FCF-A528-474A-B007-7421FC4B90B5}" dt="2025-11-10T09:27:29.351" v="335"/>
        <pc:sldMkLst>
          <pc:docMk/>
          <pc:sldMk cId="1460220271" sldId="611"/>
        </pc:sldMkLst>
        <pc:picChg chg="add mod">
          <ac:chgData name="Deepika Vatsa" userId="f7100972-27fe-4ee6-8fb4-ec9b7931b409" providerId="ADAL" clId="{FBFC4FCF-A528-474A-B007-7421FC4B90B5}" dt="2025-11-10T08:42:48.982" v="297" actId="1036"/>
          <ac:picMkLst>
            <pc:docMk/>
            <pc:sldMk cId="1460220271" sldId="611"/>
            <ac:picMk id="5" creationId="{DF7A7ACA-1D87-9641-8091-DE14C4D79C9C}"/>
          </ac:picMkLst>
        </pc:picChg>
        <pc:picChg chg="del">
          <ac:chgData name="Deepika Vatsa" userId="f7100972-27fe-4ee6-8fb4-ec9b7931b409" providerId="ADAL" clId="{FBFC4FCF-A528-474A-B007-7421FC4B90B5}" dt="2025-11-10T08:42:45.161" v="287" actId="478"/>
          <ac:picMkLst>
            <pc:docMk/>
            <pc:sldMk cId="1460220271" sldId="611"/>
            <ac:picMk id="6" creationId="{3984BC14-A773-B4E1-ED5D-772DA4EDC22D}"/>
          </ac:picMkLst>
        </pc:picChg>
        <pc:inkChg chg="add">
          <ac:chgData name="Deepika Vatsa" userId="f7100972-27fe-4ee6-8fb4-ec9b7931b409" providerId="ADAL" clId="{FBFC4FCF-A528-474A-B007-7421FC4B90B5}" dt="2025-11-10T09:27:29.351" v="335"/>
          <ac:inkMkLst>
            <pc:docMk/>
            <pc:sldMk cId="1460220271" sldId="611"/>
            <ac:inkMk id="4" creationId="{7B782237-EED9-4B46-1A88-D61293728F29}"/>
          </ac:inkMkLst>
        </pc:inkChg>
      </pc:sldChg>
      <pc:sldChg chg="addSp delSp modSp add mod">
        <pc:chgData name="Deepika Vatsa" userId="f7100972-27fe-4ee6-8fb4-ec9b7931b409" providerId="ADAL" clId="{FBFC4FCF-A528-474A-B007-7421FC4B90B5}" dt="2025-11-10T08:43:10.438" v="301" actId="1076"/>
        <pc:sldMkLst>
          <pc:docMk/>
          <pc:sldMk cId="3545377761" sldId="612"/>
        </pc:sldMkLst>
        <pc:picChg chg="del">
          <ac:chgData name="Deepika Vatsa" userId="f7100972-27fe-4ee6-8fb4-ec9b7931b409" providerId="ADAL" clId="{FBFC4FCF-A528-474A-B007-7421FC4B90B5}" dt="2025-11-10T08:43:06.531" v="299" actId="478"/>
          <ac:picMkLst>
            <pc:docMk/>
            <pc:sldMk cId="3545377761" sldId="612"/>
            <ac:picMk id="5" creationId="{DF7A7ACA-1D87-9641-8091-DE14C4D79C9C}"/>
          </ac:picMkLst>
        </pc:picChg>
        <pc:picChg chg="add mod">
          <ac:chgData name="Deepika Vatsa" userId="f7100972-27fe-4ee6-8fb4-ec9b7931b409" providerId="ADAL" clId="{FBFC4FCF-A528-474A-B007-7421FC4B90B5}" dt="2025-11-10T08:43:10.438" v="301" actId="1076"/>
          <ac:picMkLst>
            <pc:docMk/>
            <pc:sldMk cId="3545377761" sldId="612"/>
            <ac:picMk id="6" creationId="{1579F9CA-DF46-93A0-E1A6-A51DC937F711}"/>
          </ac:picMkLst>
        </pc:picChg>
      </pc:sldChg>
      <pc:sldChg chg="addSp delSp modSp add mod">
        <pc:chgData name="Deepika Vatsa" userId="f7100972-27fe-4ee6-8fb4-ec9b7931b409" providerId="ADAL" clId="{FBFC4FCF-A528-474A-B007-7421FC4B90B5}" dt="2025-11-10T09:27:29.351" v="335"/>
        <pc:sldMkLst>
          <pc:docMk/>
          <pc:sldMk cId="774940088" sldId="613"/>
        </pc:sldMkLst>
        <pc:picChg chg="add del mod">
          <ac:chgData name="Deepika Vatsa" userId="f7100972-27fe-4ee6-8fb4-ec9b7931b409" providerId="ADAL" clId="{FBFC4FCF-A528-474A-B007-7421FC4B90B5}" dt="2025-11-10T08:43:54.097" v="306" actId="478"/>
          <ac:picMkLst>
            <pc:docMk/>
            <pc:sldMk cId="774940088" sldId="613"/>
            <ac:picMk id="5" creationId="{CCFA80AA-22FF-5F4C-173A-DBC063C15D1B}"/>
          </ac:picMkLst>
        </pc:picChg>
        <pc:picChg chg="del">
          <ac:chgData name="Deepika Vatsa" userId="f7100972-27fe-4ee6-8fb4-ec9b7931b409" providerId="ADAL" clId="{FBFC4FCF-A528-474A-B007-7421FC4B90B5}" dt="2025-11-10T08:43:28.644" v="303" actId="478"/>
          <ac:picMkLst>
            <pc:docMk/>
            <pc:sldMk cId="774940088" sldId="613"/>
            <ac:picMk id="6" creationId="{1579F9CA-DF46-93A0-E1A6-A51DC937F711}"/>
          </ac:picMkLst>
        </pc:picChg>
        <pc:picChg chg="add mod">
          <ac:chgData name="Deepika Vatsa" userId="f7100972-27fe-4ee6-8fb4-ec9b7931b409" providerId="ADAL" clId="{FBFC4FCF-A528-474A-B007-7421FC4B90B5}" dt="2025-11-10T08:43:57.018" v="308" actId="1076"/>
          <ac:picMkLst>
            <pc:docMk/>
            <pc:sldMk cId="774940088" sldId="613"/>
            <ac:picMk id="8" creationId="{42BEE511-CC1A-21B5-FC99-BA5EB07F4587}"/>
          </ac:picMkLst>
        </pc:picChg>
        <pc:inkChg chg="add">
          <ac:chgData name="Deepika Vatsa" userId="f7100972-27fe-4ee6-8fb4-ec9b7931b409" providerId="ADAL" clId="{FBFC4FCF-A528-474A-B007-7421FC4B90B5}" dt="2025-11-10T09:27:29.351" v="335"/>
          <ac:inkMkLst>
            <pc:docMk/>
            <pc:sldMk cId="774940088" sldId="613"/>
            <ac:inkMk id="4" creationId="{EAC24D67-72A6-70C0-8E90-C55104CC9DDD}"/>
          </ac:inkMkLst>
        </pc:inkChg>
      </pc:sldChg>
      <pc:sldChg chg="addSp delSp modSp add mod">
        <pc:chgData name="Deepika Vatsa" userId="f7100972-27fe-4ee6-8fb4-ec9b7931b409" providerId="ADAL" clId="{FBFC4FCF-A528-474A-B007-7421FC4B90B5}" dt="2025-11-10T09:27:29.351" v="335"/>
        <pc:sldMkLst>
          <pc:docMk/>
          <pc:sldMk cId="2976275128" sldId="614"/>
        </pc:sldMkLst>
        <pc:picChg chg="add mod">
          <ac:chgData name="Deepika Vatsa" userId="f7100972-27fe-4ee6-8fb4-ec9b7931b409" providerId="ADAL" clId="{FBFC4FCF-A528-474A-B007-7421FC4B90B5}" dt="2025-11-10T08:44:13.223" v="312" actId="1076"/>
          <ac:picMkLst>
            <pc:docMk/>
            <pc:sldMk cId="2976275128" sldId="614"/>
            <ac:picMk id="5" creationId="{88284E12-6590-B04E-BCAE-A4E2FD13A4A0}"/>
          </ac:picMkLst>
        </pc:picChg>
        <pc:picChg chg="del">
          <ac:chgData name="Deepika Vatsa" userId="f7100972-27fe-4ee6-8fb4-ec9b7931b409" providerId="ADAL" clId="{FBFC4FCF-A528-474A-B007-7421FC4B90B5}" dt="2025-11-10T08:44:10.303" v="310" actId="478"/>
          <ac:picMkLst>
            <pc:docMk/>
            <pc:sldMk cId="2976275128" sldId="614"/>
            <ac:picMk id="8" creationId="{42BEE511-CC1A-21B5-FC99-BA5EB07F4587}"/>
          </ac:picMkLst>
        </pc:picChg>
        <pc:inkChg chg="add">
          <ac:chgData name="Deepika Vatsa" userId="f7100972-27fe-4ee6-8fb4-ec9b7931b409" providerId="ADAL" clId="{FBFC4FCF-A528-474A-B007-7421FC4B90B5}" dt="2025-11-10T09:27:29.351" v="335"/>
          <ac:inkMkLst>
            <pc:docMk/>
            <pc:sldMk cId="2976275128" sldId="614"/>
            <ac:inkMk id="4" creationId="{68BC3AAF-86DB-50E2-6083-3BAED4E8AA06}"/>
          </ac:inkMkLst>
        </pc:inkChg>
      </pc:sldChg>
      <pc:sldChg chg="addSp delSp modSp add mod">
        <pc:chgData name="Deepika Vatsa" userId="f7100972-27fe-4ee6-8fb4-ec9b7931b409" providerId="ADAL" clId="{FBFC4FCF-A528-474A-B007-7421FC4B90B5}" dt="2025-11-10T08:44:41.714" v="317" actId="14100"/>
        <pc:sldMkLst>
          <pc:docMk/>
          <pc:sldMk cId="1691070638" sldId="615"/>
        </pc:sldMkLst>
        <pc:picChg chg="del">
          <ac:chgData name="Deepika Vatsa" userId="f7100972-27fe-4ee6-8fb4-ec9b7931b409" providerId="ADAL" clId="{FBFC4FCF-A528-474A-B007-7421FC4B90B5}" dt="2025-11-10T08:44:36.857" v="314" actId="478"/>
          <ac:picMkLst>
            <pc:docMk/>
            <pc:sldMk cId="1691070638" sldId="615"/>
            <ac:picMk id="5" creationId="{88284E12-6590-B04E-BCAE-A4E2FD13A4A0}"/>
          </ac:picMkLst>
        </pc:picChg>
        <pc:picChg chg="add mod">
          <ac:chgData name="Deepika Vatsa" userId="f7100972-27fe-4ee6-8fb4-ec9b7931b409" providerId="ADAL" clId="{FBFC4FCF-A528-474A-B007-7421FC4B90B5}" dt="2025-11-10T08:44:41.714" v="317" actId="14100"/>
          <ac:picMkLst>
            <pc:docMk/>
            <pc:sldMk cId="1691070638" sldId="615"/>
            <ac:picMk id="6" creationId="{CFA76C2E-317E-F1D0-4A7A-7F50D59F8B1B}"/>
          </ac:picMkLst>
        </pc:picChg>
      </pc:sldChg>
      <pc:sldChg chg="addSp delSp modSp add mod">
        <pc:chgData name="Deepika Vatsa" userId="f7100972-27fe-4ee6-8fb4-ec9b7931b409" providerId="ADAL" clId="{FBFC4FCF-A528-474A-B007-7421FC4B90B5}" dt="2025-11-10T09:27:29.351" v="335"/>
        <pc:sldMkLst>
          <pc:docMk/>
          <pc:sldMk cId="2722254237" sldId="616"/>
        </pc:sldMkLst>
        <pc:picChg chg="add mod">
          <ac:chgData name="Deepika Vatsa" userId="f7100972-27fe-4ee6-8fb4-ec9b7931b409" providerId="ADAL" clId="{FBFC4FCF-A528-474A-B007-7421FC4B90B5}" dt="2025-11-10T08:44:58.692" v="322" actId="14100"/>
          <ac:picMkLst>
            <pc:docMk/>
            <pc:sldMk cId="2722254237" sldId="616"/>
            <ac:picMk id="5" creationId="{CFA2BB72-AE56-8268-D469-CAAF2058B925}"/>
          </ac:picMkLst>
        </pc:picChg>
        <pc:picChg chg="del">
          <ac:chgData name="Deepika Vatsa" userId="f7100972-27fe-4ee6-8fb4-ec9b7931b409" providerId="ADAL" clId="{FBFC4FCF-A528-474A-B007-7421FC4B90B5}" dt="2025-11-10T08:44:54.257" v="319" actId="478"/>
          <ac:picMkLst>
            <pc:docMk/>
            <pc:sldMk cId="2722254237" sldId="616"/>
            <ac:picMk id="6" creationId="{CFA76C2E-317E-F1D0-4A7A-7F50D59F8B1B}"/>
          </ac:picMkLst>
        </pc:picChg>
        <pc:inkChg chg="add">
          <ac:chgData name="Deepika Vatsa" userId="f7100972-27fe-4ee6-8fb4-ec9b7931b409" providerId="ADAL" clId="{FBFC4FCF-A528-474A-B007-7421FC4B90B5}" dt="2025-11-10T09:27:29.351" v="335"/>
          <ac:inkMkLst>
            <pc:docMk/>
            <pc:sldMk cId="2722254237" sldId="616"/>
            <ac:inkMk id="4" creationId="{F43D0B42-80EB-72F7-491A-425CBA5EA455}"/>
          </ac:inkMkLst>
        </pc:inkChg>
      </pc:sldChg>
      <pc:sldChg chg="addSp delSp modSp add mod">
        <pc:chgData name="Deepika Vatsa" userId="f7100972-27fe-4ee6-8fb4-ec9b7931b409" providerId="ADAL" clId="{FBFC4FCF-A528-474A-B007-7421FC4B90B5}" dt="2025-11-10T08:45:20.311" v="326" actId="1076"/>
        <pc:sldMkLst>
          <pc:docMk/>
          <pc:sldMk cId="2381088735" sldId="617"/>
        </pc:sldMkLst>
        <pc:picChg chg="del">
          <ac:chgData name="Deepika Vatsa" userId="f7100972-27fe-4ee6-8fb4-ec9b7931b409" providerId="ADAL" clId="{FBFC4FCF-A528-474A-B007-7421FC4B90B5}" dt="2025-11-10T08:45:17.783" v="324" actId="478"/>
          <ac:picMkLst>
            <pc:docMk/>
            <pc:sldMk cId="2381088735" sldId="617"/>
            <ac:picMk id="5" creationId="{CFA2BB72-AE56-8268-D469-CAAF2058B925}"/>
          </ac:picMkLst>
        </pc:picChg>
        <pc:picChg chg="add mod">
          <ac:chgData name="Deepika Vatsa" userId="f7100972-27fe-4ee6-8fb4-ec9b7931b409" providerId="ADAL" clId="{FBFC4FCF-A528-474A-B007-7421FC4B90B5}" dt="2025-11-10T08:45:20.311" v="326" actId="1076"/>
          <ac:picMkLst>
            <pc:docMk/>
            <pc:sldMk cId="2381088735" sldId="617"/>
            <ac:picMk id="6" creationId="{9BF7A02D-06B1-366B-1BB3-6ED64B5051FF}"/>
          </ac:picMkLst>
        </pc:picChg>
      </pc:sldChg>
      <pc:sldChg chg="addSp delSp modSp add mod">
        <pc:chgData name="Deepika Vatsa" userId="f7100972-27fe-4ee6-8fb4-ec9b7931b409" providerId="ADAL" clId="{FBFC4FCF-A528-474A-B007-7421FC4B90B5}" dt="2025-11-10T09:27:29.351" v="335"/>
        <pc:sldMkLst>
          <pc:docMk/>
          <pc:sldMk cId="470659771" sldId="618"/>
        </pc:sldMkLst>
        <pc:picChg chg="add mod">
          <ac:chgData name="Deepika Vatsa" userId="f7100972-27fe-4ee6-8fb4-ec9b7931b409" providerId="ADAL" clId="{FBFC4FCF-A528-474A-B007-7421FC4B90B5}" dt="2025-11-10T08:45:36.395" v="330" actId="1076"/>
          <ac:picMkLst>
            <pc:docMk/>
            <pc:sldMk cId="470659771" sldId="618"/>
            <ac:picMk id="5" creationId="{DE21EE5A-419C-4A09-7C55-5B7B8C4D622E}"/>
          </ac:picMkLst>
        </pc:picChg>
        <pc:picChg chg="del">
          <ac:chgData name="Deepika Vatsa" userId="f7100972-27fe-4ee6-8fb4-ec9b7931b409" providerId="ADAL" clId="{FBFC4FCF-A528-474A-B007-7421FC4B90B5}" dt="2025-11-10T08:45:34.433" v="328" actId="478"/>
          <ac:picMkLst>
            <pc:docMk/>
            <pc:sldMk cId="470659771" sldId="618"/>
            <ac:picMk id="6" creationId="{9BF7A02D-06B1-366B-1BB3-6ED64B5051FF}"/>
          </ac:picMkLst>
        </pc:picChg>
        <pc:inkChg chg="add">
          <ac:chgData name="Deepika Vatsa" userId="f7100972-27fe-4ee6-8fb4-ec9b7931b409" providerId="ADAL" clId="{FBFC4FCF-A528-474A-B007-7421FC4B90B5}" dt="2025-11-10T09:27:29.351" v="335"/>
          <ac:inkMkLst>
            <pc:docMk/>
            <pc:sldMk cId="470659771" sldId="618"/>
            <ac:inkMk id="4" creationId="{B5D66648-29F2-1886-7B12-66DDD4985965}"/>
          </ac:inkMkLst>
        </pc:inkChg>
      </pc:sldChg>
      <pc:sldChg chg="addSp delSp modSp add mod">
        <pc:chgData name="Deepika Vatsa" userId="f7100972-27fe-4ee6-8fb4-ec9b7931b409" providerId="ADAL" clId="{FBFC4FCF-A528-474A-B007-7421FC4B90B5}" dt="2025-11-10T08:45:49.806" v="334" actId="1076"/>
        <pc:sldMkLst>
          <pc:docMk/>
          <pc:sldMk cId="4237102939" sldId="619"/>
        </pc:sldMkLst>
        <pc:picChg chg="del">
          <ac:chgData name="Deepika Vatsa" userId="f7100972-27fe-4ee6-8fb4-ec9b7931b409" providerId="ADAL" clId="{FBFC4FCF-A528-474A-B007-7421FC4B90B5}" dt="2025-11-10T08:45:47.708" v="332" actId="478"/>
          <ac:picMkLst>
            <pc:docMk/>
            <pc:sldMk cId="4237102939" sldId="619"/>
            <ac:picMk id="5" creationId="{DE21EE5A-419C-4A09-7C55-5B7B8C4D622E}"/>
          </ac:picMkLst>
        </pc:picChg>
        <pc:picChg chg="add mod">
          <ac:chgData name="Deepika Vatsa" userId="f7100972-27fe-4ee6-8fb4-ec9b7931b409" providerId="ADAL" clId="{FBFC4FCF-A528-474A-B007-7421FC4B90B5}" dt="2025-11-10T08:45:49.806" v="334" actId="1076"/>
          <ac:picMkLst>
            <pc:docMk/>
            <pc:sldMk cId="4237102939" sldId="619"/>
            <ac:picMk id="6" creationId="{FD41011B-85D4-FD95-06FA-5DE0AB714F05}"/>
          </ac:picMkLst>
        </pc:picChg>
      </pc:sldChg>
    </pc:docChg>
  </pc:docChgLst>
  <pc:docChgLst>
    <pc:chgData name="Deepika Vatsa" userId="f7100972-27fe-4ee6-8fb4-ec9b7931b409" providerId="ADAL" clId="{AC929AA0-30FE-40F5-9F14-BAD5341BE9C1}"/>
    <pc:docChg chg="undo redo custSel addSld delSld modSld sldOrd delMainMaster">
      <pc:chgData name="Deepika Vatsa" userId="f7100972-27fe-4ee6-8fb4-ec9b7931b409" providerId="ADAL" clId="{AC929AA0-30FE-40F5-9F14-BAD5341BE9C1}" dt="2025-07-23T09:47:26.324" v="1571" actId="20577"/>
      <pc:docMkLst>
        <pc:docMk/>
      </pc:docMkLst>
      <pc:sldChg chg="del">
        <pc:chgData name="Deepika Vatsa" userId="f7100972-27fe-4ee6-8fb4-ec9b7931b409" providerId="ADAL" clId="{AC929AA0-30FE-40F5-9F14-BAD5341BE9C1}" dt="2025-07-23T05:28:15.070" v="2" actId="47"/>
        <pc:sldMkLst>
          <pc:docMk/>
          <pc:sldMk cId="0" sldId="257"/>
        </pc:sldMkLst>
      </pc:sldChg>
      <pc:sldChg chg="del">
        <pc:chgData name="Deepika Vatsa" userId="f7100972-27fe-4ee6-8fb4-ec9b7931b409" providerId="ADAL" clId="{AC929AA0-30FE-40F5-9F14-BAD5341BE9C1}" dt="2025-07-23T05:28:15.070" v="2" actId="47"/>
        <pc:sldMkLst>
          <pc:docMk/>
          <pc:sldMk cId="0" sldId="258"/>
        </pc:sldMkLst>
      </pc:sldChg>
      <pc:sldChg chg="del">
        <pc:chgData name="Deepika Vatsa" userId="f7100972-27fe-4ee6-8fb4-ec9b7931b409" providerId="ADAL" clId="{AC929AA0-30FE-40F5-9F14-BAD5341BE9C1}" dt="2025-07-23T05:27:46.693" v="1" actId="47"/>
        <pc:sldMkLst>
          <pc:docMk/>
          <pc:sldMk cId="0" sldId="276"/>
        </pc:sldMkLst>
      </pc:sldChg>
      <pc:sldChg chg="modSp mod">
        <pc:chgData name="Deepika Vatsa" userId="f7100972-27fe-4ee6-8fb4-ec9b7931b409" providerId="ADAL" clId="{AC929AA0-30FE-40F5-9F14-BAD5341BE9C1}" dt="2025-07-23T05:30:40.965" v="115" actId="20577"/>
        <pc:sldMkLst>
          <pc:docMk/>
          <pc:sldMk cId="0" sldId="395"/>
        </pc:sldMkLst>
        <pc:spChg chg="mod">
          <ac:chgData name="Deepika Vatsa" userId="f7100972-27fe-4ee6-8fb4-ec9b7931b409" providerId="ADAL" clId="{AC929AA0-30FE-40F5-9F14-BAD5341BE9C1}" dt="2025-07-23T05:30:40.965" v="115" actId="20577"/>
          <ac:spMkLst>
            <pc:docMk/>
            <pc:sldMk cId="0" sldId="395"/>
            <ac:spMk id="2" creationId="{00000000-0000-0000-0000-000000000000}"/>
          </ac:spMkLst>
        </pc:spChg>
      </pc:sldChg>
      <pc:sldChg chg="delSp add del">
        <pc:chgData name="Deepika Vatsa" userId="f7100972-27fe-4ee6-8fb4-ec9b7931b409" providerId="ADAL" clId="{AC929AA0-30FE-40F5-9F14-BAD5341BE9C1}" dt="2025-07-23T05:31:24.407" v="124" actId="47"/>
        <pc:sldMkLst>
          <pc:docMk/>
          <pc:sldMk cId="287668785" sldId="560"/>
        </pc:sldMkLst>
        <pc:picChg chg="del">
          <ac:chgData name="Deepika Vatsa" userId="f7100972-27fe-4ee6-8fb4-ec9b7931b409" providerId="ADAL" clId="{AC929AA0-30FE-40F5-9F14-BAD5341BE9C1}" dt="2025-07-23T05:30:54.194" v="117" actId="21"/>
          <ac:picMkLst>
            <pc:docMk/>
            <pc:sldMk cId="287668785" sldId="560"/>
            <ac:picMk id="2050" creationId="{22B60C02-5515-4EC4-3F23-264ACAD584DC}"/>
          </ac:picMkLst>
        </pc:picChg>
      </pc:sldChg>
      <pc:sldChg chg="add del">
        <pc:chgData name="Deepika Vatsa" userId="f7100972-27fe-4ee6-8fb4-ec9b7931b409" providerId="ADAL" clId="{AC929AA0-30FE-40F5-9F14-BAD5341BE9C1}" dt="2025-07-23T05:36:45.727" v="175" actId="47"/>
        <pc:sldMkLst>
          <pc:docMk/>
          <pc:sldMk cId="2450812828" sldId="561"/>
        </pc:sldMkLst>
      </pc:sldChg>
      <pc:sldChg chg="add del">
        <pc:chgData name="Deepika Vatsa" userId="f7100972-27fe-4ee6-8fb4-ec9b7931b409" providerId="ADAL" clId="{AC929AA0-30FE-40F5-9F14-BAD5341BE9C1}" dt="2025-07-23T05:54:00.768" v="676" actId="47"/>
        <pc:sldMkLst>
          <pc:docMk/>
          <pc:sldMk cId="287564619" sldId="562"/>
        </pc:sldMkLst>
      </pc:sldChg>
      <pc:sldChg chg="add del ord">
        <pc:chgData name="Deepika Vatsa" userId="f7100972-27fe-4ee6-8fb4-ec9b7931b409" providerId="ADAL" clId="{AC929AA0-30FE-40F5-9F14-BAD5341BE9C1}" dt="2025-07-23T06:37:03.780" v="1338" actId="47"/>
        <pc:sldMkLst>
          <pc:docMk/>
          <pc:sldMk cId="1309982471" sldId="563"/>
        </pc:sldMkLst>
      </pc:sldChg>
      <pc:sldChg chg="add del">
        <pc:chgData name="Deepika Vatsa" userId="f7100972-27fe-4ee6-8fb4-ec9b7931b409" providerId="ADAL" clId="{AC929AA0-30FE-40F5-9F14-BAD5341BE9C1}" dt="2025-07-23T05:58:39.352" v="702" actId="47"/>
        <pc:sldMkLst>
          <pc:docMk/>
          <pc:sldMk cId="774750594" sldId="564"/>
        </pc:sldMkLst>
      </pc:sldChg>
      <pc:sldChg chg="add del">
        <pc:chgData name="Deepika Vatsa" userId="f7100972-27fe-4ee6-8fb4-ec9b7931b409" providerId="ADAL" clId="{AC929AA0-30FE-40F5-9F14-BAD5341BE9C1}" dt="2025-07-23T06:08:31.397" v="821" actId="47"/>
        <pc:sldMkLst>
          <pc:docMk/>
          <pc:sldMk cId="3999172815" sldId="565"/>
        </pc:sldMkLst>
      </pc:sldChg>
      <pc:sldChg chg="add del">
        <pc:chgData name="Deepika Vatsa" userId="f7100972-27fe-4ee6-8fb4-ec9b7931b409" providerId="ADAL" clId="{AC929AA0-30FE-40F5-9F14-BAD5341BE9C1}" dt="2025-07-23T06:11:54.628" v="959" actId="2696"/>
        <pc:sldMkLst>
          <pc:docMk/>
          <pc:sldMk cId="3177362686" sldId="566"/>
        </pc:sldMkLst>
      </pc:sldChg>
      <pc:sldChg chg="add del">
        <pc:chgData name="Deepika Vatsa" userId="f7100972-27fe-4ee6-8fb4-ec9b7931b409" providerId="ADAL" clId="{AC929AA0-30FE-40F5-9F14-BAD5341BE9C1}" dt="2025-07-23T06:23:07.992" v="1168" actId="47"/>
        <pc:sldMkLst>
          <pc:docMk/>
          <pc:sldMk cId="3560577388" sldId="567"/>
        </pc:sldMkLst>
      </pc:sldChg>
      <pc:sldChg chg="add del">
        <pc:chgData name="Deepika Vatsa" userId="f7100972-27fe-4ee6-8fb4-ec9b7931b409" providerId="ADAL" clId="{AC929AA0-30FE-40F5-9F14-BAD5341BE9C1}" dt="2025-07-23T06:23:55.199" v="1169" actId="47"/>
        <pc:sldMkLst>
          <pc:docMk/>
          <pc:sldMk cId="1294509964" sldId="568"/>
        </pc:sldMkLst>
      </pc:sldChg>
      <pc:sldChg chg="add del ord">
        <pc:chgData name="Deepika Vatsa" userId="f7100972-27fe-4ee6-8fb4-ec9b7931b409" providerId="ADAL" clId="{AC929AA0-30FE-40F5-9F14-BAD5341BE9C1}" dt="2025-07-23T06:42:21.688" v="1504" actId="47"/>
        <pc:sldMkLst>
          <pc:docMk/>
          <pc:sldMk cId="3878748831" sldId="569"/>
        </pc:sldMkLst>
      </pc:sldChg>
      <pc:sldChg chg="add del">
        <pc:chgData name="Deepika Vatsa" userId="f7100972-27fe-4ee6-8fb4-ec9b7931b409" providerId="ADAL" clId="{AC929AA0-30FE-40F5-9F14-BAD5341BE9C1}" dt="2025-07-23T06:27:13.380" v="1195" actId="47"/>
        <pc:sldMkLst>
          <pc:docMk/>
          <pc:sldMk cId="3075254007" sldId="570"/>
        </pc:sldMkLst>
      </pc:sldChg>
      <pc:sldChg chg="add del">
        <pc:chgData name="Deepika Vatsa" userId="f7100972-27fe-4ee6-8fb4-ec9b7931b409" providerId="ADAL" clId="{AC929AA0-30FE-40F5-9F14-BAD5341BE9C1}" dt="2025-07-23T06:29:08.930" v="1236" actId="47"/>
        <pc:sldMkLst>
          <pc:docMk/>
          <pc:sldMk cId="1114442619" sldId="571"/>
        </pc:sldMkLst>
      </pc:sldChg>
      <pc:sldChg chg="del">
        <pc:chgData name="Deepika Vatsa" userId="f7100972-27fe-4ee6-8fb4-ec9b7931b409" providerId="ADAL" clId="{AC929AA0-30FE-40F5-9F14-BAD5341BE9C1}" dt="2025-07-23T05:28:15.070" v="2" actId="47"/>
        <pc:sldMkLst>
          <pc:docMk/>
          <pc:sldMk cId="549806327" sldId="573"/>
        </pc:sldMkLst>
      </pc:sldChg>
      <pc:sldChg chg="del">
        <pc:chgData name="Deepika Vatsa" userId="f7100972-27fe-4ee6-8fb4-ec9b7931b409" providerId="ADAL" clId="{AC929AA0-30FE-40F5-9F14-BAD5341BE9C1}" dt="2025-07-23T05:28:15.070" v="2" actId="47"/>
        <pc:sldMkLst>
          <pc:docMk/>
          <pc:sldMk cId="810527257" sldId="576"/>
        </pc:sldMkLst>
      </pc:sldChg>
      <pc:sldChg chg="add del">
        <pc:chgData name="Deepika Vatsa" userId="f7100972-27fe-4ee6-8fb4-ec9b7931b409" providerId="ADAL" clId="{AC929AA0-30FE-40F5-9F14-BAD5341BE9C1}" dt="2025-07-23T06:30:09.001" v="1272" actId="47"/>
        <pc:sldMkLst>
          <pc:docMk/>
          <pc:sldMk cId="484703658" sldId="577"/>
        </pc:sldMkLst>
      </pc:sldChg>
      <pc:sldChg chg="del">
        <pc:chgData name="Deepika Vatsa" userId="f7100972-27fe-4ee6-8fb4-ec9b7931b409" providerId="ADAL" clId="{AC929AA0-30FE-40F5-9F14-BAD5341BE9C1}" dt="2025-07-23T05:28:15.070" v="2" actId="47"/>
        <pc:sldMkLst>
          <pc:docMk/>
          <pc:sldMk cId="835005002" sldId="578"/>
        </pc:sldMkLst>
      </pc:sldChg>
      <pc:sldChg chg="add del">
        <pc:chgData name="Deepika Vatsa" userId="f7100972-27fe-4ee6-8fb4-ec9b7931b409" providerId="ADAL" clId="{AC929AA0-30FE-40F5-9F14-BAD5341BE9C1}" dt="2025-07-23T06:30:24.944" v="1275" actId="47"/>
        <pc:sldMkLst>
          <pc:docMk/>
          <pc:sldMk cId="1652899310" sldId="578"/>
        </pc:sldMkLst>
      </pc:sldChg>
      <pc:sldChg chg="add del">
        <pc:chgData name="Deepika Vatsa" userId="f7100972-27fe-4ee6-8fb4-ec9b7931b409" providerId="ADAL" clId="{AC929AA0-30FE-40F5-9F14-BAD5341BE9C1}" dt="2025-07-23T06:42:19.975" v="1502" actId="47"/>
        <pc:sldMkLst>
          <pc:docMk/>
          <pc:sldMk cId="23855480" sldId="579"/>
        </pc:sldMkLst>
      </pc:sldChg>
      <pc:sldChg chg="add del">
        <pc:chgData name="Deepika Vatsa" userId="f7100972-27fe-4ee6-8fb4-ec9b7931b409" providerId="ADAL" clId="{AC929AA0-30FE-40F5-9F14-BAD5341BE9C1}" dt="2025-07-23T06:42:21.516" v="1503" actId="47"/>
        <pc:sldMkLst>
          <pc:docMk/>
          <pc:sldMk cId="3638433235" sldId="580"/>
        </pc:sldMkLst>
      </pc:sldChg>
      <pc:sldChg chg="del">
        <pc:chgData name="Deepika Vatsa" userId="f7100972-27fe-4ee6-8fb4-ec9b7931b409" providerId="ADAL" clId="{AC929AA0-30FE-40F5-9F14-BAD5341BE9C1}" dt="2025-07-23T05:28:15.070" v="2" actId="47"/>
        <pc:sldMkLst>
          <pc:docMk/>
          <pc:sldMk cId="1700069977" sldId="582"/>
        </pc:sldMkLst>
      </pc:sldChg>
      <pc:sldChg chg="del">
        <pc:chgData name="Deepika Vatsa" userId="f7100972-27fe-4ee6-8fb4-ec9b7931b409" providerId="ADAL" clId="{AC929AA0-30FE-40F5-9F14-BAD5341BE9C1}" dt="2025-07-23T05:28:15.070" v="2" actId="47"/>
        <pc:sldMkLst>
          <pc:docMk/>
          <pc:sldMk cId="2784952323" sldId="585"/>
        </pc:sldMkLst>
      </pc:sldChg>
      <pc:sldChg chg="del">
        <pc:chgData name="Deepika Vatsa" userId="f7100972-27fe-4ee6-8fb4-ec9b7931b409" providerId="ADAL" clId="{AC929AA0-30FE-40F5-9F14-BAD5341BE9C1}" dt="2025-07-23T05:28:15.070" v="2" actId="47"/>
        <pc:sldMkLst>
          <pc:docMk/>
          <pc:sldMk cId="4072135879" sldId="590"/>
        </pc:sldMkLst>
      </pc:sldChg>
      <pc:sldChg chg="modSp mod">
        <pc:chgData name="Deepika Vatsa" userId="f7100972-27fe-4ee6-8fb4-ec9b7931b409" providerId="ADAL" clId="{AC929AA0-30FE-40F5-9F14-BAD5341BE9C1}" dt="2025-07-23T05:30:11.221" v="54" actId="207"/>
        <pc:sldMkLst>
          <pc:docMk/>
          <pc:sldMk cId="3439049211" sldId="591"/>
        </pc:sldMkLst>
        <pc:spChg chg="mod">
          <ac:chgData name="Deepika Vatsa" userId="f7100972-27fe-4ee6-8fb4-ec9b7931b409" providerId="ADAL" clId="{AC929AA0-30FE-40F5-9F14-BAD5341BE9C1}" dt="2025-07-23T05:28:39.840" v="43" actId="20577"/>
          <ac:spMkLst>
            <pc:docMk/>
            <pc:sldMk cId="3439049211" sldId="591"/>
            <ac:spMk id="2" creationId="{00000000-0000-0000-0000-000000000000}"/>
          </ac:spMkLst>
        </pc:spChg>
        <pc:spChg chg="mod">
          <ac:chgData name="Deepika Vatsa" userId="f7100972-27fe-4ee6-8fb4-ec9b7931b409" providerId="ADAL" clId="{AC929AA0-30FE-40F5-9F14-BAD5341BE9C1}" dt="2025-07-23T05:30:11.221" v="54" actId="207"/>
          <ac:spMkLst>
            <pc:docMk/>
            <pc:sldMk cId="3439049211" sldId="591"/>
            <ac:spMk id="11" creationId="{06381CCD-359B-D8A2-1997-A5B56A02FD41}"/>
          </ac:spMkLst>
        </pc:spChg>
      </pc:sldChg>
      <pc:sldChg chg="addSp delSp modSp add mod">
        <pc:chgData name="Deepika Vatsa" userId="f7100972-27fe-4ee6-8fb4-ec9b7931b409" providerId="ADAL" clId="{AC929AA0-30FE-40F5-9F14-BAD5341BE9C1}" dt="2025-07-23T05:31:09.627" v="123" actId="1076"/>
        <pc:sldMkLst>
          <pc:docMk/>
          <pc:sldMk cId="494535748" sldId="592"/>
        </pc:sldMkLst>
        <pc:spChg chg="del">
          <ac:chgData name="Deepika Vatsa" userId="f7100972-27fe-4ee6-8fb4-ec9b7931b409" providerId="ADAL" clId="{AC929AA0-30FE-40F5-9F14-BAD5341BE9C1}" dt="2025-07-23T05:30:57.529" v="118" actId="478"/>
          <ac:spMkLst>
            <pc:docMk/>
            <pc:sldMk cId="494535748" sldId="592"/>
            <ac:spMk id="11" creationId="{06381CCD-359B-D8A2-1997-A5B56A02FD41}"/>
          </ac:spMkLst>
        </pc:spChg>
        <pc:picChg chg="add mod">
          <ac:chgData name="Deepika Vatsa" userId="f7100972-27fe-4ee6-8fb4-ec9b7931b409" providerId="ADAL" clId="{AC929AA0-30FE-40F5-9F14-BAD5341BE9C1}" dt="2025-07-23T05:31:09.627" v="123" actId="1076"/>
          <ac:picMkLst>
            <pc:docMk/>
            <pc:sldMk cId="494535748" sldId="592"/>
            <ac:picMk id="4" creationId="{2131E057-9C88-25D8-4E2F-DF4368344C2C}"/>
          </ac:picMkLst>
        </pc:picChg>
      </pc:sldChg>
      <pc:sldChg chg="del">
        <pc:chgData name="Deepika Vatsa" userId="f7100972-27fe-4ee6-8fb4-ec9b7931b409" providerId="ADAL" clId="{AC929AA0-30FE-40F5-9F14-BAD5341BE9C1}" dt="2025-07-23T05:28:15.070" v="2" actId="47"/>
        <pc:sldMkLst>
          <pc:docMk/>
          <pc:sldMk cId="3695788924" sldId="592"/>
        </pc:sldMkLst>
      </pc:sldChg>
      <pc:sldChg chg="del">
        <pc:chgData name="Deepika Vatsa" userId="f7100972-27fe-4ee6-8fb4-ec9b7931b409" providerId="ADAL" clId="{AC929AA0-30FE-40F5-9F14-BAD5341BE9C1}" dt="2025-07-23T05:28:15.070" v="2" actId="47"/>
        <pc:sldMkLst>
          <pc:docMk/>
          <pc:sldMk cId="1876629941" sldId="593"/>
        </pc:sldMkLst>
      </pc:sldChg>
      <pc:sldChg chg="modSp add mod">
        <pc:chgData name="Deepika Vatsa" userId="f7100972-27fe-4ee6-8fb4-ec9b7931b409" providerId="ADAL" clId="{AC929AA0-30FE-40F5-9F14-BAD5341BE9C1}" dt="2025-07-23T05:35:24.925" v="174" actId="20577"/>
        <pc:sldMkLst>
          <pc:docMk/>
          <pc:sldMk cId="3539443453" sldId="593"/>
        </pc:sldMkLst>
        <pc:spChg chg="mod">
          <ac:chgData name="Deepika Vatsa" userId="f7100972-27fe-4ee6-8fb4-ec9b7931b409" providerId="ADAL" clId="{AC929AA0-30FE-40F5-9F14-BAD5341BE9C1}" dt="2025-07-23T05:31:40.844" v="146" actId="5793"/>
          <ac:spMkLst>
            <pc:docMk/>
            <pc:sldMk cId="3539443453" sldId="593"/>
            <ac:spMk id="2" creationId="{00000000-0000-0000-0000-000000000000}"/>
          </ac:spMkLst>
        </pc:spChg>
        <pc:spChg chg="mod">
          <ac:chgData name="Deepika Vatsa" userId="f7100972-27fe-4ee6-8fb4-ec9b7931b409" providerId="ADAL" clId="{AC929AA0-30FE-40F5-9F14-BAD5341BE9C1}" dt="2025-07-23T05:35:24.925" v="174" actId="20577"/>
          <ac:spMkLst>
            <pc:docMk/>
            <pc:sldMk cId="3539443453" sldId="593"/>
            <ac:spMk id="11" creationId="{06381CCD-359B-D8A2-1997-A5B56A02FD41}"/>
          </ac:spMkLst>
        </pc:spChg>
      </pc:sldChg>
      <pc:sldChg chg="addSp modSp add mod">
        <pc:chgData name="Deepika Vatsa" userId="f7100972-27fe-4ee6-8fb4-ec9b7931b409" providerId="ADAL" clId="{AC929AA0-30FE-40F5-9F14-BAD5341BE9C1}" dt="2025-07-23T05:37:19.956" v="211" actId="1076"/>
        <pc:sldMkLst>
          <pc:docMk/>
          <pc:sldMk cId="2249137657" sldId="594"/>
        </pc:sldMkLst>
        <pc:spChg chg="mod">
          <ac:chgData name="Deepika Vatsa" userId="f7100972-27fe-4ee6-8fb4-ec9b7931b409" providerId="ADAL" clId="{AC929AA0-30FE-40F5-9F14-BAD5341BE9C1}" dt="2025-07-23T05:37:07.679" v="206" actId="20577"/>
          <ac:spMkLst>
            <pc:docMk/>
            <pc:sldMk cId="2249137657" sldId="594"/>
            <ac:spMk id="11" creationId="{06381CCD-359B-D8A2-1997-A5B56A02FD41}"/>
          </ac:spMkLst>
        </pc:spChg>
        <pc:picChg chg="add mod">
          <ac:chgData name="Deepika Vatsa" userId="f7100972-27fe-4ee6-8fb4-ec9b7931b409" providerId="ADAL" clId="{AC929AA0-30FE-40F5-9F14-BAD5341BE9C1}" dt="2025-07-23T05:37:19.956" v="211" actId="1076"/>
          <ac:picMkLst>
            <pc:docMk/>
            <pc:sldMk cId="2249137657" sldId="594"/>
            <ac:picMk id="1026" creationId="{4C550732-15C6-486E-6D92-A9E584061D26}"/>
          </ac:picMkLst>
        </pc:picChg>
      </pc:sldChg>
      <pc:sldChg chg="del">
        <pc:chgData name="Deepika Vatsa" userId="f7100972-27fe-4ee6-8fb4-ec9b7931b409" providerId="ADAL" clId="{AC929AA0-30FE-40F5-9F14-BAD5341BE9C1}" dt="2025-07-23T05:28:15.070" v="2" actId="47"/>
        <pc:sldMkLst>
          <pc:docMk/>
          <pc:sldMk cId="2583576287" sldId="594"/>
        </pc:sldMkLst>
      </pc:sldChg>
      <pc:sldChg chg="addSp delSp modSp add mod ord">
        <pc:chgData name="Deepika Vatsa" userId="f7100972-27fe-4ee6-8fb4-ec9b7931b409" providerId="ADAL" clId="{AC929AA0-30FE-40F5-9F14-BAD5341BE9C1}" dt="2025-07-23T05:53:30.210" v="675" actId="1037"/>
        <pc:sldMkLst>
          <pc:docMk/>
          <pc:sldMk cId="2043304788" sldId="595"/>
        </pc:sldMkLst>
        <pc:spChg chg="mod">
          <ac:chgData name="Deepika Vatsa" userId="f7100972-27fe-4ee6-8fb4-ec9b7931b409" providerId="ADAL" clId="{AC929AA0-30FE-40F5-9F14-BAD5341BE9C1}" dt="2025-07-23T05:40:15.192" v="227" actId="20577"/>
          <ac:spMkLst>
            <pc:docMk/>
            <pc:sldMk cId="2043304788" sldId="595"/>
            <ac:spMk id="2" creationId="{00000000-0000-0000-0000-000000000000}"/>
          </ac:spMkLst>
        </pc:spChg>
        <pc:spChg chg="mod">
          <ac:chgData name="Deepika Vatsa" userId="f7100972-27fe-4ee6-8fb4-ec9b7931b409" providerId="ADAL" clId="{AC929AA0-30FE-40F5-9F14-BAD5341BE9C1}" dt="2025-07-23T05:53:30.210" v="675" actId="1037"/>
          <ac:spMkLst>
            <pc:docMk/>
            <pc:sldMk cId="2043304788" sldId="595"/>
            <ac:spMk id="11" creationId="{06381CCD-359B-D8A2-1997-A5B56A02FD41}"/>
          </ac:spMkLst>
        </pc:spChg>
        <pc:picChg chg="add del mod">
          <ac:chgData name="Deepika Vatsa" userId="f7100972-27fe-4ee6-8fb4-ec9b7931b409" providerId="ADAL" clId="{AC929AA0-30FE-40F5-9F14-BAD5341BE9C1}" dt="2025-07-23T05:45:16.172" v="274" actId="478"/>
          <ac:picMkLst>
            <pc:docMk/>
            <pc:sldMk cId="2043304788" sldId="595"/>
            <ac:picMk id="2050" creationId="{532E7ECA-2966-D762-86AC-CF85DA936773}"/>
          </ac:picMkLst>
        </pc:picChg>
        <pc:picChg chg="add mod">
          <ac:chgData name="Deepika Vatsa" userId="f7100972-27fe-4ee6-8fb4-ec9b7931b409" providerId="ADAL" clId="{AC929AA0-30FE-40F5-9F14-BAD5341BE9C1}" dt="2025-07-23T05:52:40.517" v="609" actId="1076"/>
          <ac:picMkLst>
            <pc:docMk/>
            <pc:sldMk cId="2043304788" sldId="595"/>
            <ac:picMk id="2052" creationId="{92649715-A1CA-9DC4-289C-FF0198FB0C4F}"/>
          </ac:picMkLst>
        </pc:picChg>
      </pc:sldChg>
      <pc:sldChg chg="del">
        <pc:chgData name="Deepika Vatsa" userId="f7100972-27fe-4ee6-8fb4-ec9b7931b409" providerId="ADAL" clId="{AC929AA0-30FE-40F5-9F14-BAD5341BE9C1}" dt="2025-07-23T05:28:15.070" v="2" actId="47"/>
        <pc:sldMkLst>
          <pc:docMk/>
          <pc:sldMk cId="3729385034" sldId="595"/>
        </pc:sldMkLst>
      </pc:sldChg>
      <pc:sldChg chg="del">
        <pc:chgData name="Deepika Vatsa" userId="f7100972-27fe-4ee6-8fb4-ec9b7931b409" providerId="ADAL" clId="{AC929AA0-30FE-40F5-9F14-BAD5341BE9C1}" dt="2025-07-23T05:28:15.070" v="2" actId="47"/>
        <pc:sldMkLst>
          <pc:docMk/>
          <pc:sldMk cId="1503747669" sldId="596"/>
        </pc:sldMkLst>
      </pc:sldChg>
      <pc:sldChg chg="addSp delSp modSp add mod">
        <pc:chgData name="Deepika Vatsa" userId="f7100972-27fe-4ee6-8fb4-ec9b7931b409" providerId="ADAL" clId="{AC929AA0-30FE-40F5-9F14-BAD5341BE9C1}" dt="2025-07-23T05:52:26.438" v="607" actId="1076"/>
        <pc:sldMkLst>
          <pc:docMk/>
          <pc:sldMk cId="2365471124" sldId="596"/>
        </pc:sldMkLst>
        <pc:spChg chg="mod">
          <ac:chgData name="Deepika Vatsa" userId="f7100972-27fe-4ee6-8fb4-ec9b7931b409" providerId="ADAL" clId="{AC929AA0-30FE-40F5-9F14-BAD5341BE9C1}" dt="2025-07-23T05:52:26.438" v="607" actId="1076"/>
          <ac:spMkLst>
            <pc:docMk/>
            <pc:sldMk cId="2365471124" sldId="596"/>
            <ac:spMk id="11" creationId="{06381CCD-359B-D8A2-1997-A5B56A02FD41}"/>
          </ac:spMkLst>
        </pc:spChg>
        <pc:picChg chg="del">
          <ac:chgData name="Deepika Vatsa" userId="f7100972-27fe-4ee6-8fb4-ec9b7931b409" providerId="ADAL" clId="{AC929AA0-30FE-40F5-9F14-BAD5341BE9C1}" dt="2025-07-23T05:46:58.476" v="386" actId="478"/>
          <ac:picMkLst>
            <pc:docMk/>
            <pc:sldMk cId="2365471124" sldId="596"/>
            <ac:picMk id="2052" creationId="{92649715-A1CA-9DC4-289C-FF0198FB0C4F}"/>
          </ac:picMkLst>
        </pc:picChg>
        <pc:picChg chg="add mod">
          <ac:chgData name="Deepika Vatsa" userId="f7100972-27fe-4ee6-8fb4-ec9b7931b409" providerId="ADAL" clId="{AC929AA0-30FE-40F5-9F14-BAD5341BE9C1}" dt="2025-07-23T05:51:05.647" v="547" actId="1076"/>
          <ac:picMkLst>
            <pc:docMk/>
            <pc:sldMk cId="2365471124" sldId="596"/>
            <ac:picMk id="3074" creationId="{1FD8F825-EA11-7304-317C-BF8A7BFFF610}"/>
          </ac:picMkLst>
        </pc:picChg>
      </pc:sldChg>
      <pc:sldChg chg="del">
        <pc:chgData name="Deepika Vatsa" userId="f7100972-27fe-4ee6-8fb4-ec9b7931b409" providerId="ADAL" clId="{AC929AA0-30FE-40F5-9F14-BAD5341BE9C1}" dt="2025-07-23T05:28:15.070" v="2" actId="47"/>
        <pc:sldMkLst>
          <pc:docMk/>
          <pc:sldMk cId="2169252664" sldId="597"/>
        </pc:sldMkLst>
      </pc:sldChg>
      <pc:sldChg chg="modSp add mod">
        <pc:chgData name="Deepika Vatsa" userId="f7100972-27fe-4ee6-8fb4-ec9b7931b409" providerId="ADAL" clId="{AC929AA0-30FE-40F5-9F14-BAD5341BE9C1}" dt="2025-07-23T05:58:32.528" v="701" actId="6549"/>
        <pc:sldMkLst>
          <pc:docMk/>
          <pc:sldMk cId="3613863550" sldId="597"/>
        </pc:sldMkLst>
        <pc:spChg chg="mod">
          <ac:chgData name="Deepika Vatsa" userId="f7100972-27fe-4ee6-8fb4-ec9b7931b409" providerId="ADAL" clId="{AC929AA0-30FE-40F5-9F14-BAD5341BE9C1}" dt="2025-07-23T05:57:15.672" v="683" actId="20577"/>
          <ac:spMkLst>
            <pc:docMk/>
            <pc:sldMk cId="3613863550" sldId="597"/>
            <ac:spMk id="2" creationId="{00000000-0000-0000-0000-000000000000}"/>
          </ac:spMkLst>
        </pc:spChg>
        <pc:spChg chg="mod">
          <ac:chgData name="Deepika Vatsa" userId="f7100972-27fe-4ee6-8fb4-ec9b7931b409" providerId="ADAL" clId="{AC929AA0-30FE-40F5-9F14-BAD5341BE9C1}" dt="2025-07-23T05:58:32.528" v="701" actId="6549"/>
          <ac:spMkLst>
            <pc:docMk/>
            <pc:sldMk cId="3613863550" sldId="597"/>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3506553672" sldId="598"/>
        </pc:sldMkLst>
      </pc:sldChg>
      <pc:sldChg chg="addSp modSp add mod">
        <pc:chgData name="Deepika Vatsa" userId="f7100972-27fe-4ee6-8fb4-ec9b7931b409" providerId="ADAL" clId="{AC929AA0-30FE-40F5-9F14-BAD5341BE9C1}" dt="2025-07-23T06:04:22.203" v="745" actId="207"/>
        <pc:sldMkLst>
          <pc:docMk/>
          <pc:sldMk cId="4006034928" sldId="598"/>
        </pc:sldMkLst>
        <pc:spChg chg="mod">
          <ac:chgData name="Deepika Vatsa" userId="f7100972-27fe-4ee6-8fb4-ec9b7931b409" providerId="ADAL" clId="{AC929AA0-30FE-40F5-9F14-BAD5341BE9C1}" dt="2025-07-23T06:01:53.476" v="715" actId="20577"/>
          <ac:spMkLst>
            <pc:docMk/>
            <pc:sldMk cId="4006034928" sldId="598"/>
            <ac:spMk id="2" creationId="{00000000-0000-0000-0000-000000000000}"/>
          </ac:spMkLst>
        </pc:spChg>
        <pc:spChg chg="mod">
          <ac:chgData name="Deepika Vatsa" userId="f7100972-27fe-4ee6-8fb4-ec9b7931b409" providerId="ADAL" clId="{AC929AA0-30FE-40F5-9F14-BAD5341BE9C1}" dt="2025-07-23T06:04:22.203" v="745" actId="207"/>
          <ac:spMkLst>
            <pc:docMk/>
            <pc:sldMk cId="4006034928" sldId="598"/>
            <ac:spMk id="11" creationId="{06381CCD-359B-D8A2-1997-A5B56A02FD41}"/>
          </ac:spMkLst>
        </pc:spChg>
        <pc:picChg chg="add mod">
          <ac:chgData name="Deepika Vatsa" userId="f7100972-27fe-4ee6-8fb4-ec9b7931b409" providerId="ADAL" clId="{AC929AA0-30FE-40F5-9F14-BAD5341BE9C1}" dt="2025-07-23T06:03:30.379" v="722" actId="1076"/>
          <ac:picMkLst>
            <pc:docMk/>
            <pc:sldMk cId="4006034928" sldId="598"/>
            <ac:picMk id="4098" creationId="{B6B0D7CD-49AB-61CA-4335-DFE095D59382}"/>
          </ac:picMkLst>
        </pc:picChg>
      </pc:sldChg>
      <pc:sldChg chg="addSp delSp modSp add mod">
        <pc:chgData name="Deepika Vatsa" userId="f7100972-27fe-4ee6-8fb4-ec9b7931b409" providerId="ADAL" clId="{AC929AA0-30FE-40F5-9F14-BAD5341BE9C1}" dt="2025-07-23T06:07:45.714" v="820" actId="20577"/>
        <pc:sldMkLst>
          <pc:docMk/>
          <pc:sldMk cId="2158759759" sldId="599"/>
        </pc:sldMkLst>
        <pc:spChg chg="add del">
          <ac:chgData name="Deepika Vatsa" userId="f7100972-27fe-4ee6-8fb4-ec9b7931b409" providerId="ADAL" clId="{AC929AA0-30FE-40F5-9F14-BAD5341BE9C1}" dt="2025-07-23T06:06:40.388" v="783" actId="478"/>
          <ac:spMkLst>
            <pc:docMk/>
            <pc:sldMk cId="2158759759" sldId="599"/>
            <ac:spMk id="4" creationId="{140EE86F-8360-3758-2268-F5A95F9EE36A}"/>
          </ac:spMkLst>
        </pc:spChg>
        <pc:spChg chg="add del">
          <ac:chgData name="Deepika Vatsa" userId="f7100972-27fe-4ee6-8fb4-ec9b7931b409" providerId="ADAL" clId="{AC929AA0-30FE-40F5-9F14-BAD5341BE9C1}" dt="2025-07-23T06:06:51.796" v="789"/>
          <ac:spMkLst>
            <pc:docMk/>
            <pc:sldMk cId="2158759759" sldId="599"/>
            <ac:spMk id="5" creationId="{B2356F49-E233-C5F7-4A30-05B5E809EC58}"/>
          </ac:spMkLst>
        </pc:spChg>
        <pc:spChg chg="mod">
          <ac:chgData name="Deepika Vatsa" userId="f7100972-27fe-4ee6-8fb4-ec9b7931b409" providerId="ADAL" clId="{AC929AA0-30FE-40F5-9F14-BAD5341BE9C1}" dt="2025-07-23T06:07:45.714" v="820" actId="20577"/>
          <ac:spMkLst>
            <pc:docMk/>
            <pc:sldMk cId="2158759759" sldId="599"/>
            <ac:spMk id="11" creationId="{06381CCD-359B-D8A2-1997-A5B56A02FD41}"/>
          </ac:spMkLst>
        </pc:spChg>
        <pc:picChg chg="add mod modCrop">
          <ac:chgData name="Deepika Vatsa" userId="f7100972-27fe-4ee6-8fb4-ec9b7931b409" providerId="ADAL" clId="{AC929AA0-30FE-40F5-9F14-BAD5341BE9C1}" dt="2025-07-23T06:07:21.696" v="808" actId="1037"/>
          <ac:picMkLst>
            <pc:docMk/>
            <pc:sldMk cId="2158759759" sldId="599"/>
            <ac:picMk id="6" creationId="{71437D90-5128-5EA3-7313-65A287FE21F3}"/>
          </ac:picMkLst>
        </pc:picChg>
        <pc:picChg chg="del">
          <ac:chgData name="Deepika Vatsa" userId="f7100972-27fe-4ee6-8fb4-ec9b7931b409" providerId="ADAL" clId="{AC929AA0-30FE-40F5-9F14-BAD5341BE9C1}" dt="2025-07-23T06:04:33.898" v="747" actId="478"/>
          <ac:picMkLst>
            <pc:docMk/>
            <pc:sldMk cId="2158759759" sldId="599"/>
            <ac:picMk id="4098" creationId="{B6B0D7CD-49AB-61CA-4335-DFE095D59382}"/>
          </ac:picMkLst>
        </pc:picChg>
      </pc:sldChg>
      <pc:sldChg chg="modSp add mod">
        <pc:chgData name="Deepika Vatsa" userId="f7100972-27fe-4ee6-8fb4-ec9b7931b409" providerId="ADAL" clId="{AC929AA0-30FE-40F5-9F14-BAD5341BE9C1}" dt="2025-07-23T06:16:47.270" v="979" actId="12"/>
        <pc:sldMkLst>
          <pc:docMk/>
          <pc:sldMk cId="1407172059" sldId="600"/>
        </pc:sldMkLst>
        <pc:spChg chg="mod">
          <ac:chgData name="Deepika Vatsa" userId="f7100972-27fe-4ee6-8fb4-ec9b7931b409" providerId="ADAL" clId="{AC929AA0-30FE-40F5-9F14-BAD5341BE9C1}" dt="2025-07-23T06:09:20.006" v="853" actId="20577"/>
          <ac:spMkLst>
            <pc:docMk/>
            <pc:sldMk cId="1407172059" sldId="600"/>
            <ac:spMk id="2" creationId="{00000000-0000-0000-0000-000000000000}"/>
          </ac:spMkLst>
        </pc:spChg>
        <pc:spChg chg="mod">
          <ac:chgData name="Deepika Vatsa" userId="f7100972-27fe-4ee6-8fb4-ec9b7931b409" providerId="ADAL" clId="{AC929AA0-30FE-40F5-9F14-BAD5341BE9C1}" dt="2025-07-23T06:16:47.270" v="979" actId="12"/>
          <ac:spMkLst>
            <pc:docMk/>
            <pc:sldMk cId="1407172059" sldId="600"/>
            <ac:spMk id="11" creationId="{06381CCD-359B-D8A2-1997-A5B56A02FD41}"/>
          </ac:spMkLst>
        </pc:spChg>
      </pc:sldChg>
      <pc:sldChg chg="del">
        <pc:chgData name="Deepika Vatsa" userId="f7100972-27fe-4ee6-8fb4-ec9b7931b409" providerId="ADAL" clId="{AC929AA0-30FE-40F5-9F14-BAD5341BE9C1}" dt="2025-07-23T05:30:24.218" v="55" actId="47"/>
        <pc:sldMkLst>
          <pc:docMk/>
          <pc:sldMk cId="3239011490" sldId="601"/>
        </pc:sldMkLst>
      </pc:sldChg>
      <pc:sldChg chg="addSp modSp add mod">
        <pc:chgData name="Deepika Vatsa" userId="f7100972-27fe-4ee6-8fb4-ec9b7931b409" providerId="ADAL" clId="{AC929AA0-30FE-40F5-9F14-BAD5341BE9C1}" dt="2025-07-23T06:16:37.043" v="976" actId="20577"/>
        <pc:sldMkLst>
          <pc:docMk/>
          <pc:sldMk cId="3854070128" sldId="601"/>
        </pc:sldMkLst>
        <pc:spChg chg="mod">
          <ac:chgData name="Deepika Vatsa" userId="f7100972-27fe-4ee6-8fb4-ec9b7931b409" providerId="ADAL" clId="{AC929AA0-30FE-40F5-9F14-BAD5341BE9C1}" dt="2025-07-23T06:16:37.043" v="976" actId="20577"/>
          <ac:spMkLst>
            <pc:docMk/>
            <pc:sldMk cId="3854070128" sldId="601"/>
            <ac:spMk id="11" creationId="{06381CCD-359B-D8A2-1997-A5B56A02FD41}"/>
          </ac:spMkLst>
        </pc:spChg>
        <pc:picChg chg="add mod">
          <ac:chgData name="Deepika Vatsa" userId="f7100972-27fe-4ee6-8fb4-ec9b7931b409" providerId="ADAL" clId="{AC929AA0-30FE-40F5-9F14-BAD5341BE9C1}" dt="2025-07-23T06:16:04.107" v="969" actId="1076"/>
          <ac:picMkLst>
            <pc:docMk/>
            <pc:sldMk cId="3854070128" sldId="601"/>
            <ac:picMk id="6146" creationId="{66E1EC1A-96D5-0E00-533E-726B7D655EC9}"/>
          </ac:picMkLst>
        </pc:picChg>
      </pc:sldChg>
      <pc:sldChg chg="del">
        <pc:chgData name="Deepika Vatsa" userId="f7100972-27fe-4ee6-8fb4-ec9b7931b409" providerId="ADAL" clId="{AC929AA0-30FE-40F5-9F14-BAD5341BE9C1}" dt="2025-07-23T05:27:46.693" v="1" actId="47"/>
        <pc:sldMkLst>
          <pc:docMk/>
          <pc:sldMk cId="2717130231" sldId="602"/>
        </pc:sldMkLst>
      </pc:sldChg>
      <pc:sldChg chg="delSp modSp add mod">
        <pc:chgData name="Deepika Vatsa" userId="f7100972-27fe-4ee6-8fb4-ec9b7931b409" providerId="ADAL" clId="{AC929AA0-30FE-40F5-9F14-BAD5341BE9C1}" dt="2025-07-23T06:22:53.809" v="1167" actId="20577"/>
        <pc:sldMkLst>
          <pc:docMk/>
          <pc:sldMk cId="3816700751" sldId="602"/>
        </pc:sldMkLst>
        <pc:spChg chg="mod">
          <ac:chgData name="Deepika Vatsa" userId="f7100972-27fe-4ee6-8fb4-ec9b7931b409" providerId="ADAL" clId="{AC929AA0-30FE-40F5-9F14-BAD5341BE9C1}" dt="2025-07-23T06:22:53.809" v="1167" actId="20577"/>
          <ac:spMkLst>
            <pc:docMk/>
            <pc:sldMk cId="3816700751" sldId="602"/>
            <ac:spMk id="11" creationId="{06381CCD-359B-D8A2-1997-A5B56A02FD41}"/>
          </ac:spMkLst>
        </pc:spChg>
        <pc:picChg chg="del">
          <ac:chgData name="Deepika Vatsa" userId="f7100972-27fe-4ee6-8fb4-ec9b7931b409" providerId="ADAL" clId="{AC929AA0-30FE-40F5-9F14-BAD5341BE9C1}" dt="2025-07-23T06:19:57.911" v="1128" actId="478"/>
          <ac:picMkLst>
            <pc:docMk/>
            <pc:sldMk cId="3816700751" sldId="602"/>
            <ac:picMk id="6146" creationId="{66E1EC1A-96D5-0E00-533E-726B7D655EC9}"/>
          </ac:picMkLst>
        </pc:picChg>
      </pc:sldChg>
      <pc:sldChg chg="del">
        <pc:chgData name="Deepika Vatsa" userId="f7100972-27fe-4ee6-8fb4-ec9b7931b409" providerId="ADAL" clId="{AC929AA0-30FE-40F5-9F14-BAD5341BE9C1}" dt="2025-07-23T05:27:46.693" v="1" actId="47"/>
        <pc:sldMkLst>
          <pc:docMk/>
          <pc:sldMk cId="1266594393" sldId="603"/>
        </pc:sldMkLst>
      </pc:sldChg>
      <pc:sldChg chg="addSp delSp modSp add mod">
        <pc:chgData name="Deepika Vatsa" userId="f7100972-27fe-4ee6-8fb4-ec9b7931b409" providerId="ADAL" clId="{AC929AA0-30FE-40F5-9F14-BAD5341BE9C1}" dt="2025-07-23T06:27:21.109" v="1196" actId="207"/>
        <pc:sldMkLst>
          <pc:docMk/>
          <pc:sldMk cId="3109653638" sldId="603"/>
        </pc:sldMkLst>
        <pc:spChg chg="mod">
          <ac:chgData name="Deepika Vatsa" userId="f7100972-27fe-4ee6-8fb4-ec9b7931b409" providerId="ADAL" clId="{AC929AA0-30FE-40F5-9F14-BAD5341BE9C1}" dt="2025-07-23T06:24:40.986" v="1182" actId="20577"/>
          <ac:spMkLst>
            <pc:docMk/>
            <pc:sldMk cId="3109653638" sldId="603"/>
            <ac:spMk id="2" creationId="{00000000-0000-0000-0000-000000000000}"/>
          </ac:spMkLst>
        </pc:spChg>
        <pc:spChg chg="add mod">
          <ac:chgData name="Deepika Vatsa" userId="f7100972-27fe-4ee6-8fb4-ec9b7931b409" providerId="ADAL" clId="{AC929AA0-30FE-40F5-9F14-BAD5341BE9C1}" dt="2025-07-23T06:27:21.109" v="1196" actId="207"/>
          <ac:spMkLst>
            <pc:docMk/>
            <pc:sldMk cId="3109653638" sldId="603"/>
            <ac:spMk id="5" creationId="{828D6187-34F2-C300-952E-69BC96F18703}"/>
          </ac:spMkLst>
        </pc:spChg>
        <pc:spChg chg="del">
          <ac:chgData name="Deepika Vatsa" userId="f7100972-27fe-4ee6-8fb4-ec9b7931b409" providerId="ADAL" clId="{AC929AA0-30FE-40F5-9F14-BAD5341BE9C1}" dt="2025-07-23T06:24:44.760" v="1183" actId="478"/>
          <ac:spMkLst>
            <pc:docMk/>
            <pc:sldMk cId="3109653638" sldId="603"/>
            <ac:spMk id="11" creationId="{06381CCD-359B-D8A2-1997-A5B56A02FD41}"/>
          </ac:spMkLst>
        </pc:spChg>
        <pc:picChg chg="add mod">
          <ac:chgData name="Deepika Vatsa" userId="f7100972-27fe-4ee6-8fb4-ec9b7931b409" providerId="ADAL" clId="{AC929AA0-30FE-40F5-9F14-BAD5341BE9C1}" dt="2025-07-23T06:26:16.292" v="1188" actId="1076"/>
          <ac:picMkLst>
            <pc:docMk/>
            <pc:sldMk cId="3109653638" sldId="603"/>
            <ac:picMk id="7170" creationId="{A1AF04A7-0FA2-044D-C214-524777ECC4EB}"/>
          </ac:picMkLst>
        </pc:picChg>
      </pc:sldChg>
      <pc:sldChg chg="addSp delSp modSp add mod">
        <pc:chgData name="Deepika Vatsa" userId="f7100972-27fe-4ee6-8fb4-ec9b7931b409" providerId="ADAL" clId="{AC929AA0-30FE-40F5-9F14-BAD5341BE9C1}" dt="2025-07-23T06:29:22.447" v="1246" actId="20577"/>
        <pc:sldMkLst>
          <pc:docMk/>
          <pc:sldMk cId="649285932" sldId="604"/>
        </pc:sldMkLst>
        <pc:spChg chg="mod">
          <ac:chgData name="Deepika Vatsa" userId="f7100972-27fe-4ee6-8fb4-ec9b7931b409" providerId="ADAL" clId="{AC929AA0-30FE-40F5-9F14-BAD5341BE9C1}" dt="2025-07-23T06:29:22.447" v="1246" actId="20577"/>
          <ac:spMkLst>
            <pc:docMk/>
            <pc:sldMk cId="649285932" sldId="604"/>
            <ac:spMk id="2" creationId="{00000000-0000-0000-0000-000000000000}"/>
          </ac:spMkLst>
        </pc:spChg>
        <pc:spChg chg="del">
          <ac:chgData name="Deepika Vatsa" userId="f7100972-27fe-4ee6-8fb4-ec9b7931b409" providerId="ADAL" clId="{AC929AA0-30FE-40F5-9F14-BAD5341BE9C1}" dt="2025-07-23T06:27:54.847" v="1209" actId="478"/>
          <ac:spMkLst>
            <pc:docMk/>
            <pc:sldMk cId="649285932" sldId="604"/>
            <ac:spMk id="11" creationId="{06381CCD-359B-D8A2-1997-A5B56A02FD41}"/>
          </ac:spMkLst>
        </pc:spChg>
        <pc:graphicFrameChg chg="add mod modGraphic">
          <ac:chgData name="Deepika Vatsa" userId="f7100972-27fe-4ee6-8fb4-ec9b7931b409" providerId="ADAL" clId="{AC929AA0-30FE-40F5-9F14-BAD5341BE9C1}" dt="2025-07-23T06:28:30.079" v="1235" actId="122"/>
          <ac:graphicFrameMkLst>
            <pc:docMk/>
            <pc:sldMk cId="649285932" sldId="604"/>
            <ac:graphicFrameMk id="4" creationId="{F44C14DF-6D4A-688F-B8CE-CD66EFA6FC96}"/>
          </ac:graphicFrameMkLst>
        </pc:graphicFrameChg>
      </pc:sldChg>
      <pc:sldChg chg="del">
        <pc:chgData name="Deepika Vatsa" userId="f7100972-27fe-4ee6-8fb4-ec9b7931b409" providerId="ADAL" clId="{AC929AA0-30FE-40F5-9F14-BAD5341BE9C1}" dt="2025-07-23T05:27:46.693" v="1" actId="47"/>
        <pc:sldMkLst>
          <pc:docMk/>
          <pc:sldMk cId="4255891347" sldId="604"/>
        </pc:sldMkLst>
      </pc:sldChg>
      <pc:sldChg chg="modSp add mod">
        <pc:chgData name="Deepika Vatsa" userId="f7100972-27fe-4ee6-8fb4-ec9b7931b409" providerId="ADAL" clId="{AC929AA0-30FE-40F5-9F14-BAD5341BE9C1}" dt="2025-07-23T06:33:43.223" v="1306" actId="20577"/>
        <pc:sldMkLst>
          <pc:docMk/>
          <pc:sldMk cId="2666969699" sldId="605"/>
        </pc:sldMkLst>
        <pc:spChg chg="mod">
          <ac:chgData name="Deepika Vatsa" userId="f7100972-27fe-4ee6-8fb4-ec9b7931b409" providerId="ADAL" clId="{AC929AA0-30FE-40F5-9F14-BAD5341BE9C1}" dt="2025-07-23T06:29:33.883" v="1265" actId="20577"/>
          <ac:spMkLst>
            <pc:docMk/>
            <pc:sldMk cId="2666969699" sldId="605"/>
            <ac:spMk id="2" creationId="{00000000-0000-0000-0000-000000000000}"/>
          </ac:spMkLst>
        </pc:spChg>
        <pc:spChg chg="mod">
          <ac:chgData name="Deepika Vatsa" userId="f7100972-27fe-4ee6-8fb4-ec9b7931b409" providerId="ADAL" clId="{AC929AA0-30FE-40F5-9F14-BAD5341BE9C1}" dt="2025-07-23T06:33:43.223" v="1306" actId="20577"/>
          <ac:spMkLst>
            <pc:docMk/>
            <pc:sldMk cId="2666969699" sldId="605"/>
            <ac:spMk id="11" creationId="{06381CCD-359B-D8A2-1997-A5B56A02FD41}"/>
          </ac:spMkLst>
        </pc:spChg>
      </pc:sldChg>
      <pc:sldChg chg="del">
        <pc:chgData name="Deepika Vatsa" userId="f7100972-27fe-4ee6-8fb4-ec9b7931b409" providerId="ADAL" clId="{AC929AA0-30FE-40F5-9F14-BAD5341BE9C1}" dt="2025-07-23T05:27:46.693" v="1" actId="47"/>
        <pc:sldMkLst>
          <pc:docMk/>
          <pc:sldMk cId="3000343820" sldId="605"/>
        </pc:sldMkLst>
      </pc:sldChg>
      <pc:sldChg chg="modSp add mod">
        <pc:chgData name="Deepika Vatsa" userId="f7100972-27fe-4ee6-8fb4-ec9b7931b409" providerId="ADAL" clId="{AC929AA0-30FE-40F5-9F14-BAD5341BE9C1}" dt="2025-07-23T06:34:57.432" v="1319" actId="20577"/>
        <pc:sldMkLst>
          <pc:docMk/>
          <pc:sldMk cId="1055965943" sldId="606"/>
        </pc:sldMkLst>
        <pc:spChg chg="mod">
          <ac:chgData name="Deepika Vatsa" userId="f7100972-27fe-4ee6-8fb4-ec9b7931b409" providerId="ADAL" clId="{AC929AA0-30FE-40F5-9F14-BAD5341BE9C1}" dt="2025-07-23T06:34:57.432" v="1319" actId="20577"/>
          <ac:spMkLst>
            <pc:docMk/>
            <pc:sldMk cId="1055965943" sldId="606"/>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1265168596" sldId="607"/>
        </pc:sldMkLst>
      </pc:sldChg>
      <pc:sldChg chg="modSp add mod">
        <pc:chgData name="Deepika Vatsa" userId="f7100972-27fe-4ee6-8fb4-ec9b7931b409" providerId="ADAL" clId="{AC929AA0-30FE-40F5-9F14-BAD5341BE9C1}" dt="2025-07-23T06:35:21.314" v="1325" actId="12"/>
        <pc:sldMkLst>
          <pc:docMk/>
          <pc:sldMk cId="3928892522" sldId="607"/>
        </pc:sldMkLst>
        <pc:spChg chg="mod">
          <ac:chgData name="Deepika Vatsa" userId="f7100972-27fe-4ee6-8fb4-ec9b7931b409" providerId="ADAL" clId="{AC929AA0-30FE-40F5-9F14-BAD5341BE9C1}" dt="2025-07-23T06:35:21.314" v="1325" actId="12"/>
          <ac:spMkLst>
            <pc:docMk/>
            <pc:sldMk cId="3928892522" sldId="607"/>
            <ac:spMk id="11" creationId="{06381CCD-359B-D8A2-1997-A5B56A02FD41}"/>
          </ac:spMkLst>
        </pc:spChg>
      </pc:sldChg>
      <pc:sldChg chg="modSp add mod">
        <pc:chgData name="Deepika Vatsa" userId="f7100972-27fe-4ee6-8fb4-ec9b7931b409" providerId="ADAL" clId="{AC929AA0-30FE-40F5-9F14-BAD5341BE9C1}" dt="2025-07-23T06:36:29.475" v="1337" actId="113"/>
        <pc:sldMkLst>
          <pc:docMk/>
          <pc:sldMk cId="2914318388" sldId="608"/>
        </pc:sldMkLst>
        <pc:spChg chg="mod">
          <ac:chgData name="Deepika Vatsa" userId="f7100972-27fe-4ee6-8fb4-ec9b7931b409" providerId="ADAL" clId="{AC929AA0-30FE-40F5-9F14-BAD5341BE9C1}" dt="2025-07-23T06:36:29.475" v="1337" actId="113"/>
          <ac:spMkLst>
            <pc:docMk/>
            <pc:sldMk cId="2914318388" sldId="608"/>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3320274339" sldId="608"/>
        </pc:sldMkLst>
      </pc:sldChg>
      <pc:sldChg chg="modSp add mod">
        <pc:chgData name="Deepika Vatsa" userId="f7100972-27fe-4ee6-8fb4-ec9b7931b409" providerId="ADAL" clId="{AC929AA0-30FE-40F5-9F14-BAD5341BE9C1}" dt="2025-07-23T09:28:35.976" v="1511" actId="20577"/>
        <pc:sldMkLst>
          <pc:docMk/>
          <pc:sldMk cId="726719763" sldId="609"/>
        </pc:sldMkLst>
        <pc:spChg chg="mod">
          <ac:chgData name="Deepika Vatsa" userId="f7100972-27fe-4ee6-8fb4-ec9b7931b409" providerId="ADAL" clId="{AC929AA0-30FE-40F5-9F14-BAD5341BE9C1}" dt="2025-07-23T09:28:35.976" v="1511" actId="20577"/>
          <ac:spMkLst>
            <pc:docMk/>
            <pc:sldMk cId="726719763" sldId="609"/>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2282133231" sldId="609"/>
        </pc:sldMkLst>
      </pc:sldChg>
      <pc:sldChg chg="del">
        <pc:chgData name="Deepika Vatsa" userId="f7100972-27fe-4ee6-8fb4-ec9b7931b409" providerId="ADAL" clId="{AC929AA0-30FE-40F5-9F14-BAD5341BE9C1}" dt="2025-07-23T05:28:15.070" v="2" actId="47"/>
        <pc:sldMkLst>
          <pc:docMk/>
          <pc:sldMk cId="2610700906" sldId="610"/>
        </pc:sldMkLst>
      </pc:sldChg>
      <pc:sldChg chg="modSp add mod">
        <pc:chgData name="Deepika Vatsa" userId="f7100972-27fe-4ee6-8fb4-ec9b7931b409" providerId="ADAL" clId="{AC929AA0-30FE-40F5-9F14-BAD5341BE9C1}" dt="2025-07-23T06:39:46.112" v="1429" actId="20577"/>
        <pc:sldMkLst>
          <pc:docMk/>
          <pc:sldMk cId="3648386067" sldId="610"/>
        </pc:sldMkLst>
        <pc:spChg chg="mod">
          <ac:chgData name="Deepika Vatsa" userId="f7100972-27fe-4ee6-8fb4-ec9b7931b409" providerId="ADAL" clId="{AC929AA0-30FE-40F5-9F14-BAD5341BE9C1}" dt="2025-07-23T06:39:46.112" v="1429" actId="20577"/>
          <ac:spMkLst>
            <pc:docMk/>
            <pc:sldMk cId="3648386067" sldId="610"/>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565857117" sldId="611"/>
        </pc:sldMkLst>
      </pc:sldChg>
      <pc:sldChg chg="modSp add mod">
        <pc:chgData name="Deepika Vatsa" userId="f7100972-27fe-4ee6-8fb4-ec9b7931b409" providerId="ADAL" clId="{AC929AA0-30FE-40F5-9F14-BAD5341BE9C1}" dt="2025-07-23T06:41:42.519" v="1501" actId="5793"/>
        <pc:sldMkLst>
          <pc:docMk/>
          <pc:sldMk cId="1440736019" sldId="611"/>
        </pc:sldMkLst>
        <pc:spChg chg="mod">
          <ac:chgData name="Deepika Vatsa" userId="f7100972-27fe-4ee6-8fb4-ec9b7931b409" providerId="ADAL" clId="{AC929AA0-30FE-40F5-9F14-BAD5341BE9C1}" dt="2025-07-23T06:40:24.433" v="1440" actId="20577"/>
          <ac:spMkLst>
            <pc:docMk/>
            <pc:sldMk cId="1440736019" sldId="611"/>
            <ac:spMk id="2" creationId="{00000000-0000-0000-0000-000000000000}"/>
          </ac:spMkLst>
        </pc:spChg>
        <pc:spChg chg="mod">
          <ac:chgData name="Deepika Vatsa" userId="f7100972-27fe-4ee6-8fb4-ec9b7931b409" providerId="ADAL" clId="{AC929AA0-30FE-40F5-9F14-BAD5341BE9C1}" dt="2025-07-23T06:41:42.519" v="1501" actId="5793"/>
          <ac:spMkLst>
            <pc:docMk/>
            <pc:sldMk cId="1440736019" sldId="611"/>
            <ac:spMk id="11" creationId="{06381CCD-359B-D8A2-1997-A5B56A02FD41}"/>
          </ac:spMkLst>
        </pc:spChg>
      </pc:sldChg>
      <pc:sldChg chg="modSp add mod">
        <pc:chgData name="Deepika Vatsa" userId="f7100972-27fe-4ee6-8fb4-ec9b7931b409" providerId="ADAL" clId="{AC929AA0-30FE-40F5-9F14-BAD5341BE9C1}" dt="2025-07-23T09:47:26.324" v="1571" actId="20577"/>
        <pc:sldMkLst>
          <pc:docMk/>
          <pc:sldMk cId="1106724558" sldId="612"/>
        </pc:sldMkLst>
        <pc:spChg chg="mod">
          <ac:chgData name="Deepika Vatsa" userId="f7100972-27fe-4ee6-8fb4-ec9b7931b409" providerId="ADAL" clId="{AC929AA0-30FE-40F5-9F14-BAD5341BE9C1}" dt="2025-07-23T09:47:26.324" v="1571" actId="20577"/>
          <ac:spMkLst>
            <pc:docMk/>
            <pc:sldMk cId="1106724558" sldId="612"/>
            <ac:spMk id="11" creationId="{06381CCD-359B-D8A2-1997-A5B56A02FD41}"/>
          </ac:spMkLst>
        </pc:spChg>
      </pc:sldChg>
      <pc:sldMasterChg chg="del delSldLayout">
        <pc:chgData name="Deepika Vatsa" userId="f7100972-27fe-4ee6-8fb4-ec9b7931b409" providerId="ADAL" clId="{AC929AA0-30FE-40F5-9F14-BAD5341BE9C1}" dt="2025-07-23T06:42:21.688" v="1504" actId="47"/>
        <pc:sldMasterMkLst>
          <pc:docMk/>
          <pc:sldMasterMk cId="220542818" sldId="2147483684"/>
        </pc:sldMasterMkLst>
        <pc:sldLayoutChg chg="del">
          <pc:chgData name="Deepika Vatsa" userId="f7100972-27fe-4ee6-8fb4-ec9b7931b409" providerId="ADAL" clId="{AC929AA0-30FE-40F5-9F14-BAD5341BE9C1}" dt="2025-07-23T06:42:21.688" v="1504" actId="47"/>
          <pc:sldLayoutMkLst>
            <pc:docMk/>
            <pc:sldMasterMk cId="220542818" sldId="2147483684"/>
            <pc:sldLayoutMk cId="1969632149" sldId="2147483685"/>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715519172" sldId="2147483686"/>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069285203" sldId="2147483687"/>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3481227295" sldId="2147483688"/>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2420472748" sldId="2147483689"/>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187148095" sldId="2147483690"/>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192461630" sldId="2147483691"/>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84921356" sldId="2147483692"/>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388528399" sldId="2147483693"/>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2764167781" sldId="2147483694"/>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483679427" sldId="2147483695"/>
          </pc:sldLayoutMkLst>
        </pc:sldLayoutChg>
      </pc:sldMasterChg>
    </pc:docChg>
  </pc:docChgLst>
  <pc:docChgLst>
    <pc:chgData name="Hoor Fatima" userId="8f3a0386-cde8-4824-abbb-da106ff85ca6" providerId="ADAL" clId="{EEDEA048-40A0-4102-9473-E3FCCA9E4CCF}"/>
    <pc:docChg chg="custSel addSld modSld">
      <pc:chgData name="Hoor Fatima" userId="8f3a0386-cde8-4824-abbb-da106ff85ca6" providerId="ADAL" clId="{EEDEA048-40A0-4102-9473-E3FCCA9E4CCF}" dt="2025-07-21T19:04:14.283" v="27"/>
      <pc:docMkLst>
        <pc:docMk/>
      </pc:docMkLst>
      <pc:sldChg chg="delSp modSp mod">
        <pc:chgData name="Hoor Fatima" userId="8f3a0386-cde8-4824-abbb-da106ff85ca6" providerId="ADAL" clId="{EEDEA048-40A0-4102-9473-E3FCCA9E4CCF}" dt="2025-07-21T19:03:54.910" v="26" actId="14100"/>
        <pc:sldMkLst>
          <pc:docMk/>
          <pc:sldMk cId="0" sldId="395"/>
        </pc:sldMkLst>
        <pc:spChg chg="mod">
          <ac:chgData name="Hoor Fatima" userId="8f3a0386-cde8-4824-abbb-da106ff85ca6" providerId="ADAL" clId="{EEDEA048-40A0-4102-9473-E3FCCA9E4CCF}" dt="2025-07-21T19:03:54.910" v="26" actId="14100"/>
          <ac:spMkLst>
            <pc:docMk/>
            <pc:sldMk cId="0" sldId="395"/>
            <ac:spMk id="2" creationId="{00000000-0000-0000-0000-000000000000}"/>
          </ac:spMkLst>
        </pc:spChg>
        <pc:spChg chg="del">
          <ac:chgData name="Hoor Fatima" userId="8f3a0386-cde8-4824-abbb-da106ff85ca6" providerId="ADAL" clId="{EEDEA048-40A0-4102-9473-E3FCCA9E4CCF}" dt="2025-07-21T19:03:28.832" v="6" actId="478"/>
          <ac:spMkLst>
            <pc:docMk/>
            <pc:sldMk cId="0" sldId="395"/>
            <ac:spMk id="4" creationId="{00000000-0000-0000-0000-000000000000}"/>
          </ac:spMkLst>
        </pc:spChg>
        <pc:spChg chg="del">
          <ac:chgData name="Hoor Fatima" userId="8f3a0386-cde8-4824-abbb-da106ff85ca6" providerId="ADAL" clId="{EEDEA048-40A0-4102-9473-E3FCCA9E4CCF}" dt="2025-07-21T19:03:26.127" v="5" actId="478"/>
          <ac:spMkLst>
            <pc:docMk/>
            <pc:sldMk cId="0" sldId="395"/>
            <ac:spMk id="10" creationId="{00000000-0000-0000-0000-000000000000}"/>
          </ac:spMkLst>
        </pc:spChg>
      </pc:sldChg>
      <pc:sldChg chg="add">
        <pc:chgData name="Hoor Fatima" userId="8f3a0386-cde8-4824-abbb-da106ff85ca6" providerId="ADAL" clId="{EEDEA048-40A0-4102-9473-E3FCCA9E4CCF}" dt="2025-07-21T19:04:14.283" v="27"/>
        <pc:sldMkLst>
          <pc:docMk/>
          <pc:sldMk cId="0" sldId="589"/>
        </pc:sldMkLst>
      </pc:sldChg>
    </pc:docChg>
  </pc:docChgLst>
  <pc:docChgLst>
    <pc:chgData name="Deepika Vatsa" userId="f7100972-27fe-4ee6-8fb4-ec9b7931b409" providerId="ADAL" clId="{7BBACB10-8586-4BCC-A476-38C462E71A11}"/>
    <pc:docChg chg="undo custSel addSld delSld modSld sldOrd">
      <pc:chgData name="Deepika Vatsa" userId="f7100972-27fe-4ee6-8fb4-ec9b7931b409" providerId="ADAL" clId="{7BBACB10-8586-4BCC-A476-38C462E71A11}" dt="2025-08-20T11:37:16.703" v="2620"/>
      <pc:docMkLst>
        <pc:docMk/>
      </pc:docMkLst>
      <pc:sldChg chg="modSp mod">
        <pc:chgData name="Deepika Vatsa" userId="f7100972-27fe-4ee6-8fb4-ec9b7931b409" providerId="ADAL" clId="{7BBACB10-8586-4BCC-A476-38C462E71A11}" dt="2025-08-18T12:29:45.278" v="20" actId="5793"/>
        <pc:sldMkLst>
          <pc:docMk/>
          <pc:sldMk cId="0" sldId="395"/>
        </pc:sldMkLst>
        <pc:spChg chg="mod">
          <ac:chgData name="Deepika Vatsa" userId="f7100972-27fe-4ee6-8fb4-ec9b7931b409" providerId="ADAL" clId="{7BBACB10-8586-4BCC-A476-38C462E71A11}" dt="2025-08-18T12:29:45.278" v="20" actId="5793"/>
          <ac:spMkLst>
            <pc:docMk/>
            <pc:sldMk cId="0" sldId="395"/>
            <ac:spMk id="2" creationId="{00000000-0000-0000-0000-000000000000}"/>
          </ac:spMkLst>
        </pc:spChg>
      </pc:sldChg>
      <pc:sldChg chg="modSp mod">
        <pc:chgData name="Deepika Vatsa" userId="f7100972-27fe-4ee6-8fb4-ec9b7931b409" providerId="ADAL" clId="{7BBACB10-8586-4BCC-A476-38C462E71A11}" dt="2025-08-18T12:31:36.988" v="182" actId="20577"/>
        <pc:sldMkLst>
          <pc:docMk/>
          <pc:sldMk cId="3439049211" sldId="591"/>
        </pc:sldMkLst>
        <pc:spChg chg="mod">
          <ac:chgData name="Deepika Vatsa" userId="f7100972-27fe-4ee6-8fb4-ec9b7931b409" providerId="ADAL" clId="{7BBACB10-8586-4BCC-A476-38C462E71A11}" dt="2025-08-18T12:31:36.988" v="182" actId="20577"/>
          <ac:spMkLst>
            <pc:docMk/>
            <pc:sldMk cId="3439049211" sldId="591"/>
            <ac:spMk id="11" creationId="{06381CCD-359B-D8A2-1997-A5B56A02FD41}"/>
          </ac:spMkLst>
        </pc:spChg>
      </pc:sldChg>
      <pc:sldChg chg="addSp delSp modSp mod">
        <pc:chgData name="Deepika Vatsa" userId="f7100972-27fe-4ee6-8fb4-ec9b7931b409" providerId="ADAL" clId="{7BBACB10-8586-4BCC-A476-38C462E71A11}" dt="2025-08-20T11:37:16.703" v="2620"/>
        <pc:sldMkLst>
          <pc:docMk/>
          <pc:sldMk cId="3198423911" sldId="593"/>
        </pc:sldMkLst>
        <pc:spChg chg="mod">
          <ac:chgData name="Deepika Vatsa" userId="f7100972-27fe-4ee6-8fb4-ec9b7931b409" providerId="ADAL" clId="{7BBACB10-8586-4BCC-A476-38C462E71A11}" dt="2025-08-18T12:33:31.379" v="207" actId="20577"/>
          <ac:spMkLst>
            <pc:docMk/>
            <pc:sldMk cId="3198423911" sldId="593"/>
            <ac:spMk id="2" creationId="{00000000-0000-0000-0000-000000000000}"/>
          </ac:spMkLst>
        </pc:spChg>
        <pc:spChg chg="add mod">
          <ac:chgData name="Deepika Vatsa" userId="f7100972-27fe-4ee6-8fb4-ec9b7931b409" providerId="ADAL" clId="{7BBACB10-8586-4BCC-A476-38C462E71A11}" dt="2025-08-20T05:22:36.788" v="398" actId="20577"/>
          <ac:spMkLst>
            <pc:docMk/>
            <pc:sldMk cId="3198423911" sldId="593"/>
            <ac:spMk id="5" creationId="{2461C6AC-CE12-CE55-1E34-C97C06A15181}"/>
          </ac:spMkLst>
        </pc:spChg>
        <pc:picChg chg="del">
          <ac:chgData name="Deepika Vatsa" userId="f7100972-27fe-4ee6-8fb4-ec9b7931b409" providerId="ADAL" clId="{7BBACB10-8586-4BCC-A476-38C462E71A11}" dt="2025-08-18T12:33:10.652" v="200" actId="478"/>
          <ac:picMkLst>
            <pc:docMk/>
            <pc:sldMk cId="3198423911" sldId="593"/>
            <ac:picMk id="9" creationId="{D35FFCD6-253F-CEEB-E0FE-880344B9FA65}"/>
          </ac:picMkLst>
        </pc:picChg>
        <pc:inkChg chg="add">
          <ac:chgData name="Deepika Vatsa" userId="f7100972-27fe-4ee6-8fb4-ec9b7931b409" providerId="ADAL" clId="{7BBACB10-8586-4BCC-A476-38C462E71A11}" dt="2025-08-20T11:37:16.703" v="2620"/>
          <ac:inkMkLst>
            <pc:docMk/>
            <pc:sldMk cId="3198423911" sldId="593"/>
            <ac:inkMk id="4" creationId="{F57AC4F4-9915-BC5C-2518-359ABAE0993A}"/>
          </ac:inkMkLst>
        </pc:inkChg>
      </pc:sldChg>
      <pc:sldChg chg="del">
        <pc:chgData name="Deepika Vatsa" userId="f7100972-27fe-4ee6-8fb4-ec9b7931b409" providerId="ADAL" clId="{7BBACB10-8586-4BCC-A476-38C462E71A11}" dt="2025-08-20T05:31:23.337" v="444" actId="2696"/>
        <pc:sldMkLst>
          <pc:docMk/>
          <pc:sldMk cId="815781673" sldId="595"/>
        </pc:sldMkLst>
      </pc:sldChg>
      <pc:sldChg chg="del">
        <pc:chgData name="Deepika Vatsa" userId="f7100972-27fe-4ee6-8fb4-ec9b7931b409" providerId="ADAL" clId="{7BBACB10-8586-4BCC-A476-38C462E71A11}" dt="2025-08-20T05:31:23.337" v="444" actId="2696"/>
        <pc:sldMkLst>
          <pc:docMk/>
          <pc:sldMk cId="3468002330" sldId="615"/>
        </pc:sldMkLst>
      </pc:sldChg>
      <pc:sldChg chg="del">
        <pc:chgData name="Deepika Vatsa" userId="f7100972-27fe-4ee6-8fb4-ec9b7931b409" providerId="ADAL" clId="{7BBACB10-8586-4BCC-A476-38C462E71A11}" dt="2025-08-20T05:31:23.337" v="444" actId="2696"/>
        <pc:sldMkLst>
          <pc:docMk/>
          <pc:sldMk cId="2334307004" sldId="616"/>
        </pc:sldMkLst>
      </pc:sldChg>
      <pc:sldChg chg="del">
        <pc:chgData name="Deepika Vatsa" userId="f7100972-27fe-4ee6-8fb4-ec9b7931b409" providerId="ADAL" clId="{7BBACB10-8586-4BCC-A476-38C462E71A11}" dt="2025-08-20T05:31:23.337" v="444" actId="2696"/>
        <pc:sldMkLst>
          <pc:docMk/>
          <pc:sldMk cId="3542099841" sldId="617"/>
        </pc:sldMkLst>
      </pc:sldChg>
      <pc:sldChg chg="del">
        <pc:chgData name="Deepika Vatsa" userId="f7100972-27fe-4ee6-8fb4-ec9b7931b409" providerId="ADAL" clId="{7BBACB10-8586-4BCC-A476-38C462E71A11}" dt="2025-08-20T05:31:23.337" v="444" actId="2696"/>
        <pc:sldMkLst>
          <pc:docMk/>
          <pc:sldMk cId="3991955979" sldId="618"/>
        </pc:sldMkLst>
      </pc:sldChg>
      <pc:sldChg chg="del">
        <pc:chgData name="Deepika Vatsa" userId="f7100972-27fe-4ee6-8fb4-ec9b7931b409" providerId="ADAL" clId="{7BBACB10-8586-4BCC-A476-38C462E71A11}" dt="2025-08-20T05:31:23.337" v="444" actId="2696"/>
        <pc:sldMkLst>
          <pc:docMk/>
          <pc:sldMk cId="3912900456" sldId="619"/>
        </pc:sldMkLst>
      </pc:sldChg>
      <pc:sldChg chg="addSp delSp modSp mod">
        <pc:chgData name="Deepika Vatsa" userId="f7100972-27fe-4ee6-8fb4-ec9b7931b409" providerId="ADAL" clId="{7BBACB10-8586-4BCC-A476-38C462E71A11}" dt="2025-08-20T11:37:16.703" v="2620"/>
        <pc:sldMkLst>
          <pc:docMk/>
          <pc:sldMk cId="4060805478" sldId="620"/>
        </pc:sldMkLst>
        <pc:spChg chg="mod">
          <ac:chgData name="Deepika Vatsa" userId="f7100972-27fe-4ee6-8fb4-ec9b7931b409" providerId="ADAL" clId="{7BBACB10-8586-4BCC-A476-38C462E71A11}" dt="2025-08-18T12:37:05.603" v="344" actId="20577"/>
          <ac:spMkLst>
            <pc:docMk/>
            <pc:sldMk cId="4060805478" sldId="620"/>
            <ac:spMk id="2" creationId="{00000000-0000-0000-0000-000000000000}"/>
          </ac:spMkLst>
        </pc:spChg>
        <pc:picChg chg="add mod">
          <ac:chgData name="Deepika Vatsa" userId="f7100972-27fe-4ee6-8fb4-ec9b7931b409" providerId="ADAL" clId="{7BBACB10-8586-4BCC-A476-38C462E71A11}" dt="2025-08-18T12:37:12.312" v="348" actId="1076"/>
          <ac:picMkLst>
            <pc:docMk/>
            <pc:sldMk cId="4060805478" sldId="620"/>
            <ac:picMk id="5" creationId="{F8E1D368-D16A-C482-965F-806B8E4DF710}"/>
          </ac:picMkLst>
        </pc:picChg>
        <pc:picChg chg="del">
          <ac:chgData name="Deepika Vatsa" userId="f7100972-27fe-4ee6-8fb4-ec9b7931b409" providerId="ADAL" clId="{7BBACB10-8586-4BCC-A476-38C462E71A11}" dt="2025-08-18T12:37:07.625" v="345" actId="478"/>
          <ac:picMkLst>
            <pc:docMk/>
            <pc:sldMk cId="4060805478" sldId="620"/>
            <ac:picMk id="7" creationId="{31B87EC0-4ADE-A96C-B968-87A230E18EEA}"/>
          </ac:picMkLst>
        </pc:picChg>
        <pc:inkChg chg="add">
          <ac:chgData name="Deepika Vatsa" userId="f7100972-27fe-4ee6-8fb4-ec9b7931b409" providerId="ADAL" clId="{7BBACB10-8586-4BCC-A476-38C462E71A11}" dt="2025-08-20T11:37:16.703" v="2620"/>
          <ac:inkMkLst>
            <pc:docMk/>
            <pc:sldMk cId="4060805478" sldId="620"/>
            <ac:inkMk id="4" creationId="{ACC227A6-CFC9-FDCA-DD5F-F63A7A00289C}"/>
          </ac:inkMkLst>
        </pc:inkChg>
      </pc:sldChg>
      <pc:sldChg chg="del">
        <pc:chgData name="Deepika Vatsa" userId="f7100972-27fe-4ee6-8fb4-ec9b7931b409" providerId="ADAL" clId="{7BBACB10-8586-4BCC-A476-38C462E71A11}" dt="2025-08-20T05:31:23.337" v="444" actId="2696"/>
        <pc:sldMkLst>
          <pc:docMk/>
          <pc:sldMk cId="3334835650" sldId="621"/>
        </pc:sldMkLst>
      </pc:sldChg>
      <pc:sldChg chg="del">
        <pc:chgData name="Deepika Vatsa" userId="f7100972-27fe-4ee6-8fb4-ec9b7931b409" providerId="ADAL" clId="{7BBACB10-8586-4BCC-A476-38C462E71A11}" dt="2025-08-20T05:31:23.337" v="444" actId="2696"/>
        <pc:sldMkLst>
          <pc:docMk/>
          <pc:sldMk cId="3976936197" sldId="622"/>
        </pc:sldMkLst>
      </pc:sldChg>
      <pc:sldChg chg="del">
        <pc:chgData name="Deepika Vatsa" userId="f7100972-27fe-4ee6-8fb4-ec9b7931b409" providerId="ADAL" clId="{7BBACB10-8586-4BCC-A476-38C462E71A11}" dt="2025-08-20T05:31:23.337" v="444" actId="2696"/>
        <pc:sldMkLst>
          <pc:docMk/>
          <pc:sldMk cId="1533333801" sldId="623"/>
        </pc:sldMkLst>
      </pc:sldChg>
      <pc:sldChg chg="del">
        <pc:chgData name="Deepika Vatsa" userId="f7100972-27fe-4ee6-8fb4-ec9b7931b409" providerId="ADAL" clId="{7BBACB10-8586-4BCC-A476-38C462E71A11}" dt="2025-08-20T05:31:23.337" v="444" actId="2696"/>
        <pc:sldMkLst>
          <pc:docMk/>
          <pc:sldMk cId="3549948443" sldId="626"/>
        </pc:sldMkLst>
      </pc:sldChg>
      <pc:sldChg chg="del">
        <pc:chgData name="Deepika Vatsa" userId="f7100972-27fe-4ee6-8fb4-ec9b7931b409" providerId="ADAL" clId="{7BBACB10-8586-4BCC-A476-38C462E71A11}" dt="2025-08-20T05:31:23.337" v="444" actId="2696"/>
        <pc:sldMkLst>
          <pc:docMk/>
          <pc:sldMk cId="1492384228" sldId="627"/>
        </pc:sldMkLst>
      </pc:sldChg>
      <pc:sldChg chg="del">
        <pc:chgData name="Deepika Vatsa" userId="f7100972-27fe-4ee6-8fb4-ec9b7931b409" providerId="ADAL" clId="{7BBACB10-8586-4BCC-A476-38C462E71A11}" dt="2025-08-20T05:31:23.337" v="444" actId="2696"/>
        <pc:sldMkLst>
          <pc:docMk/>
          <pc:sldMk cId="3339153089" sldId="628"/>
        </pc:sldMkLst>
      </pc:sldChg>
      <pc:sldChg chg="addSp modSp add mod ord">
        <pc:chgData name="Deepika Vatsa" userId="f7100972-27fe-4ee6-8fb4-ec9b7931b409" providerId="ADAL" clId="{7BBACB10-8586-4BCC-A476-38C462E71A11}" dt="2025-08-20T11:37:16.703" v="2620"/>
        <pc:sldMkLst>
          <pc:docMk/>
          <pc:sldMk cId="1948371539" sldId="629"/>
        </pc:sldMkLst>
        <pc:spChg chg="mod">
          <ac:chgData name="Deepika Vatsa" userId="f7100972-27fe-4ee6-8fb4-ec9b7931b409" providerId="ADAL" clId="{7BBACB10-8586-4BCC-A476-38C462E71A11}" dt="2025-08-18T12:38:15.420" v="373" actId="20577"/>
          <ac:spMkLst>
            <pc:docMk/>
            <pc:sldMk cId="1948371539" sldId="629"/>
            <ac:spMk id="2" creationId="{00000000-0000-0000-0000-000000000000}"/>
          </ac:spMkLst>
        </pc:spChg>
        <pc:spChg chg="mod">
          <ac:chgData name="Deepika Vatsa" userId="f7100972-27fe-4ee6-8fb4-ec9b7931b409" providerId="ADAL" clId="{7BBACB10-8586-4BCC-A476-38C462E71A11}" dt="2025-08-20T05:33:38.153" v="485" actId="13926"/>
          <ac:spMkLst>
            <pc:docMk/>
            <pc:sldMk cId="1948371539" sldId="629"/>
            <ac:spMk id="5" creationId="{2461C6AC-CE12-CE55-1E34-C97C06A15181}"/>
          </ac:spMkLst>
        </pc:spChg>
        <pc:inkChg chg="add">
          <ac:chgData name="Deepika Vatsa" userId="f7100972-27fe-4ee6-8fb4-ec9b7931b409" providerId="ADAL" clId="{7BBACB10-8586-4BCC-A476-38C462E71A11}" dt="2025-08-20T11:37:16.703" v="2620"/>
          <ac:inkMkLst>
            <pc:docMk/>
            <pc:sldMk cId="1948371539" sldId="629"/>
            <ac:inkMk id="4" creationId="{3DCBD848-C1DF-5289-60F8-FC7DAE9FFA5A}"/>
          </ac:inkMkLst>
        </pc:inkChg>
      </pc:sldChg>
      <pc:sldChg chg="addSp modSp add mod">
        <pc:chgData name="Deepika Vatsa" userId="f7100972-27fe-4ee6-8fb4-ec9b7931b409" providerId="ADAL" clId="{7BBACB10-8586-4BCC-A476-38C462E71A11}" dt="2025-08-20T11:37:16.703" v="2620"/>
        <pc:sldMkLst>
          <pc:docMk/>
          <pc:sldMk cId="2752782814" sldId="630"/>
        </pc:sldMkLst>
        <pc:spChg chg="mod">
          <ac:chgData name="Deepika Vatsa" userId="f7100972-27fe-4ee6-8fb4-ec9b7931b409" providerId="ADAL" clId="{7BBACB10-8586-4BCC-A476-38C462E71A11}" dt="2025-08-20T05:34:15.312" v="502" actId="20577"/>
          <ac:spMkLst>
            <pc:docMk/>
            <pc:sldMk cId="2752782814" sldId="630"/>
            <ac:spMk id="2" creationId="{00000000-0000-0000-0000-000000000000}"/>
          </ac:spMkLst>
        </pc:spChg>
        <pc:spChg chg="mod">
          <ac:chgData name="Deepika Vatsa" userId="f7100972-27fe-4ee6-8fb4-ec9b7931b409" providerId="ADAL" clId="{7BBACB10-8586-4BCC-A476-38C462E71A11}" dt="2025-08-20T05:35:04.737" v="549" actId="113"/>
          <ac:spMkLst>
            <pc:docMk/>
            <pc:sldMk cId="2752782814" sldId="630"/>
            <ac:spMk id="5" creationId="{2461C6AC-CE12-CE55-1E34-C97C06A15181}"/>
          </ac:spMkLst>
        </pc:spChg>
        <pc:inkChg chg="add">
          <ac:chgData name="Deepika Vatsa" userId="f7100972-27fe-4ee6-8fb4-ec9b7931b409" providerId="ADAL" clId="{7BBACB10-8586-4BCC-A476-38C462E71A11}" dt="2025-08-20T11:37:16.703" v="2620"/>
          <ac:inkMkLst>
            <pc:docMk/>
            <pc:sldMk cId="2752782814" sldId="630"/>
            <ac:inkMk id="4" creationId="{3BFC01C0-E43D-4B22-D87F-9C76CE5CBFB7}"/>
          </ac:inkMkLst>
        </pc:inkChg>
      </pc:sldChg>
      <pc:sldChg chg="addSp modSp add mod">
        <pc:chgData name="Deepika Vatsa" userId="f7100972-27fe-4ee6-8fb4-ec9b7931b409" providerId="ADAL" clId="{7BBACB10-8586-4BCC-A476-38C462E71A11}" dt="2025-08-20T11:37:16.703" v="2620"/>
        <pc:sldMkLst>
          <pc:docMk/>
          <pc:sldMk cId="4075029183" sldId="631"/>
        </pc:sldMkLst>
        <pc:spChg chg="mod">
          <ac:chgData name="Deepika Vatsa" userId="f7100972-27fe-4ee6-8fb4-ec9b7931b409" providerId="ADAL" clId="{7BBACB10-8586-4BCC-A476-38C462E71A11}" dt="2025-08-20T05:35:15.112" v="559" actId="20577"/>
          <ac:spMkLst>
            <pc:docMk/>
            <pc:sldMk cId="4075029183" sldId="631"/>
            <ac:spMk id="2" creationId="{00000000-0000-0000-0000-000000000000}"/>
          </ac:spMkLst>
        </pc:spChg>
        <pc:spChg chg="mod">
          <ac:chgData name="Deepika Vatsa" userId="f7100972-27fe-4ee6-8fb4-ec9b7931b409" providerId="ADAL" clId="{7BBACB10-8586-4BCC-A476-38C462E71A11}" dt="2025-08-20T06:28:50.083" v="1366"/>
          <ac:spMkLst>
            <pc:docMk/>
            <pc:sldMk cId="4075029183" sldId="631"/>
            <ac:spMk id="5" creationId="{2461C6AC-CE12-CE55-1E34-C97C06A15181}"/>
          </ac:spMkLst>
        </pc:spChg>
        <pc:inkChg chg="add">
          <ac:chgData name="Deepika Vatsa" userId="f7100972-27fe-4ee6-8fb4-ec9b7931b409" providerId="ADAL" clId="{7BBACB10-8586-4BCC-A476-38C462E71A11}" dt="2025-08-20T11:37:16.703" v="2620"/>
          <ac:inkMkLst>
            <pc:docMk/>
            <pc:sldMk cId="4075029183" sldId="631"/>
            <ac:inkMk id="4" creationId="{A5F1C993-15C5-7158-C15A-937A12C77E2B}"/>
          </ac:inkMkLst>
        </pc:inkChg>
      </pc:sldChg>
      <pc:sldChg chg="addSp modSp add mod">
        <pc:chgData name="Deepika Vatsa" userId="f7100972-27fe-4ee6-8fb4-ec9b7931b409" providerId="ADAL" clId="{7BBACB10-8586-4BCC-A476-38C462E71A11}" dt="2025-08-20T11:37:16.703" v="2620"/>
        <pc:sldMkLst>
          <pc:docMk/>
          <pc:sldMk cId="1034070740" sldId="632"/>
        </pc:sldMkLst>
        <pc:spChg chg="mod">
          <ac:chgData name="Deepika Vatsa" userId="f7100972-27fe-4ee6-8fb4-ec9b7931b409" providerId="ADAL" clId="{7BBACB10-8586-4BCC-A476-38C462E71A11}" dt="2025-08-20T05:42:21.751" v="733" actId="20577"/>
          <ac:spMkLst>
            <pc:docMk/>
            <pc:sldMk cId="1034070740" sldId="632"/>
            <ac:spMk id="5" creationId="{2461C6AC-CE12-CE55-1E34-C97C06A15181}"/>
          </ac:spMkLst>
        </pc:spChg>
        <pc:inkChg chg="add">
          <ac:chgData name="Deepika Vatsa" userId="f7100972-27fe-4ee6-8fb4-ec9b7931b409" providerId="ADAL" clId="{7BBACB10-8586-4BCC-A476-38C462E71A11}" dt="2025-08-20T11:37:16.703" v="2620"/>
          <ac:inkMkLst>
            <pc:docMk/>
            <pc:sldMk cId="1034070740" sldId="632"/>
            <ac:inkMk id="4" creationId="{54B5AB7D-BE60-5CBD-D026-7C7EA9133A1C}"/>
          </ac:inkMkLst>
        </pc:inkChg>
      </pc:sldChg>
      <pc:sldChg chg="addSp modSp add mod">
        <pc:chgData name="Deepika Vatsa" userId="f7100972-27fe-4ee6-8fb4-ec9b7931b409" providerId="ADAL" clId="{7BBACB10-8586-4BCC-A476-38C462E71A11}" dt="2025-08-20T11:37:16.703" v="2620"/>
        <pc:sldMkLst>
          <pc:docMk/>
          <pc:sldMk cId="482903048" sldId="633"/>
        </pc:sldMkLst>
        <pc:spChg chg="mod">
          <ac:chgData name="Deepika Vatsa" userId="f7100972-27fe-4ee6-8fb4-ec9b7931b409" providerId="ADAL" clId="{7BBACB10-8586-4BCC-A476-38C462E71A11}" dt="2025-08-20T05:42:58.411" v="741" actId="20577"/>
          <ac:spMkLst>
            <pc:docMk/>
            <pc:sldMk cId="482903048" sldId="633"/>
            <ac:spMk id="2" creationId="{00000000-0000-0000-0000-000000000000}"/>
          </ac:spMkLst>
        </pc:spChg>
        <pc:spChg chg="mod">
          <ac:chgData name="Deepika Vatsa" userId="f7100972-27fe-4ee6-8fb4-ec9b7931b409" providerId="ADAL" clId="{7BBACB10-8586-4BCC-A476-38C462E71A11}" dt="2025-08-20T06:49:27.421" v="1642" actId="114"/>
          <ac:spMkLst>
            <pc:docMk/>
            <pc:sldMk cId="482903048" sldId="633"/>
            <ac:spMk id="5" creationId="{2461C6AC-CE12-CE55-1E34-C97C06A15181}"/>
          </ac:spMkLst>
        </pc:spChg>
        <pc:inkChg chg="add">
          <ac:chgData name="Deepika Vatsa" userId="f7100972-27fe-4ee6-8fb4-ec9b7931b409" providerId="ADAL" clId="{7BBACB10-8586-4BCC-A476-38C462E71A11}" dt="2025-08-20T11:37:16.703" v="2620"/>
          <ac:inkMkLst>
            <pc:docMk/>
            <pc:sldMk cId="482903048" sldId="633"/>
            <ac:inkMk id="4" creationId="{AC239867-B705-D1F0-4231-DBCA68741015}"/>
          </ac:inkMkLst>
        </pc:inkChg>
      </pc:sldChg>
      <pc:sldChg chg="addSp delSp modSp add mod">
        <pc:chgData name="Deepika Vatsa" userId="f7100972-27fe-4ee6-8fb4-ec9b7931b409" providerId="ADAL" clId="{7BBACB10-8586-4BCC-A476-38C462E71A11}" dt="2025-08-20T11:37:16.703" v="2620"/>
        <pc:sldMkLst>
          <pc:docMk/>
          <pc:sldMk cId="2046699416" sldId="634"/>
        </pc:sldMkLst>
        <pc:spChg chg="del">
          <ac:chgData name="Deepika Vatsa" userId="f7100972-27fe-4ee6-8fb4-ec9b7931b409" providerId="ADAL" clId="{7BBACB10-8586-4BCC-A476-38C462E71A11}" dt="2025-08-20T05:57:49.904" v="762" actId="478"/>
          <ac:spMkLst>
            <pc:docMk/>
            <pc:sldMk cId="2046699416" sldId="634"/>
            <ac:spMk id="5" creationId="{2461C6AC-CE12-CE55-1E34-C97C06A15181}"/>
          </ac:spMkLst>
        </pc:spChg>
        <pc:picChg chg="add del mod">
          <ac:chgData name="Deepika Vatsa" userId="f7100972-27fe-4ee6-8fb4-ec9b7931b409" providerId="ADAL" clId="{7BBACB10-8586-4BCC-A476-38C462E71A11}" dt="2025-08-20T06:48:20.647" v="1628" actId="478"/>
          <ac:picMkLst>
            <pc:docMk/>
            <pc:sldMk cId="2046699416" sldId="634"/>
            <ac:picMk id="6" creationId="{AD084D03-C36A-C512-DD48-5B3303E88AA0}"/>
          </ac:picMkLst>
        </pc:picChg>
        <pc:picChg chg="add mod modCrop">
          <ac:chgData name="Deepika Vatsa" userId="f7100972-27fe-4ee6-8fb4-ec9b7931b409" providerId="ADAL" clId="{7BBACB10-8586-4BCC-A476-38C462E71A11}" dt="2025-08-20T06:48:32.274" v="1634" actId="732"/>
          <ac:picMkLst>
            <pc:docMk/>
            <pc:sldMk cId="2046699416" sldId="634"/>
            <ac:picMk id="7" creationId="{4261722E-4B0F-C2A8-2B2E-D7283F121F24}"/>
          </ac:picMkLst>
        </pc:picChg>
        <pc:inkChg chg="add">
          <ac:chgData name="Deepika Vatsa" userId="f7100972-27fe-4ee6-8fb4-ec9b7931b409" providerId="ADAL" clId="{7BBACB10-8586-4BCC-A476-38C462E71A11}" dt="2025-08-20T11:37:16.703" v="2620"/>
          <ac:inkMkLst>
            <pc:docMk/>
            <pc:sldMk cId="2046699416" sldId="634"/>
            <ac:inkMk id="4" creationId="{D70D7400-B8DC-8405-E6B7-D5BD5C5C312A}"/>
          </ac:inkMkLst>
        </pc:inkChg>
      </pc:sldChg>
      <pc:sldChg chg="addSp delSp modSp add mod">
        <pc:chgData name="Deepika Vatsa" userId="f7100972-27fe-4ee6-8fb4-ec9b7931b409" providerId="ADAL" clId="{7BBACB10-8586-4BCC-A476-38C462E71A11}" dt="2025-08-20T11:37:16.703" v="2620"/>
        <pc:sldMkLst>
          <pc:docMk/>
          <pc:sldMk cId="746225030" sldId="635"/>
        </pc:sldMkLst>
        <pc:spChg chg="mod">
          <ac:chgData name="Deepika Vatsa" userId="f7100972-27fe-4ee6-8fb4-ec9b7931b409" providerId="ADAL" clId="{7BBACB10-8586-4BCC-A476-38C462E71A11}" dt="2025-08-20T06:14:36.806" v="792" actId="20577"/>
          <ac:spMkLst>
            <pc:docMk/>
            <pc:sldMk cId="746225030" sldId="635"/>
            <ac:spMk id="2" creationId="{00000000-0000-0000-0000-000000000000}"/>
          </ac:spMkLst>
        </pc:spChg>
        <pc:spChg chg="add mod">
          <ac:chgData name="Deepika Vatsa" userId="f7100972-27fe-4ee6-8fb4-ec9b7931b409" providerId="ADAL" clId="{7BBACB10-8586-4BCC-A476-38C462E71A11}" dt="2025-08-20T06:50:11.173" v="1676" actId="20577"/>
          <ac:spMkLst>
            <pc:docMk/>
            <pc:sldMk cId="746225030" sldId="635"/>
            <ac:spMk id="5" creationId="{511D877E-D953-9EA2-2658-9866E6DD2D78}"/>
          </ac:spMkLst>
        </pc:spChg>
        <pc:picChg chg="del">
          <ac:chgData name="Deepika Vatsa" userId="f7100972-27fe-4ee6-8fb4-ec9b7931b409" providerId="ADAL" clId="{7BBACB10-8586-4BCC-A476-38C462E71A11}" dt="2025-08-20T06:14:38.527" v="793" actId="478"/>
          <ac:picMkLst>
            <pc:docMk/>
            <pc:sldMk cId="746225030" sldId="635"/>
            <ac:picMk id="6" creationId="{AD084D03-C36A-C512-DD48-5B3303E88AA0}"/>
          </ac:picMkLst>
        </pc:picChg>
        <pc:inkChg chg="add">
          <ac:chgData name="Deepika Vatsa" userId="f7100972-27fe-4ee6-8fb4-ec9b7931b409" providerId="ADAL" clId="{7BBACB10-8586-4BCC-A476-38C462E71A11}" dt="2025-08-20T11:37:16.703" v="2620"/>
          <ac:inkMkLst>
            <pc:docMk/>
            <pc:sldMk cId="746225030" sldId="635"/>
            <ac:inkMk id="4" creationId="{CCEDA677-310B-0312-E640-FD6E04D1E035}"/>
          </ac:inkMkLst>
        </pc:inkChg>
      </pc:sldChg>
      <pc:sldChg chg="addSp modSp add mod">
        <pc:chgData name="Deepika Vatsa" userId="f7100972-27fe-4ee6-8fb4-ec9b7931b409" providerId="ADAL" clId="{7BBACB10-8586-4BCC-A476-38C462E71A11}" dt="2025-08-20T11:37:16.703" v="2620"/>
        <pc:sldMkLst>
          <pc:docMk/>
          <pc:sldMk cId="4132203484" sldId="636"/>
        </pc:sldMkLst>
        <pc:spChg chg="mod">
          <ac:chgData name="Deepika Vatsa" userId="f7100972-27fe-4ee6-8fb4-ec9b7931b409" providerId="ADAL" clId="{7BBACB10-8586-4BCC-A476-38C462E71A11}" dt="2025-08-20T06:18:26.202" v="827" actId="20577"/>
          <ac:spMkLst>
            <pc:docMk/>
            <pc:sldMk cId="4132203484" sldId="636"/>
            <ac:spMk id="2" creationId="{00000000-0000-0000-0000-000000000000}"/>
          </ac:spMkLst>
        </pc:spChg>
        <pc:spChg chg="mod">
          <ac:chgData name="Deepika Vatsa" userId="f7100972-27fe-4ee6-8fb4-ec9b7931b409" providerId="ADAL" clId="{7BBACB10-8586-4BCC-A476-38C462E71A11}" dt="2025-08-20T06:28:03.436" v="1357" actId="20577"/>
          <ac:spMkLst>
            <pc:docMk/>
            <pc:sldMk cId="4132203484" sldId="636"/>
            <ac:spMk id="5" creationId="{511D877E-D953-9EA2-2658-9866E6DD2D78}"/>
          </ac:spMkLst>
        </pc:spChg>
        <pc:inkChg chg="add">
          <ac:chgData name="Deepika Vatsa" userId="f7100972-27fe-4ee6-8fb4-ec9b7931b409" providerId="ADAL" clId="{7BBACB10-8586-4BCC-A476-38C462E71A11}" dt="2025-08-20T11:37:16.703" v="2620"/>
          <ac:inkMkLst>
            <pc:docMk/>
            <pc:sldMk cId="4132203484" sldId="636"/>
            <ac:inkMk id="4" creationId="{CDF80E7D-A0DD-A4B7-A5BA-90DC25623BB9}"/>
          </ac:inkMkLst>
        </pc:inkChg>
      </pc:sldChg>
      <pc:sldChg chg="addSp modSp add mod">
        <pc:chgData name="Deepika Vatsa" userId="f7100972-27fe-4ee6-8fb4-ec9b7931b409" providerId="ADAL" clId="{7BBACB10-8586-4BCC-A476-38C462E71A11}" dt="2025-08-20T11:37:16.703" v="2620"/>
        <pc:sldMkLst>
          <pc:docMk/>
          <pc:sldMk cId="397641393" sldId="637"/>
        </pc:sldMkLst>
        <pc:spChg chg="mod">
          <ac:chgData name="Deepika Vatsa" userId="f7100972-27fe-4ee6-8fb4-ec9b7931b409" providerId="ADAL" clId="{7BBACB10-8586-4BCC-A476-38C462E71A11}" dt="2025-08-20T06:29:29.207" v="1372" actId="6549"/>
          <ac:spMkLst>
            <pc:docMk/>
            <pc:sldMk cId="397641393" sldId="637"/>
            <ac:spMk id="5" creationId="{511D877E-D953-9EA2-2658-9866E6DD2D78}"/>
          </ac:spMkLst>
        </pc:spChg>
        <pc:inkChg chg="add">
          <ac:chgData name="Deepika Vatsa" userId="f7100972-27fe-4ee6-8fb4-ec9b7931b409" providerId="ADAL" clId="{7BBACB10-8586-4BCC-A476-38C462E71A11}" dt="2025-08-20T11:37:16.703" v="2620"/>
          <ac:inkMkLst>
            <pc:docMk/>
            <pc:sldMk cId="397641393" sldId="637"/>
            <ac:inkMk id="4" creationId="{2C098E41-7132-B29B-C848-2D8B179D22D8}"/>
          </ac:inkMkLst>
        </pc:inkChg>
      </pc:sldChg>
      <pc:sldChg chg="addSp modSp add mod">
        <pc:chgData name="Deepika Vatsa" userId="f7100972-27fe-4ee6-8fb4-ec9b7931b409" providerId="ADAL" clId="{7BBACB10-8586-4BCC-A476-38C462E71A11}" dt="2025-08-20T11:37:16.703" v="2620"/>
        <pc:sldMkLst>
          <pc:docMk/>
          <pc:sldMk cId="2040000702" sldId="638"/>
        </pc:sldMkLst>
        <pc:spChg chg="mod">
          <ac:chgData name="Deepika Vatsa" userId="f7100972-27fe-4ee6-8fb4-ec9b7931b409" providerId="ADAL" clId="{7BBACB10-8586-4BCC-A476-38C462E71A11}" dt="2025-08-20T06:29:40.570" v="1375" actId="15"/>
          <ac:spMkLst>
            <pc:docMk/>
            <pc:sldMk cId="2040000702" sldId="638"/>
            <ac:spMk id="5" creationId="{511D877E-D953-9EA2-2658-9866E6DD2D78}"/>
          </ac:spMkLst>
        </pc:spChg>
        <pc:inkChg chg="add">
          <ac:chgData name="Deepika Vatsa" userId="f7100972-27fe-4ee6-8fb4-ec9b7931b409" providerId="ADAL" clId="{7BBACB10-8586-4BCC-A476-38C462E71A11}" dt="2025-08-20T11:37:16.703" v="2620"/>
          <ac:inkMkLst>
            <pc:docMk/>
            <pc:sldMk cId="2040000702" sldId="638"/>
            <ac:inkMk id="4" creationId="{D186D7C2-3724-A0AC-3ADF-C23564D33B17}"/>
          </ac:inkMkLst>
        </pc:inkChg>
      </pc:sldChg>
      <pc:sldChg chg="addSp delSp modSp add mod">
        <pc:chgData name="Deepika Vatsa" userId="f7100972-27fe-4ee6-8fb4-ec9b7931b409" providerId="ADAL" clId="{7BBACB10-8586-4BCC-A476-38C462E71A11}" dt="2025-08-20T11:37:16.703" v="2620"/>
        <pc:sldMkLst>
          <pc:docMk/>
          <pc:sldMk cId="97423181" sldId="639"/>
        </pc:sldMkLst>
        <pc:spChg chg="mod">
          <ac:chgData name="Deepika Vatsa" userId="f7100972-27fe-4ee6-8fb4-ec9b7931b409" providerId="ADAL" clId="{7BBACB10-8586-4BCC-A476-38C462E71A11}" dt="2025-08-20T06:33:55.765" v="1393" actId="20577"/>
          <ac:spMkLst>
            <pc:docMk/>
            <pc:sldMk cId="97423181" sldId="639"/>
            <ac:spMk id="2" creationId="{00000000-0000-0000-0000-000000000000}"/>
          </ac:spMkLst>
        </pc:spChg>
        <pc:spChg chg="del">
          <ac:chgData name="Deepika Vatsa" userId="f7100972-27fe-4ee6-8fb4-ec9b7931b409" providerId="ADAL" clId="{7BBACB10-8586-4BCC-A476-38C462E71A11}" dt="2025-08-20T06:33:50.792" v="1377" actId="478"/>
          <ac:spMkLst>
            <pc:docMk/>
            <pc:sldMk cId="97423181" sldId="639"/>
            <ac:spMk id="5" creationId="{511D877E-D953-9EA2-2658-9866E6DD2D78}"/>
          </ac:spMkLst>
        </pc:spChg>
        <pc:picChg chg="add mod">
          <ac:chgData name="Deepika Vatsa" userId="f7100972-27fe-4ee6-8fb4-ec9b7931b409" providerId="ADAL" clId="{7BBACB10-8586-4BCC-A476-38C462E71A11}" dt="2025-08-20T06:34:05.246" v="1395" actId="1076"/>
          <ac:picMkLst>
            <pc:docMk/>
            <pc:sldMk cId="97423181" sldId="639"/>
            <ac:picMk id="6" creationId="{47AF47F2-040F-11E0-0C79-A615D4B3B072}"/>
          </ac:picMkLst>
        </pc:picChg>
        <pc:inkChg chg="add">
          <ac:chgData name="Deepika Vatsa" userId="f7100972-27fe-4ee6-8fb4-ec9b7931b409" providerId="ADAL" clId="{7BBACB10-8586-4BCC-A476-38C462E71A11}" dt="2025-08-20T11:37:16.703" v="2620"/>
          <ac:inkMkLst>
            <pc:docMk/>
            <pc:sldMk cId="97423181" sldId="639"/>
            <ac:inkMk id="4" creationId="{C9E54979-83BE-2529-925B-8DF2C9EAAA51}"/>
          </ac:inkMkLst>
        </pc:inkChg>
      </pc:sldChg>
      <pc:sldChg chg="addSp delSp modSp add mod">
        <pc:chgData name="Deepika Vatsa" userId="f7100972-27fe-4ee6-8fb4-ec9b7931b409" providerId="ADAL" clId="{7BBACB10-8586-4BCC-A476-38C462E71A11}" dt="2025-08-20T11:37:16.703" v="2620"/>
        <pc:sldMkLst>
          <pc:docMk/>
          <pc:sldMk cId="2583778159" sldId="640"/>
        </pc:sldMkLst>
        <pc:spChg chg="mod">
          <ac:chgData name="Deepika Vatsa" userId="f7100972-27fe-4ee6-8fb4-ec9b7931b409" providerId="ADAL" clId="{7BBACB10-8586-4BCC-A476-38C462E71A11}" dt="2025-08-20T06:34:31.767" v="1416" actId="20577"/>
          <ac:spMkLst>
            <pc:docMk/>
            <pc:sldMk cId="2583778159" sldId="640"/>
            <ac:spMk id="2" creationId="{00000000-0000-0000-0000-000000000000}"/>
          </ac:spMkLst>
        </pc:spChg>
        <pc:picChg chg="add mod">
          <ac:chgData name="Deepika Vatsa" userId="f7100972-27fe-4ee6-8fb4-ec9b7931b409" providerId="ADAL" clId="{7BBACB10-8586-4BCC-A476-38C462E71A11}" dt="2025-08-20T06:34:26.918" v="1400" actId="1076"/>
          <ac:picMkLst>
            <pc:docMk/>
            <pc:sldMk cId="2583778159" sldId="640"/>
            <ac:picMk id="5" creationId="{E3888E7E-B726-F87B-EE88-D7D101352222}"/>
          </ac:picMkLst>
        </pc:picChg>
        <pc:picChg chg="del">
          <ac:chgData name="Deepika Vatsa" userId="f7100972-27fe-4ee6-8fb4-ec9b7931b409" providerId="ADAL" clId="{7BBACB10-8586-4BCC-A476-38C462E71A11}" dt="2025-08-20T06:34:10.883" v="1397" actId="478"/>
          <ac:picMkLst>
            <pc:docMk/>
            <pc:sldMk cId="2583778159" sldId="640"/>
            <ac:picMk id="6" creationId="{47AF47F2-040F-11E0-0C79-A615D4B3B072}"/>
          </ac:picMkLst>
        </pc:picChg>
        <pc:inkChg chg="add">
          <ac:chgData name="Deepika Vatsa" userId="f7100972-27fe-4ee6-8fb4-ec9b7931b409" providerId="ADAL" clId="{7BBACB10-8586-4BCC-A476-38C462E71A11}" dt="2025-08-20T11:37:16.703" v="2620"/>
          <ac:inkMkLst>
            <pc:docMk/>
            <pc:sldMk cId="2583778159" sldId="640"/>
            <ac:inkMk id="4" creationId="{F9ADC63B-521A-A0E3-DF87-FF1EDDDDE33D}"/>
          </ac:inkMkLst>
        </pc:inkChg>
      </pc:sldChg>
      <pc:sldChg chg="delSp modSp add mod">
        <pc:chgData name="Deepika Vatsa" userId="f7100972-27fe-4ee6-8fb4-ec9b7931b409" providerId="ADAL" clId="{7BBACB10-8586-4BCC-A476-38C462E71A11}" dt="2025-08-20T06:35:22.387" v="1430" actId="403"/>
        <pc:sldMkLst>
          <pc:docMk/>
          <pc:sldMk cId="1325567634" sldId="641"/>
        </pc:sldMkLst>
        <pc:spChg chg="mod">
          <ac:chgData name="Deepika Vatsa" userId="f7100972-27fe-4ee6-8fb4-ec9b7931b409" providerId="ADAL" clId="{7BBACB10-8586-4BCC-A476-38C462E71A11}" dt="2025-08-20T06:35:22.387" v="1430" actId="403"/>
          <ac:spMkLst>
            <pc:docMk/>
            <pc:sldMk cId="1325567634" sldId="641"/>
            <ac:spMk id="2" creationId="{00000000-0000-0000-0000-000000000000}"/>
          </ac:spMkLst>
        </pc:spChg>
        <pc:spChg chg="del">
          <ac:chgData name="Deepika Vatsa" userId="f7100972-27fe-4ee6-8fb4-ec9b7931b409" providerId="ADAL" clId="{7BBACB10-8586-4BCC-A476-38C462E71A11}" dt="2025-08-20T06:34:59.107" v="1418" actId="478"/>
          <ac:spMkLst>
            <pc:docMk/>
            <pc:sldMk cId="1325567634" sldId="641"/>
            <ac:spMk id="5" creationId="{2461C6AC-CE12-CE55-1E34-C97C06A15181}"/>
          </ac:spMkLst>
        </pc:spChg>
      </pc:sldChg>
      <pc:sldChg chg="modSp add mod">
        <pc:chgData name="Deepika Vatsa" userId="f7100972-27fe-4ee6-8fb4-ec9b7931b409" providerId="ADAL" clId="{7BBACB10-8586-4BCC-A476-38C462E71A11}" dt="2025-08-20T06:35:35.150" v="1439" actId="20577"/>
        <pc:sldMkLst>
          <pc:docMk/>
          <pc:sldMk cId="3281371514" sldId="642"/>
        </pc:sldMkLst>
        <pc:spChg chg="mod">
          <ac:chgData name="Deepika Vatsa" userId="f7100972-27fe-4ee6-8fb4-ec9b7931b409" providerId="ADAL" clId="{7BBACB10-8586-4BCC-A476-38C462E71A11}" dt="2025-08-20T06:35:35.150" v="1439" actId="20577"/>
          <ac:spMkLst>
            <pc:docMk/>
            <pc:sldMk cId="3281371514" sldId="642"/>
            <ac:spMk id="2" creationId="{00000000-0000-0000-0000-000000000000}"/>
          </ac:spMkLst>
        </pc:spChg>
      </pc:sldChg>
      <pc:sldChg chg="addSp modSp add mod ord">
        <pc:chgData name="Deepika Vatsa" userId="f7100972-27fe-4ee6-8fb4-ec9b7931b409" providerId="ADAL" clId="{7BBACB10-8586-4BCC-A476-38C462E71A11}" dt="2025-08-20T11:37:16.703" v="2620"/>
        <pc:sldMkLst>
          <pc:docMk/>
          <pc:sldMk cId="1316392785" sldId="643"/>
        </pc:sldMkLst>
        <pc:spChg chg="mod">
          <ac:chgData name="Deepika Vatsa" userId="f7100972-27fe-4ee6-8fb4-ec9b7931b409" providerId="ADAL" clId="{7BBACB10-8586-4BCC-A476-38C462E71A11}" dt="2025-08-20T06:40:17.339" v="1516" actId="20577"/>
          <ac:spMkLst>
            <pc:docMk/>
            <pc:sldMk cId="1316392785" sldId="643"/>
            <ac:spMk id="2" creationId="{00000000-0000-0000-0000-000000000000}"/>
          </ac:spMkLst>
        </pc:spChg>
        <pc:spChg chg="mod">
          <ac:chgData name="Deepika Vatsa" userId="f7100972-27fe-4ee6-8fb4-ec9b7931b409" providerId="ADAL" clId="{7BBACB10-8586-4BCC-A476-38C462E71A11}" dt="2025-08-20T06:41:03.560" v="1542"/>
          <ac:spMkLst>
            <pc:docMk/>
            <pc:sldMk cId="1316392785" sldId="643"/>
            <ac:spMk id="5" creationId="{511D877E-D953-9EA2-2658-9866E6DD2D78}"/>
          </ac:spMkLst>
        </pc:spChg>
        <pc:inkChg chg="add">
          <ac:chgData name="Deepika Vatsa" userId="f7100972-27fe-4ee6-8fb4-ec9b7931b409" providerId="ADAL" clId="{7BBACB10-8586-4BCC-A476-38C462E71A11}" dt="2025-08-20T11:37:16.703" v="2620"/>
          <ac:inkMkLst>
            <pc:docMk/>
            <pc:sldMk cId="1316392785" sldId="643"/>
            <ac:inkMk id="4" creationId="{17BD0407-EA25-1277-BE98-C748946EB9BA}"/>
          </ac:inkMkLst>
        </pc:inkChg>
      </pc:sldChg>
      <pc:sldChg chg="addSp modSp add mod">
        <pc:chgData name="Deepika Vatsa" userId="f7100972-27fe-4ee6-8fb4-ec9b7931b409" providerId="ADAL" clId="{7BBACB10-8586-4BCC-A476-38C462E71A11}" dt="2025-08-20T11:37:16.703" v="2620"/>
        <pc:sldMkLst>
          <pc:docMk/>
          <pc:sldMk cId="4154143070" sldId="644"/>
        </pc:sldMkLst>
        <pc:spChg chg="mod">
          <ac:chgData name="Deepika Vatsa" userId="f7100972-27fe-4ee6-8fb4-ec9b7931b409" providerId="ADAL" clId="{7BBACB10-8586-4BCC-A476-38C462E71A11}" dt="2025-08-20T06:42:52.692" v="1621" actId="20577"/>
          <ac:spMkLst>
            <pc:docMk/>
            <pc:sldMk cId="4154143070" sldId="644"/>
            <ac:spMk id="5" creationId="{511D877E-D953-9EA2-2658-9866E6DD2D78}"/>
          </ac:spMkLst>
        </pc:spChg>
        <pc:inkChg chg="add">
          <ac:chgData name="Deepika Vatsa" userId="f7100972-27fe-4ee6-8fb4-ec9b7931b409" providerId="ADAL" clId="{7BBACB10-8586-4BCC-A476-38C462E71A11}" dt="2025-08-20T11:37:16.703" v="2620"/>
          <ac:inkMkLst>
            <pc:docMk/>
            <pc:sldMk cId="4154143070" sldId="644"/>
            <ac:inkMk id="4" creationId="{9EF5BFCC-BBF3-4570-20A0-B67AED60275B}"/>
          </ac:inkMkLst>
        </pc:inkChg>
      </pc:sldChg>
      <pc:sldChg chg="addSp modSp add mod">
        <pc:chgData name="Deepika Vatsa" userId="f7100972-27fe-4ee6-8fb4-ec9b7931b409" providerId="ADAL" clId="{7BBACB10-8586-4BCC-A476-38C462E71A11}" dt="2025-08-20T11:37:16.703" v="2620"/>
        <pc:sldMkLst>
          <pc:docMk/>
          <pc:sldMk cId="3731779941" sldId="645"/>
        </pc:sldMkLst>
        <pc:spChg chg="mod">
          <ac:chgData name="Deepika Vatsa" userId="f7100972-27fe-4ee6-8fb4-ec9b7931b409" providerId="ADAL" clId="{7BBACB10-8586-4BCC-A476-38C462E71A11}" dt="2025-08-20T06:41:22.338" v="1551" actId="113"/>
          <ac:spMkLst>
            <pc:docMk/>
            <pc:sldMk cId="3731779941" sldId="645"/>
            <ac:spMk id="5" creationId="{511D877E-D953-9EA2-2658-9866E6DD2D78}"/>
          </ac:spMkLst>
        </pc:spChg>
        <pc:inkChg chg="add">
          <ac:chgData name="Deepika Vatsa" userId="f7100972-27fe-4ee6-8fb4-ec9b7931b409" providerId="ADAL" clId="{7BBACB10-8586-4BCC-A476-38C462E71A11}" dt="2025-08-20T11:37:16.703" v="2620"/>
          <ac:inkMkLst>
            <pc:docMk/>
            <pc:sldMk cId="3731779941" sldId="645"/>
            <ac:inkMk id="4" creationId="{5AC419C3-8D99-A037-EC2C-A8289BDB7403}"/>
          </ac:inkMkLst>
        </pc:inkChg>
      </pc:sldChg>
      <pc:sldChg chg="addSp add">
        <pc:chgData name="Deepika Vatsa" userId="f7100972-27fe-4ee6-8fb4-ec9b7931b409" providerId="ADAL" clId="{7BBACB10-8586-4BCC-A476-38C462E71A11}" dt="2025-08-20T11:37:16.703" v="2620"/>
        <pc:sldMkLst>
          <pc:docMk/>
          <pc:sldMk cId="1825479687" sldId="646"/>
        </pc:sldMkLst>
        <pc:inkChg chg="add">
          <ac:chgData name="Deepika Vatsa" userId="f7100972-27fe-4ee6-8fb4-ec9b7931b409" providerId="ADAL" clId="{7BBACB10-8586-4BCC-A476-38C462E71A11}" dt="2025-08-20T11:37:16.703" v="2620"/>
          <ac:inkMkLst>
            <pc:docMk/>
            <pc:sldMk cId="1825479687" sldId="646"/>
            <ac:inkMk id="4" creationId="{9ED57F5B-8592-4B94-68EF-6BE6EFC79E86}"/>
          </ac:inkMkLst>
        </pc:inkChg>
      </pc:sldChg>
      <pc:sldChg chg="addSp delSp modSp add del mod">
        <pc:chgData name="Deepika Vatsa" userId="f7100972-27fe-4ee6-8fb4-ec9b7931b409" providerId="ADAL" clId="{7BBACB10-8586-4BCC-A476-38C462E71A11}" dt="2025-08-20T06:48:10.187" v="1626" actId="47"/>
        <pc:sldMkLst>
          <pc:docMk/>
          <pc:sldMk cId="2823366148" sldId="646"/>
        </pc:sldMkLst>
        <pc:spChg chg="del">
          <ac:chgData name="Deepika Vatsa" userId="f7100972-27fe-4ee6-8fb4-ec9b7931b409" providerId="ADAL" clId="{7BBACB10-8586-4BCC-A476-38C462E71A11}" dt="2025-08-20T06:48:02.916" v="1623" actId="478"/>
          <ac:spMkLst>
            <pc:docMk/>
            <pc:sldMk cId="2823366148" sldId="646"/>
            <ac:spMk id="5" creationId="{2461C6AC-CE12-CE55-1E34-C97C06A15181}"/>
          </ac:spMkLst>
        </pc:spChg>
        <pc:picChg chg="add del mod">
          <ac:chgData name="Deepika Vatsa" userId="f7100972-27fe-4ee6-8fb4-ec9b7931b409" providerId="ADAL" clId="{7BBACB10-8586-4BCC-A476-38C462E71A11}" dt="2025-08-20T06:48:07.940" v="1625"/>
          <ac:picMkLst>
            <pc:docMk/>
            <pc:sldMk cId="2823366148" sldId="646"/>
            <ac:picMk id="4" creationId="{052E0D85-B66D-F88F-C54D-A8C608B9CB87}"/>
          </ac:picMkLst>
        </pc:picChg>
      </pc:sldChg>
      <pc:sldChg chg="addSp delSp modSp add mod">
        <pc:chgData name="Deepika Vatsa" userId="f7100972-27fe-4ee6-8fb4-ec9b7931b409" providerId="ADAL" clId="{7BBACB10-8586-4BCC-A476-38C462E71A11}" dt="2025-08-20T11:37:16.703" v="2620"/>
        <pc:sldMkLst>
          <pc:docMk/>
          <pc:sldMk cId="3536546870" sldId="647"/>
        </pc:sldMkLst>
        <pc:spChg chg="del">
          <ac:chgData name="Deepika Vatsa" userId="f7100972-27fe-4ee6-8fb4-ec9b7931b409" providerId="ADAL" clId="{7BBACB10-8586-4BCC-A476-38C462E71A11}" dt="2025-08-20T06:52:33.256" v="1678" actId="478"/>
          <ac:spMkLst>
            <pc:docMk/>
            <pc:sldMk cId="3536546870" sldId="647"/>
            <ac:spMk id="5" creationId="{511D877E-D953-9EA2-2658-9866E6DD2D78}"/>
          </ac:spMkLst>
        </pc:spChg>
        <pc:picChg chg="add mod modCrop">
          <ac:chgData name="Deepika Vatsa" userId="f7100972-27fe-4ee6-8fb4-ec9b7931b409" providerId="ADAL" clId="{7BBACB10-8586-4BCC-A476-38C462E71A11}" dt="2025-08-20T06:52:47.358" v="1682" actId="1076"/>
          <ac:picMkLst>
            <pc:docMk/>
            <pc:sldMk cId="3536546870" sldId="647"/>
            <ac:picMk id="4" creationId="{52826AD3-6F07-615F-2B72-E90F9DAE671E}"/>
          </ac:picMkLst>
        </pc:picChg>
        <pc:inkChg chg="add">
          <ac:chgData name="Deepika Vatsa" userId="f7100972-27fe-4ee6-8fb4-ec9b7931b409" providerId="ADAL" clId="{7BBACB10-8586-4BCC-A476-38C462E71A11}" dt="2025-08-20T11:37:16.703" v="2620"/>
          <ac:inkMkLst>
            <pc:docMk/>
            <pc:sldMk cId="3536546870" sldId="647"/>
            <ac:inkMk id="5" creationId="{48F69E82-123F-45EE-AF2E-934D2983316B}"/>
          </ac:inkMkLst>
        </pc:inkChg>
      </pc:sldChg>
      <pc:sldChg chg="addSp delSp modSp add mod">
        <pc:chgData name="Deepika Vatsa" userId="f7100972-27fe-4ee6-8fb4-ec9b7931b409" providerId="ADAL" clId="{7BBACB10-8586-4BCC-A476-38C462E71A11}" dt="2025-08-20T11:37:16.703" v="2620"/>
        <pc:sldMkLst>
          <pc:docMk/>
          <pc:sldMk cId="3930264224" sldId="648"/>
        </pc:sldMkLst>
        <pc:spChg chg="mod">
          <ac:chgData name="Deepika Vatsa" userId="f7100972-27fe-4ee6-8fb4-ec9b7931b409" providerId="ADAL" clId="{7BBACB10-8586-4BCC-A476-38C462E71A11}" dt="2025-08-20T06:53:34.954" v="1695" actId="20577"/>
          <ac:spMkLst>
            <pc:docMk/>
            <pc:sldMk cId="3930264224" sldId="648"/>
            <ac:spMk id="2" creationId="{00000000-0000-0000-0000-000000000000}"/>
          </ac:spMkLst>
        </pc:spChg>
        <pc:spChg chg="add mod">
          <ac:chgData name="Deepika Vatsa" userId="f7100972-27fe-4ee6-8fb4-ec9b7931b409" providerId="ADAL" clId="{7BBACB10-8586-4BCC-A476-38C462E71A11}" dt="2025-08-20T07:07:56.937" v="2619" actId="1076"/>
          <ac:spMkLst>
            <pc:docMk/>
            <pc:sldMk cId="3930264224" sldId="648"/>
            <ac:spMk id="6" creationId="{FFD9A4DD-B5AB-E8DB-C496-231CC09E2328}"/>
          </ac:spMkLst>
        </pc:spChg>
        <pc:picChg chg="del">
          <ac:chgData name="Deepika Vatsa" userId="f7100972-27fe-4ee6-8fb4-ec9b7931b409" providerId="ADAL" clId="{7BBACB10-8586-4BCC-A476-38C462E71A11}" dt="2025-08-20T06:53:36.586" v="1696" actId="478"/>
          <ac:picMkLst>
            <pc:docMk/>
            <pc:sldMk cId="3930264224" sldId="648"/>
            <ac:picMk id="4" creationId="{52826AD3-6F07-615F-2B72-E90F9DAE671E}"/>
          </ac:picMkLst>
        </pc:picChg>
        <pc:picChg chg="add del mod">
          <ac:chgData name="Deepika Vatsa" userId="f7100972-27fe-4ee6-8fb4-ec9b7931b409" providerId="ADAL" clId="{7BBACB10-8586-4BCC-A476-38C462E71A11}" dt="2025-08-20T06:56:17.473" v="2015" actId="478"/>
          <ac:picMkLst>
            <pc:docMk/>
            <pc:sldMk cId="3930264224" sldId="648"/>
            <ac:picMk id="5" creationId="{90B69D6D-4D75-A08B-F30E-E6BF26ECD871}"/>
          </ac:picMkLst>
        </pc:picChg>
        <pc:inkChg chg="add">
          <ac:chgData name="Deepika Vatsa" userId="f7100972-27fe-4ee6-8fb4-ec9b7931b409" providerId="ADAL" clId="{7BBACB10-8586-4BCC-A476-38C462E71A11}" dt="2025-08-20T11:37:16.703" v="2620"/>
          <ac:inkMkLst>
            <pc:docMk/>
            <pc:sldMk cId="3930264224" sldId="648"/>
            <ac:inkMk id="4" creationId="{5B05BB2A-4A4F-9946-3A29-504DBDCFD2EB}"/>
          </ac:inkMkLst>
        </pc:inkChg>
      </pc:sldChg>
      <pc:sldChg chg="addSp delSp modSp add del mod">
        <pc:chgData name="Deepika Vatsa" userId="f7100972-27fe-4ee6-8fb4-ec9b7931b409" providerId="ADAL" clId="{7BBACB10-8586-4BCC-A476-38C462E71A11}" dt="2025-08-20T07:04:05.864" v="2494" actId="47"/>
        <pc:sldMkLst>
          <pc:docMk/>
          <pc:sldMk cId="1939606234" sldId="649"/>
        </pc:sldMkLst>
        <pc:picChg chg="add mod modCrop">
          <ac:chgData name="Deepika Vatsa" userId="f7100972-27fe-4ee6-8fb4-ec9b7931b409" providerId="ADAL" clId="{7BBACB10-8586-4BCC-A476-38C462E71A11}" dt="2025-08-20T06:54:29.380" v="1707" actId="1076"/>
          <ac:picMkLst>
            <pc:docMk/>
            <pc:sldMk cId="1939606234" sldId="649"/>
            <ac:picMk id="4" creationId="{8073A3DF-2A3E-5F66-4875-63C1D5E6A527}"/>
          </ac:picMkLst>
        </pc:picChg>
        <pc:picChg chg="del">
          <ac:chgData name="Deepika Vatsa" userId="f7100972-27fe-4ee6-8fb4-ec9b7931b409" providerId="ADAL" clId="{7BBACB10-8586-4BCC-A476-38C462E71A11}" dt="2025-08-20T06:53:48.007" v="1700" actId="478"/>
          <ac:picMkLst>
            <pc:docMk/>
            <pc:sldMk cId="1939606234" sldId="649"/>
            <ac:picMk id="5" creationId="{90B69D6D-4D75-A08B-F30E-E6BF26ECD871}"/>
          </ac:picMkLst>
        </pc:picChg>
      </pc:sldChg>
      <pc:sldChg chg="addSp modSp add mod">
        <pc:chgData name="Deepika Vatsa" userId="f7100972-27fe-4ee6-8fb4-ec9b7931b409" providerId="ADAL" clId="{7BBACB10-8586-4BCC-A476-38C462E71A11}" dt="2025-08-20T11:37:16.703" v="2620"/>
        <pc:sldMkLst>
          <pc:docMk/>
          <pc:sldMk cId="2272648693" sldId="650"/>
        </pc:sldMkLst>
        <pc:spChg chg="mod">
          <ac:chgData name="Deepika Vatsa" userId="f7100972-27fe-4ee6-8fb4-ec9b7931b409" providerId="ADAL" clId="{7BBACB10-8586-4BCC-A476-38C462E71A11}" dt="2025-08-20T07:03:43.999" v="2452" actId="1076"/>
          <ac:spMkLst>
            <pc:docMk/>
            <pc:sldMk cId="2272648693" sldId="650"/>
            <ac:spMk id="6" creationId="{FFD9A4DD-B5AB-E8DB-C496-231CC09E2328}"/>
          </ac:spMkLst>
        </pc:spChg>
        <pc:spChg chg="add mod">
          <ac:chgData name="Deepika Vatsa" userId="f7100972-27fe-4ee6-8fb4-ec9b7931b409" providerId="ADAL" clId="{7BBACB10-8586-4BCC-A476-38C462E71A11}" dt="2025-08-20T07:03:54.092" v="2492" actId="1036"/>
          <ac:spMkLst>
            <pc:docMk/>
            <pc:sldMk cId="2272648693" sldId="650"/>
            <ac:spMk id="7" creationId="{E66E3315-B034-A861-26B7-161D840A9B8B}"/>
          </ac:spMkLst>
        </pc:spChg>
        <pc:spChg chg="add mod">
          <ac:chgData name="Deepika Vatsa" userId="f7100972-27fe-4ee6-8fb4-ec9b7931b409" providerId="ADAL" clId="{7BBACB10-8586-4BCC-A476-38C462E71A11}" dt="2025-08-20T07:03:54.092" v="2492" actId="1036"/>
          <ac:spMkLst>
            <pc:docMk/>
            <pc:sldMk cId="2272648693" sldId="650"/>
            <ac:spMk id="8" creationId="{128771D7-1DE7-3AC6-2294-0C18F21CB146}"/>
          </ac:spMkLst>
        </pc:spChg>
        <pc:inkChg chg="add">
          <ac:chgData name="Deepika Vatsa" userId="f7100972-27fe-4ee6-8fb4-ec9b7931b409" providerId="ADAL" clId="{7BBACB10-8586-4BCC-A476-38C462E71A11}" dt="2025-08-20T11:37:16.703" v="2620"/>
          <ac:inkMkLst>
            <pc:docMk/>
            <pc:sldMk cId="2272648693" sldId="650"/>
            <ac:inkMk id="4" creationId="{201305CA-103F-AE7E-F77A-F7E37CE5BB0E}"/>
          </ac:inkMkLst>
        </pc:inkChg>
        <pc:cxnChg chg="add mod">
          <ac:chgData name="Deepika Vatsa" userId="f7100972-27fe-4ee6-8fb4-ec9b7931b409" providerId="ADAL" clId="{7BBACB10-8586-4BCC-A476-38C462E71A11}" dt="2025-08-20T07:04:00.836" v="2493" actId="14100"/>
          <ac:cxnSpMkLst>
            <pc:docMk/>
            <pc:sldMk cId="2272648693" sldId="650"/>
            <ac:cxnSpMk id="5" creationId="{24B3BA2A-7D87-5D78-8A80-D0AF4570A12E}"/>
          </ac:cxnSpMkLst>
        </pc:cxnChg>
      </pc:sldChg>
    </pc:docChg>
  </pc:docChgLst>
  <pc:docChgLst>
    <pc:chgData name="Deepika Vatsa" userId="f7100972-27fe-4ee6-8fb4-ec9b7931b409" providerId="ADAL" clId="{35CE279D-91C4-4B88-8EE5-67ABEF48C7AB}"/>
    <pc:docChg chg="custSel addSld delSld modSld">
      <pc:chgData name="Deepika Vatsa" userId="f7100972-27fe-4ee6-8fb4-ec9b7931b409" providerId="ADAL" clId="{35CE279D-91C4-4B88-8EE5-67ABEF48C7AB}" dt="2025-11-11T06:34:17.696" v="195"/>
      <pc:docMkLst>
        <pc:docMk/>
      </pc:docMkLst>
      <pc:sldChg chg="modSp mod">
        <pc:chgData name="Deepika Vatsa" userId="f7100972-27fe-4ee6-8fb4-ec9b7931b409" providerId="ADAL" clId="{35CE279D-91C4-4B88-8EE5-67ABEF48C7AB}" dt="2025-11-10T10:19:43.770" v="60" actId="20577"/>
        <pc:sldMkLst>
          <pc:docMk/>
          <pc:sldMk cId="0" sldId="395"/>
        </pc:sldMkLst>
        <pc:spChg chg="mod">
          <ac:chgData name="Deepika Vatsa" userId="f7100972-27fe-4ee6-8fb4-ec9b7931b409" providerId="ADAL" clId="{35CE279D-91C4-4B88-8EE5-67ABEF48C7AB}" dt="2025-11-10T10:19:43.770" v="60" actId="20577"/>
          <ac:spMkLst>
            <pc:docMk/>
            <pc:sldMk cId="0" sldId="395"/>
            <ac:spMk id="2" creationId="{00000000-0000-0000-0000-000000000000}"/>
          </ac:spMkLst>
        </pc:spChg>
      </pc:sldChg>
      <pc:sldChg chg="addSp delSp modSp mod">
        <pc:chgData name="Deepika Vatsa" userId="f7100972-27fe-4ee6-8fb4-ec9b7931b409" providerId="ADAL" clId="{35CE279D-91C4-4B88-8EE5-67ABEF48C7AB}" dt="2025-11-11T06:34:17.696" v="195"/>
        <pc:sldMkLst>
          <pc:docMk/>
          <pc:sldMk cId="1086811776" sldId="593"/>
        </pc:sldMkLst>
        <pc:spChg chg="del">
          <ac:chgData name="Deepika Vatsa" userId="f7100972-27fe-4ee6-8fb4-ec9b7931b409" providerId="ADAL" clId="{35CE279D-91C4-4B88-8EE5-67ABEF48C7AB}" dt="2025-11-10T10:21:23.388" v="63" actId="478"/>
          <ac:spMkLst>
            <pc:docMk/>
            <pc:sldMk cId="1086811776" sldId="593"/>
            <ac:spMk id="2" creationId="{00000000-0000-0000-0000-000000000000}"/>
          </ac:spMkLst>
        </pc:spChg>
        <pc:spChg chg="add del mod">
          <ac:chgData name="Deepika Vatsa" userId="f7100972-27fe-4ee6-8fb4-ec9b7931b409" providerId="ADAL" clId="{35CE279D-91C4-4B88-8EE5-67ABEF48C7AB}" dt="2025-11-10T10:21:25.385" v="64" actId="478"/>
          <ac:spMkLst>
            <pc:docMk/>
            <pc:sldMk cId="1086811776" sldId="593"/>
            <ac:spMk id="5" creationId="{2EA80111-BFD1-3A31-B732-2E70259CBB8A}"/>
          </ac:spMkLst>
        </pc:spChg>
        <pc:picChg chg="del">
          <ac:chgData name="Deepika Vatsa" userId="f7100972-27fe-4ee6-8fb4-ec9b7931b409" providerId="ADAL" clId="{35CE279D-91C4-4B88-8EE5-67ABEF48C7AB}" dt="2025-11-10T10:21:20.696" v="62" actId="478"/>
          <ac:picMkLst>
            <pc:docMk/>
            <pc:sldMk cId="1086811776" sldId="593"/>
            <ac:picMk id="7" creationId="{B5AF784B-50C4-3797-39E7-A06BEFD483F4}"/>
          </ac:picMkLst>
        </pc:picChg>
        <pc:picChg chg="add mod">
          <ac:chgData name="Deepika Vatsa" userId="f7100972-27fe-4ee6-8fb4-ec9b7931b409" providerId="ADAL" clId="{35CE279D-91C4-4B88-8EE5-67ABEF48C7AB}" dt="2025-11-10T10:21:41.535" v="71" actId="14100"/>
          <ac:picMkLst>
            <pc:docMk/>
            <pc:sldMk cId="1086811776" sldId="593"/>
            <ac:picMk id="8" creationId="{9130657F-3C8D-EFD4-2024-6708F2F167E5}"/>
          </ac:picMkLst>
        </pc:picChg>
        <pc:inkChg chg="add">
          <ac:chgData name="Deepika Vatsa" userId="f7100972-27fe-4ee6-8fb4-ec9b7931b409" providerId="ADAL" clId="{35CE279D-91C4-4B88-8EE5-67ABEF48C7AB}" dt="2025-11-11T06:34:17.696" v="195"/>
          <ac:inkMkLst>
            <pc:docMk/>
            <pc:sldMk cId="1086811776" sldId="593"/>
            <ac:inkMk id="2" creationId="{B68C968E-6FEB-8EA2-8440-8D74036279D9}"/>
          </ac:inkMkLst>
        </pc:inkChg>
        <pc:cxnChg chg="del">
          <ac:chgData name="Deepika Vatsa" userId="f7100972-27fe-4ee6-8fb4-ec9b7931b409" providerId="ADAL" clId="{35CE279D-91C4-4B88-8EE5-67ABEF48C7AB}" dt="2025-11-10T10:21:26.972" v="65" actId="478"/>
          <ac:cxnSpMkLst>
            <pc:docMk/>
            <pc:sldMk cId="1086811776" sldId="593"/>
            <ac:cxnSpMk id="3" creationId="{9FFC9232-0F3D-BF13-4461-6E51D2C9C5C7}"/>
          </ac:cxnSpMkLst>
        </pc:cxnChg>
      </pc:sldChg>
      <pc:sldChg chg="addSp delSp modSp add mod">
        <pc:chgData name="Deepika Vatsa" userId="f7100972-27fe-4ee6-8fb4-ec9b7931b409" providerId="ADAL" clId="{35CE279D-91C4-4B88-8EE5-67ABEF48C7AB}" dt="2025-11-11T06:34:17.696" v="195"/>
        <pc:sldMkLst>
          <pc:docMk/>
          <pc:sldMk cId="366001016" sldId="594"/>
        </pc:sldMkLst>
        <pc:picChg chg="add mod">
          <ac:chgData name="Deepika Vatsa" userId="f7100972-27fe-4ee6-8fb4-ec9b7931b409" providerId="ADAL" clId="{35CE279D-91C4-4B88-8EE5-67ABEF48C7AB}" dt="2025-11-10T10:22:25.842" v="77" actId="1076"/>
          <ac:picMkLst>
            <pc:docMk/>
            <pc:sldMk cId="366001016" sldId="594"/>
            <ac:picMk id="3" creationId="{360A8F56-0CAC-1B75-6383-78CDA2D66359}"/>
          </ac:picMkLst>
        </pc:picChg>
        <pc:picChg chg="del">
          <ac:chgData name="Deepika Vatsa" userId="f7100972-27fe-4ee6-8fb4-ec9b7931b409" providerId="ADAL" clId="{35CE279D-91C4-4B88-8EE5-67ABEF48C7AB}" dt="2025-11-10T10:22:17.959" v="73" actId="478"/>
          <ac:picMkLst>
            <pc:docMk/>
            <pc:sldMk cId="366001016" sldId="594"/>
            <ac:picMk id="8" creationId="{9130657F-3C8D-EFD4-2024-6708F2F167E5}"/>
          </ac:picMkLst>
        </pc:picChg>
        <pc:inkChg chg="add">
          <ac:chgData name="Deepika Vatsa" userId="f7100972-27fe-4ee6-8fb4-ec9b7931b409" providerId="ADAL" clId="{35CE279D-91C4-4B88-8EE5-67ABEF48C7AB}" dt="2025-11-11T06:34:17.696" v="195"/>
          <ac:inkMkLst>
            <pc:docMk/>
            <pc:sldMk cId="366001016" sldId="594"/>
            <ac:inkMk id="2" creationId="{1394B5E9-D5C4-90A9-06CB-79ADB4CEE419}"/>
          </ac:inkMkLst>
        </pc:inkChg>
      </pc:sldChg>
      <pc:sldChg chg="del">
        <pc:chgData name="Deepika Vatsa" userId="f7100972-27fe-4ee6-8fb4-ec9b7931b409" providerId="ADAL" clId="{35CE279D-91C4-4B88-8EE5-67ABEF48C7AB}" dt="2025-11-10T10:20:13.003" v="61" actId="47"/>
        <pc:sldMkLst>
          <pc:docMk/>
          <pc:sldMk cId="3435346632" sldId="594"/>
        </pc:sldMkLst>
      </pc:sldChg>
      <pc:sldChg chg="addSp delSp modSp add mod">
        <pc:chgData name="Deepika Vatsa" userId="f7100972-27fe-4ee6-8fb4-ec9b7931b409" providerId="ADAL" clId="{35CE279D-91C4-4B88-8EE5-67ABEF48C7AB}" dt="2025-11-11T06:34:17.696" v="195"/>
        <pc:sldMkLst>
          <pc:docMk/>
          <pc:sldMk cId="168034677" sldId="595"/>
        </pc:sldMkLst>
        <pc:picChg chg="del">
          <ac:chgData name="Deepika Vatsa" userId="f7100972-27fe-4ee6-8fb4-ec9b7931b409" providerId="ADAL" clId="{35CE279D-91C4-4B88-8EE5-67ABEF48C7AB}" dt="2025-11-10T10:22:49.110" v="79" actId="478"/>
          <ac:picMkLst>
            <pc:docMk/>
            <pc:sldMk cId="168034677" sldId="595"/>
            <ac:picMk id="3" creationId="{360A8F56-0CAC-1B75-6383-78CDA2D66359}"/>
          </ac:picMkLst>
        </pc:picChg>
        <pc:picChg chg="add mod">
          <ac:chgData name="Deepika Vatsa" userId="f7100972-27fe-4ee6-8fb4-ec9b7931b409" providerId="ADAL" clId="{35CE279D-91C4-4B88-8EE5-67ABEF48C7AB}" dt="2025-11-10T10:23:03.461" v="93" actId="1037"/>
          <ac:picMkLst>
            <pc:docMk/>
            <pc:sldMk cId="168034677" sldId="595"/>
            <ac:picMk id="4" creationId="{90C7C05E-A7FB-6D52-30A7-837BC39753C3}"/>
          </ac:picMkLst>
        </pc:picChg>
        <pc:inkChg chg="add">
          <ac:chgData name="Deepika Vatsa" userId="f7100972-27fe-4ee6-8fb4-ec9b7931b409" providerId="ADAL" clId="{35CE279D-91C4-4B88-8EE5-67ABEF48C7AB}" dt="2025-11-11T06:34:17.696" v="195"/>
          <ac:inkMkLst>
            <pc:docMk/>
            <pc:sldMk cId="168034677" sldId="595"/>
            <ac:inkMk id="2" creationId="{546378F5-88F5-E9C4-3AC6-37E14F15BE96}"/>
          </ac:inkMkLst>
        </pc:inkChg>
      </pc:sldChg>
      <pc:sldChg chg="del">
        <pc:chgData name="Deepika Vatsa" userId="f7100972-27fe-4ee6-8fb4-ec9b7931b409" providerId="ADAL" clId="{35CE279D-91C4-4B88-8EE5-67ABEF48C7AB}" dt="2025-11-10T10:20:13.003" v="61" actId="47"/>
        <pc:sldMkLst>
          <pc:docMk/>
          <pc:sldMk cId="3574283066" sldId="595"/>
        </pc:sldMkLst>
      </pc:sldChg>
      <pc:sldChg chg="addSp delSp modSp add mod">
        <pc:chgData name="Deepika Vatsa" userId="f7100972-27fe-4ee6-8fb4-ec9b7931b409" providerId="ADAL" clId="{35CE279D-91C4-4B88-8EE5-67ABEF48C7AB}" dt="2025-11-11T06:34:17.696" v="195"/>
        <pc:sldMkLst>
          <pc:docMk/>
          <pc:sldMk cId="545531961" sldId="596"/>
        </pc:sldMkLst>
        <pc:picChg chg="add mod">
          <ac:chgData name="Deepika Vatsa" userId="f7100972-27fe-4ee6-8fb4-ec9b7931b409" providerId="ADAL" clId="{35CE279D-91C4-4B88-8EE5-67ABEF48C7AB}" dt="2025-11-10T10:23:29.658" v="99" actId="1076"/>
          <ac:picMkLst>
            <pc:docMk/>
            <pc:sldMk cId="545531961" sldId="596"/>
            <ac:picMk id="3" creationId="{DF82E294-6D55-57AC-EC23-0E8455B6C3FA}"/>
          </ac:picMkLst>
        </pc:picChg>
        <pc:picChg chg="del">
          <ac:chgData name="Deepika Vatsa" userId="f7100972-27fe-4ee6-8fb4-ec9b7931b409" providerId="ADAL" clId="{35CE279D-91C4-4B88-8EE5-67ABEF48C7AB}" dt="2025-11-10T10:23:24.033" v="95" actId="478"/>
          <ac:picMkLst>
            <pc:docMk/>
            <pc:sldMk cId="545531961" sldId="596"/>
            <ac:picMk id="4" creationId="{90C7C05E-A7FB-6D52-30A7-837BC39753C3}"/>
          </ac:picMkLst>
        </pc:picChg>
        <pc:inkChg chg="add">
          <ac:chgData name="Deepika Vatsa" userId="f7100972-27fe-4ee6-8fb4-ec9b7931b409" providerId="ADAL" clId="{35CE279D-91C4-4B88-8EE5-67ABEF48C7AB}" dt="2025-11-11T06:34:17.696" v="195"/>
          <ac:inkMkLst>
            <pc:docMk/>
            <pc:sldMk cId="545531961" sldId="596"/>
            <ac:inkMk id="2" creationId="{ACCC9B39-78BB-9B11-975E-BC88A15B7F99}"/>
          </ac:inkMkLst>
        </pc:inkChg>
      </pc:sldChg>
      <pc:sldChg chg="del">
        <pc:chgData name="Deepika Vatsa" userId="f7100972-27fe-4ee6-8fb4-ec9b7931b409" providerId="ADAL" clId="{35CE279D-91C4-4B88-8EE5-67ABEF48C7AB}" dt="2025-11-10T10:20:13.003" v="61" actId="47"/>
        <pc:sldMkLst>
          <pc:docMk/>
          <pc:sldMk cId="1543993561" sldId="596"/>
        </pc:sldMkLst>
      </pc:sldChg>
      <pc:sldChg chg="addSp delSp modSp add del mod">
        <pc:chgData name="Deepika Vatsa" userId="f7100972-27fe-4ee6-8fb4-ec9b7931b409" providerId="ADAL" clId="{35CE279D-91C4-4B88-8EE5-67ABEF48C7AB}" dt="2025-11-10T10:30:39.636" v="189" actId="2696"/>
        <pc:sldMkLst>
          <pc:docMk/>
          <pc:sldMk cId="55406440" sldId="597"/>
        </pc:sldMkLst>
        <pc:picChg chg="del">
          <ac:chgData name="Deepika Vatsa" userId="f7100972-27fe-4ee6-8fb4-ec9b7931b409" providerId="ADAL" clId="{35CE279D-91C4-4B88-8EE5-67ABEF48C7AB}" dt="2025-11-10T10:23:49.175" v="101" actId="478"/>
          <ac:picMkLst>
            <pc:docMk/>
            <pc:sldMk cId="55406440" sldId="597"/>
            <ac:picMk id="3" creationId="{DF82E294-6D55-57AC-EC23-0E8455B6C3FA}"/>
          </ac:picMkLst>
        </pc:picChg>
        <pc:picChg chg="add mod">
          <ac:chgData name="Deepika Vatsa" userId="f7100972-27fe-4ee6-8fb4-ec9b7931b409" providerId="ADAL" clId="{35CE279D-91C4-4B88-8EE5-67ABEF48C7AB}" dt="2025-11-10T10:24:16.551" v="106" actId="1076"/>
          <ac:picMkLst>
            <pc:docMk/>
            <pc:sldMk cId="55406440" sldId="597"/>
            <ac:picMk id="4" creationId="{2D86BC58-FD0C-DF8A-6910-5D6CE13DB2C3}"/>
          </ac:picMkLst>
        </pc:picChg>
      </pc:sldChg>
      <pc:sldChg chg="del">
        <pc:chgData name="Deepika Vatsa" userId="f7100972-27fe-4ee6-8fb4-ec9b7931b409" providerId="ADAL" clId="{35CE279D-91C4-4B88-8EE5-67ABEF48C7AB}" dt="2025-11-10T10:20:13.003" v="61" actId="47"/>
        <pc:sldMkLst>
          <pc:docMk/>
          <pc:sldMk cId="95095643" sldId="597"/>
        </pc:sldMkLst>
      </pc:sldChg>
      <pc:sldChg chg="del">
        <pc:chgData name="Deepika Vatsa" userId="f7100972-27fe-4ee6-8fb4-ec9b7931b409" providerId="ADAL" clId="{35CE279D-91C4-4B88-8EE5-67ABEF48C7AB}" dt="2025-11-10T10:20:13.003" v="61" actId="47"/>
        <pc:sldMkLst>
          <pc:docMk/>
          <pc:sldMk cId="3301389033" sldId="598"/>
        </pc:sldMkLst>
      </pc:sldChg>
      <pc:sldChg chg="addSp modSp add mod">
        <pc:chgData name="Deepika Vatsa" userId="f7100972-27fe-4ee6-8fb4-ec9b7931b409" providerId="ADAL" clId="{35CE279D-91C4-4B88-8EE5-67ABEF48C7AB}" dt="2025-11-11T06:34:17.696" v="195"/>
        <pc:sldMkLst>
          <pc:docMk/>
          <pc:sldMk cId="4106653740" sldId="598"/>
        </pc:sldMkLst>
        <pc:picChg chg="mod modCrop">
          <ac:chgData name="Deepika Vatsa" userId="f7100972-27fe-4ee6-8fb4-ec9b7931b409" providerId="ADAL" clId="{35CE279D-91C4-4B88-8EE5-67ABEF48C7AB}" dt="2025-11-10T10:24:41.692" v="108" actId="732"/>
          <ac:picMkLst>
            <pc:docMk/>
            <pc:sldMk cId="4106653740" sldId="598"/>
            <ac:picMk id="4" creationId="{2D86BC58-FD0C-DF8A-6910-5D6CE13DB2C3}"/>
          </ac:picMkLst>
        </pc:picChg>
        <pc:inkChg chg="add">
          <ac:chgData name="Deepika Vatsa" userId="f7100972-27fe-4ee6-8fb4-ec9b7931b409" providerId="ADAL" clId="{35CE279D-91C4-4B88-8EE5-67ABEF48C7AB}" dt="2025-11-11T06:34:17.696" v="195"/>
          <ac:inkMkLst>
            <pc:docMk/>
            <pc:sldMk cId="4106653740" sldId="598"/>
            <ac:inkMk id="2" creationId="{2F77CE5E-1338-DA0E-538B-C36864E5AC0F}"/>
          </ac:inkMkLst>
        </pc:inkChg>
      </pc:sldChg>
      <pc:sldChg chg="addSp delSp modSp add mod">
        <pc:chgData name="Deepika Vatsa" userId="f7100972-27fe-4ee6-8fb4-ec9b7931b409" providerId="ADAL" clId="{35CE279D-91C4-4B88-8EE5-67ABEF48C7AB}" dt="2025-11-11T06:34:17.696" v="195"/>
        <pc:sldMkLst>
          <pc:docMk/>
          <pc:sldMk cId="1713552370" sldId="599"/>
        </pc:sldMkLst>
        <pc:picChg chg="add mod">
          <ac:chgData name="Deepika Vatsa" userId="f7100972-27fe-4ee6-8fb4-ec9b7931b409" providerId="ADAL" clId="{35CE279D-91C4-4B88-8EE5-67ABEF48C7AB}" dt="2025-11-10T10:25:12.149" v="114" actId="1076"/>
          <ac:picMkLst>
            <pc:docMk/>
            <pc:sldMk cId="1713552370" sldId="599"/>
            <ac:picMk id="3" creationId="{B41BA7D1-1DB2-ADCD-030E-77A48B9A3A35}"/>
          </ac:picMkLst>
        </pc:picChg>
        <pc:picChg chg="del">
          <ac:chgData name="Deepika Vatsa" userId="f7100972-27fe-4ee6-8fb4-ec9b7931b409" providerId="ADAL" clId="{35CE279D-91C4-4B88-8EE5-67ABEF48C7AB}" dt="2025-11-10T10:25:04.388" v="110" actId="478"/>
          <ac:picMkLst>
            <pc:docMk/>
            <pc:sldMk cId="1713552370" sldId="599"/>
            <ac:picMk id="4" creationId="{2D86BC58-FD0C-DF8A-6910-5D6CE13DB2C3}"/>
          </ac:picMkLst>
        </pc:picChg>
        <pc:inkChg chg="add">
          <ac:chgData name="Deepika Vatsa" userId="f7100972-27fe-4ee6-8fb4-ec9b7931b409" providerId="ADAL" clId="{35CE279D-91C4-4B88-8EE5-67ABEF48C7AB}" dt="2025-11-11T06:34:17.696" v="195"/>
          <ac:inkMkLst>
            <pc:docMk/>
            <pc:sldMk cId="1713552370" sldId="599"/>
            <ac:inkMk id="2" creationId="{49A9E88D-9E52-5BB5-14BC-539075B2A637}"/>
          </ac:inkMkLst>
        </pc:inkChg>
      </pc:sldChg>
      <pc:sldChg chg="del">
        <pc:chgData name="Deepika Vatsa" userId="f7100972-27fe-4ee6-8fb4-ec9b7931b409" providerId="ADAL" clId="{35CE279D-91C4-4B88-8EE5-67ABEF48C7AB}" dt="2025-11-10T10:20:13.003" v="61" actId="47"/>
        <pc:sldMkLst>
          <pc:docMk/>
          <pc:sldMk cId="3200296418" sldId="599"/>
        </pc:sldMkLst>
      </pc:sldChg>
      <pc:sldChg chg="del">
        <pc:chgData name="Deepika Vatsa" userId="f7100972-27fe-4ee6-8fb4-ec9b7931b409" providerId="ADAL" clId="{35CE279D-91C4-4B88-8EE5-67ABEF48C7AB}" dt="2025-11-10T10:20:13.003" v="61" actId="47"/>
        <pc:sldMkLst>
          <pc:docMk/>
          <pc:sldMk cId="1466069517" sldId="600"/>
        </pc:sldMkLst>
      </pc:sldChg>
      <pc:sldChg chg="addSp delSp modSp add mod">
        <pc:chgData name="Deepika Vatsa" userId="f7100972-27fe-4ee6-8fb4-ec9b7931b409" providerId="ADAL" clId="{35CE279D-91C4-4B88-8EE5-67ABEF48C7AB}" dt="2025-11-11T06:34:17.696" v="195"/>
        <pc:sldMkLst>
          <pc:docMk/>
          <pc:sldMk cId="3981546827" sldId="600"/>
        </pc:sldMkLst>
        <pc:picChg chg="del">
          <ac:chgData name="Deepika Vatsa" userId="f7100972-27fe-4ee6-8fb4-ec9b7931b409" providerId="ADAL" clId="{35CE279D-91C4-4B88-8EE5-67ABEF48C7AB}" dt="2025-11-10T10:25:31.489" v="116" actId="478"/>
          <ac:picMkLst>
            <pc:docMk/>
            <pc:sldMk cId="3981546827" sldId="600"/>
            <ac:picMk id="3" creationId="{B41BA7D1-1DB2-ADCD-030E-77A48B9A3A35}"/>
          </ac:picMkLst>
        </pc:picChg>
        <pc:picChg chg="add mod">
          <ac:chgData name="Deepika Vatsa" userId="f7100972-27fe-4ee6-8fb4-ec9b7931b409" providerId="ADAL" clId="{35CE279D-91C4-4B88-8EE5-67ABEF48C7AB}" dt="2025-11-10T10:25:56.585" v="122" actId="1076"/>
          <ac:picMkLst>
            <pc:docMk/>
            <pc:sldMk cId="3981546827" sldId="600"/>
            <ac:picMk id="4" creationId="{0C325701-BFB2-B4AE-D607-279FD6E41680}"/>
          </ac:picMkLst>
        </pc:picChg>
        <pc:picChg chg="add mod">
          <ac:chgData name="Deepika Vatsa" userId="f7100972-27fe-4ee6-8fb4-ec9b7931b409" providerId="ADAL" clId="{35CE279D-91C4-4B88-8EE5-67ABEF48C7AB}" dt="2025-11-10T10:26:00.799" v="124" actId="1076"/>
          <ac:picMkLst>
            <pc:docMk/>
            <pc:sldMk cId="3981546827" sldId="600"/>
            <ac:picMk id="6" creationId="{27F0D521-CB12-CB98-B8FE-A0350C3F69EA}"/>
          </ac:picMkLst>
        </pc:picChg>
        <pc:inkChg chg="add">
          <ac:chgData name="Deepika Vatsa" userId="f7100972-27fe-4ee6-8fb4-ec9b7931b409" providerId="ADAL" clId="{35CE279D-91C4-4B88-8EE5-67ABEF48C7AB}" dt="2025-11-11T06:34:17.696" v="195"/>
          <ac:inkMkLst>
            <pc:docMk/>
            <pc:sldMk cId="3981546827" sldId="600"/>
            <ac:inkMk id="2" creationId="{EE6C7767-9AED-2E1A-2890-6E68EB36261F}"/>
          </ac:inkMkLst>
        </pc:inkChg>
      </pc:sldChg>
      <pc:sldChg chg="del">
        <pc:chgData name="Deepika Vatsa" userId="f7100972-27fe-4ee6-8fb4-ec9b7931b409" providerId="ADAL" clId="{35CE279D-91C4-4B88-8EE5-67ABEF48C7AB}" dt="2025-11-10T10:20:13.003" v="61" actId="47"/>
        <pc:sldMkLst>
          <pc:docMk/>
          <pc:sldMk cId="1248394865" sldId="601"/>
        </pc:sldMkLst>
      </pc:sldChg>
      <pc:sldChg chg="addSp delSp modSp add mod">
        <pc:chgData name="Deepika Vatsa" userId="f7100972-27fe-4ee6-8fb4-ec9b7931b409" providerId="ADAL" clId="{35CE279D-91C4-4B88-8EE5-67ABEF48C7AB}" dt="2025-11-11T06:34:17.696" v="195"/>
        <pc:sldMkLst>
          <pc:docMk/>
          <pc:sldMk cId="1313878530" sldId="601"/>
        </pc:sldMkLst>
        <pc:picChg chg="add mod">
          <ac:chgData name="Deepika Vatsa" userId="f7100972-27fe-4ee6-8fb4-ec9b7931b409" providerId="ADAL" clId="{35CE279D-91C4-4B88-8EE5-67ABEF48C7AB}" dt="2025-11-10T10:26:27.069" v="130" actId="14100"/>
          <ac:picMkLst>
            <pc:docMk/>
            <pc:sldMk cId="1313878530" sldId="601"/>
            <ac:picMk id="3" creationId="{172A29A0-212F-1588-83B4-CFA13EE1D361}"/>
          </ac:picMkLst>
        </pc:picChg>
        <pc:picChg chg="del">
          <ac:chgData name="Deepika Vatsa" userId="f7100972-27fe-4ee6-8fb4-ec9b7931b409" providerId="ADAL" clId="{35CE279D-91C4-4B88-8EE5-67ABEF48C7AB}" dt="2025-11-10T10:26:19.391" v="126" actId="478"/>
          <ac:picMkLst>
            <pc:docMk/>
            <pc:sldMk cId="1313878530" sldId="601"/>
            <ac:picMk id="4" creationId="{0C325701-BFB2-B4AE-D607-279FD6E41680}"/>
          </ac:picMkLst>
        </pc:picChg>
        <pc:picChg chg="del">
          <ac:chgData name="Deepika Vatsa" userId="f7100972-27fe-4ee6-8fb4-ec9b7931b409" providerId="ADAL" clId="{35CE279D-91C4-4B88-8EE5-67ABEF48C7AB}" dt="2025-11-10T10:26:20.743" v="127" actId="478"/>
          <ac:picMkLst>
            <pc:docMk/>
            <pc:sldMk cId="1313878530" sldId="601"/>
            <ac:picMk id="6" creationId="{27F0D521-CB12-CB98-B8FE-A0350C3F69EA}"/>
          </ac:picMkLst>
        </pc:picChg>
        <pc:inkChg chg="add">
          <ac:chgData name="Deepika Vatsa" userId="f7100972-27fe-4ee6-8fb4-ec9b7931b409" providerId="ADAL" clId="{35CE279D-91C4-4B88-8EE5-67ABEF48C7AB}" dt="2025-11-11T06:34:17.696" v="195"/>
          <ac:inkMkLst>
            <pc:docMk/>
            <pc:sldMk cId="1313878530" sldId="601"/>
            <ac:inkMk id="2" creationId="{3742AA19-A1D2-CFD1-8CD9-BA812A9B16BA}"/>
          </ac:inkMkLst>
        </pc:inkChg>
      </pc:sldChg>
      <pc:sldChg chg="del">
        <pc:chgData name="Deepika Vatsa" userId="f7100972-27fe-4ee6-8fb4-ec9b7931b409" providerId="ADAL" clId="{35CE279D-91C4-4B88-8EE5-67ABEF48C7AB}" dt="2025-11-10T10:20:13.003" v="61" actId="47"/>
        <pc:sldMkLst>
          <pc:docMk/>
          <pc:sldMk cId="1803781999" sldId="602"/>
        </pc:sldMkLst>
      </pc:sldChg>
      <pc:sldChg chg="addSp delSp modSp add mod">
        <pc:chgData name="Deepika Vatsa" userId="f7100972-27fe-4ee6-8fb4-ec9b7931b409" providerId="ADAL" clId="{35CE279D-91C4-4B88-8EE5-67ABEF48C7AB}" dt="2025-11-11T06:34:17.696" v="195"/>
        <pc:sldMkLst>
          <pc:docMk/>
          <pc:sldMk cId="2333133582" sldId="602"/>
        </pc:sldMkLst>
        <pc:picChg chg="del">
          <ac:chgData name="Deepika Vatsa" userId="f7100972-27fe-4ee6-8fb4-ec9b7931b409" providerId="ADAL" clId="{35CE279D-91C4-4B88-8EE5-67ABEF48C7AB}" dt="2025-11-10T10:26:50.984" v="132" actId="478"/>
          <ac:picMkLst>
            <pc:docMk/>
            <pc:sldMk cId="2333133582" sldId="602"/>
            <ac:picMk id="3" creationId="{172A29A0-212F-1588-83B4-CFA13EE1D361}"/>
          </ac:picMkLst>
        </pc:picChg>
        <pc:picChg chg="add del mod">
          <ac:chgData name="Deepika Vatsa" userId="f7100972-27fe-4ee6-8fb4-ec9b7931b409" providerId="ADAL" clId="{35CE279D-91C4-4B88-8EE5-67ABEF48C7AB}" dt="2025-11-10T10:27:13.058" v="137" actId="478"/>
          <ac:picMkLst>
            <pc:docMk/>
            <pc:sldMk cId="2333133582" sldId="602"/>
            <ac:picMk id="4" creationId="{DE8BCA87-B7A0-5DF0-DB44-B4D39F3CE12B}"/>
          </ac:picMkLst>
        </pc:picChg>
        <pc:picChg chg="add mod">
          <ac:chgData name="Deepika Vatsa" userId="f7100972-27fe-4ee6-8fb4-ec9b7931b409" providerId="ADAL" clId="{35CE279D-91C4-4B88-8EE5-67ABEF48C7AB}" dt="2025-11-10T10:27:20.430" v="141" actId="1076"/>
          <ac:picMkLst>
            <pc:docMk/>
            <pc:sldMk cId="2333133582" sldId="602"/>
            <ac:picMk id="6" creationId="{E3F4E178-CD49-E92B-86A8-7281A3D3F6A9}"/>
          </ac:picMkLst>
        </pc:picChg>
        <pc:inkChg chg="add">
          <ac:chgData name="Deepika Vatsa" userId="f7100972-27fe-4ee6-8fb4-ec9b7931b409" providerId="ADAL" clId="{35CE279D-91C4-4B88-8EE5-67ABEF48C7AB}" dt="2025-11-11T06:34:17.696" v="195"/>
          <ac:inkMkLst>
            <pc:docMk/>
            <pc:sldMk cId="2333133582" sldId="602"/>
            <ac:inkMk id="2" creationId="{63EB559C-9535-1155-0022-23488D76BD3C}"/>
          </ac:inkMkLst>
        </pc:inkChg>
      </pc:sldChg>
      <pc:sldChg chg="del">
        <pc:chgData name="Deepika Vatsa" userId="f7100972-27fe-4ee6-8fb4-ec9b7931b409" providerId="ADAL" clId="{35CE279D-91C4-4B88-8EE5-67ABEF48C7AB}" dt="2025-11-10T10:20:13.003" v="61" actId="47"/>
        <pc:sldMkLst>
          <pc:docMk/>
          <pc:sldMk cId="123696861" sldId="603"/>
        </pc:sldMkLst>
      </pc:sldChg>
      <pc:sldChg chg="addSp delSp modSp add mod">
        <pc:chgData name="Deepika Vatsa" userId="f7100972-27fe-4ee6-8fb4-ec9b7931b409" providerId="ADAL" clId="{35CE279D-91C4-4B88-8EE5-67ABEF48C7AB}" dt="2025-11-11T06:34:17.696" v="195"/>
        <pc:sldMkLst>
          <pc:docMk/>
          <pc:sldMk cId="3995660722" sldId="603"/>
        </pc:sldMkLst>
        <pc:picChg chg="add mod">
          <ac:chgData name="Deepika Vatsa" userId="f7100972-27fe-4ee6-8fb4-ec9b7931b409" providerId="ADAL" clId="{35CE279D-91C4-4B88-8EE5-67ABEF48C7AB}" dt="2025-11-10T10:27:55.945" v="147" actId="1076"/>
          <ac:picMkLst>
            <pc:docMk/>
            <pc:sldMk cId="3995660722" sldId="603"/>
            <ac:picMk id="3" creationId="{D25E2616-47BB-FF1F-7EE0-965A5B6CE115}"/>
          </ac:picMkLst>
        </pc:picChg>
        <pc:picChg chg="del">
          <ac:chgData name="Deepika Vatsa" userId="f7100972-27fe-4ee6-8fb4-ec9b7931b409" providerId="ADAL" clId="{35CE279D-91C4-4B88-8EE5-67ABEF48C7AB}" dt="2025-11-10T10:27:48.303" v="143" actId="478"/>
          <ac:picMkLst>
            <pc:docMk/>
            <pc:sldMk cId="3995660722" sldId="603"/>
            <ac:picMk id="6" creationId="{E3F4E178-CD49-E92B-86A8-7281A3D3F6A9}"/>
          </ac:picMkLst>
        </pc:picChg>
        <pc:inkChg chg="add">
          <ac:chgData name="Deepika Vatsa" userId="f7100972-27fe-4ee6-8fb4-ec9b7931b409" providerId="ADAL" clId="{35CE279D-91C4-4B88-8EE5-67ABEF48C7AB}" dt="2025-11-11T06:34:17.696" v="195"/>
          <ac:inkMkLst>
            <pc:docMk/>
            <pc:sldMk cId="3995660722" sldId="603"/>
            <ac:inkMk id="2" creationId="{F52619E8-54D1-D7DF-BA75-105ACA9092F8}"/>
          </ac:inkMkLst>
        </pc:inkChg>
      </pc:sldChg>
      <pc:sldChg chg="del">
        <pc:chgData name="Deepika Vatsa" userId="f7100972-27fe-4ee6-8fb4-ec9b7931b409" providerId="ADAL" clId="{35CE279D-91C4-4B88-8EE5-67ABEF48C7AB}" dt="2025-11-10T10:20:13.003" v="61" actId="47"/>
        <pc:sldMkLst>
          <pc:docMk/>
          <pc:sldMk cId="688498509" sldId="604"/>
        </pc:sldMkLst>
      </pc:sldChg>
      <pc:sldChg chg="addSp delSp modSp add mod">
        <pc:chgData name="Deepika Vatsa" userId="f7100972-27fe-4ee6-8fb4-ec9b7931b409" providerId="ADAL" clId="{35CE279D-91C4-4B88-8EE5-67ABEF48C7AB}" dt="2025-11-11T06:34:17.696" v="195"/>
        <pc:sldMkLst>
          <pc:docMk/>
          <pc:sldMk cId="3879250470" sldId="604"/>
        </pc:sldMkLst>
        <pc:picChg chg="del">
          <ac:chgData name="Deepika Vatsa" userId="f7100972-27fe-4ee6-8fb4-ec9b7931b409" providerId="ADAL" clId="{35CE279D-91C4-4B88-8EE5-67ABEF48C7AB}" dt="2025-11-10T10:28:29.204" v="149" actId="478"/>
          <ac:picMkLst>
            <pc:docMk/>
            <pc:sldMk cId="3879250470" sldId="604"/>
            <ac:picMk id="3" creationId="{D25E2616-47BB-FF1F-7EE0-965A5B6CE115}"/>
          </ac:picMkLst>
        </pc:picChg>
        <pc:picChg chg="add mod">
          <ac:chgData name="Deepika Vatsa" userId="f7100972-27fe-4ee6-8fb4-ec9b7931b409" providerId="ADAL" clId="{35CE279D-91C4-4B88-8EE5-67ABEF48C7AB}" dt="2025-11-10T10:28:35.554" v="153" actId="1076"/>
          <ac:picMkLst>
            <pc:docMk/>
            <pc:sldMk cId="3879250470" sldId="604"/>
            <ac:picMk id="4" creationId="{2E2CFA69-84E3-532D-CDA8-233EE02B54E9}"/>
          </ac:picMkLst>
        </pc:picChg>
        <pc:inkChg chg="add">
          <ac:chgData name="Deepika Vatsa" userId="f7100972-27fe-4ee6-8fb4-ec9b7931b409" providerId="ADAL" clId="{35CE279D-91C4-4B88-8EE5-67ABEF48C7AB}" dt="2025-11-11T06:34:17.696" v="195"/>
          <ac:inkMkLst>
            <pc:docMk/>
            <pc:sldMk cId="3879250470" sldId="604"/>
            <ac:inkMk id="2" creationId="{C01E4FE0-C222-86A4-E283-168AFB408024}"/>
          </ac:inkMkLst>
        </pc:inkChg>
      </pc:sldChg>
      <pc:sldChg chg="addSp delSp modSp add mod">
        <pc:chgData name="Deepika Vatsa" userId="f7100972-27fe-4ee6-8fb4-ec9b7931b409" providerId="ADAL" clId="{35CE279D-91C4-4B88-8EE5-67ABEF48C7AB}" dt="2025-11-11T06:34:17.696" v="195"/>
        <pc:sldMkLst>
          <pc:docMk/>
          <pc:sldMk cId="2989836567" sldId="605"/>
        </pc:sldMkLst>
        <pc:picChg chg="add mod">
          <ac:chgData name="Deepika Vatsa" userId="f7100972-27fe-4ee6-8fb4-ec9b7931b409" providerId="ADAL" clId="{35CE279D-91C4-4B88-8EE5-67ABEF48C7AB}" dt="2025-11-10T10:29:05.536" v="159" actId="1076"/>
          <ac:picMkLst>
            <pc:docMk/>
            <pc:sldMk cId="2989836567" sldId="605"/>
            <ac:picMk id="3" creationId="{398C697B-5B3A-FD2C-03A1-46F912BC66E4}"/>
          </ac:picMkLst>
        </pc:picChg>
        <pc:picChg chg="del">
          <ac:chgData name="Deepika Vatsa" userId="f7100972-27fe-4ee6-8fb4-ec9b7931b409" providerId="ADAL" clId="{35CE279D-91C4-4B88-8EE5-67ABEF48C7AB}" dt="2025-11-10T10:28:56.516" v="155" actId="478"/>
          <ac:picMkLst>
            <pc:docMk/>
            <pc:sldMk cId="2989836567" sldId="605"/>
            <ac:picMk id="4" creationId="{2E2CFA69-84E3-532D-CDA8-233EE02B54E9}"/>
          </ac:picMkLst>
        </pc:picChg>
        <pc:inkChg chg="add">
          <ac:chgData name="Deepika Vatsa" userId="f7100972-27fe-4ee6-8fb4-ec9b7931b409" providerId="ADAL" clId="{35CE279D-91C4-4B88-8EE5-67ABEF48C7AB}" dt="2025-11-11T06:34:17.696" v="195"/>
          <ac:inkMkLst>
            <pc:docMk/>
            <pc:sldMk cId="2989836567" sldId="605"/>
            <ac:inkMk id="2" creationId="{6334B816-E55E-F2C3-01D3-D40EBCE68FB6}"/>
          </ac:inkMkLst>
        </pc:inkChg>
      </pc:sldChg>
      <pc:sldChg chg="del">
        <pc:chgData name="Deepika Vatsa" userId="f7100972-27fe-4ee6-8fb4-ec9b7931b409" providerId="ADAL" clId="{35CE279D-91C4-4B88-8EE5-67ABEF48C7AB}" dt="2025-11-10T10:20:13.003" v="61" actId="47"/>
        <pc:sldMkLst>
          <pc:docMk/>
          <pc:sldMk cId="3811806082" sldId="605"/>
        </pc:sldMkLst>
      </pc:sldChg>
      <pc:sldChg chg="del">
        <pc:chgData name="Deepika Vatsa" userId="f7100972-27fe-4ee6-8fb4-ec9b7931b409" providerId="ADAL" clId="{35CE279D-91C4-4B88-8EE5-67ABEF48C7AB}" dt="2025-11-10T10:20:13.003" v="61" actId="47"/>
        <pc:sldMkLst>
          <pc:docMk/>
          <pc:sldMk cId="558878766" sldId="606"/>
        </pc:sldMkLst>
      </pc:sldChg>
      <pc:sldChg chg="addSp delSp modSp add mod">
        <pc:chgData name="Deepika Vatsa" userId="f7100972-27fe-4ee6-8fb4-ec9b7931b409" providerId="ADAL" clId="{35CE279D-91C4-4B88-8EE5-67ABEF48C7AB}" dt="2025-11-11T06:34:17.696" v="195"/>
        <pc:sldMkLst>
          <pc:docMk/>
          <pc:sldMk cId="1400410033" sldId="606"/>
        </pc:sldMkLst>
        <pc:picChg chg="del">
          <ac:chgData name="Deepika Vatsa" userId="f7100972-27fe-4ee6-8fb4-ec9b7931b409" providerId="ADAL" clId="{35CE279D-91C4-4B88-8EE5-67ABEF48C7AB}" dt="2025-11-10T10:29:23.998" v="161" actId="478"/>
          <ac:picMkLst>
            <pc:docMk/>
            <pc:sldMk cId="1400410033" sldId="606"/>
            <ac:picMk id="3" creationId="{398C697B-5B3A-FD2C-03A1-46F912BC66E4}"/>
          </ac:picMkLst>
        </pc:picChg>
        <pc:picChg chg="add mod">
          <ac:chgData name="Deepika Vatsa" userId="f7100972-27fe-4ee6-8fb4-ec9b7931b409" providerId="ADAL" clId="{35CE279D-91C4-4B88-8EE5-67ABEF48C7AB}" dt="2025-11-10T10:29:30.433" v="165" actId="1076"/>
          <ac:picMkLst>
            <pc:docMk/>
            <pc:sldMk cId="1400410033" sldId="606"/>
            <ac:picMk id="4" creationId="{86087CA6-A66C-60E4-9FB5-C354EDCA2674}"/>
          </ac:picMkLst>
        </pc:picChg>
        <pc:inkChg chg="add">
          <ac:chgData name="Deepika Vatsa" userId="f7100972-27fe-4ee6-8fb4-ec9b7931b409" providerId="ADAL" clId="{35CE279D-91C4-4B88-8EE5-67ABEF48C7AB}" dt="2025-11-11T06:34:17.696" v="195"/>
          <ac:inkMkLst>
            <pc:docMk/>
            <pc:sldMk cId="1400410033" sldId="606"/>
            <ac:inkMk id="2" creationId="{2F49BC1D-457F-38DB-9E65-84619AB03D3A}"/>
          </ac:inkMkLst>
        </pc:inkChg>
      </pc:sldChg>
      <pc:sldChg chg="del">
        <pc:chgData name="Deepika Vatsa" userId="f7100972-27fe-4ee6-8fb4-ec9b7931b409" providerId="ADAL" clId="{35CE279D-91C4-4B88-8EE5-67ABEF48C7AB}" dt="2025-11-10T10:20:13.003" v="61" actId="47"/>
        <pc:sldMkLst>
          <pc:docMk/>
          <pc:sldMk cId="2192732003" sldId="607"/>
        </pc:sldMkLst>
      </pc:sldChg>
      <pc:sldChg chg="addSp delSp modSp add mod">
        <pc:chgData name="Deepika Vatsa" userId="f7100972-27fe-4ee6-8fb4-ec9b7931b409" providerId="ADAL" clId="{35CE279D-91C4-4B88-8EE5-67ABEF48C7AB}" dt="2025-11-10T10:30:19.887" v="188" actId="20577"/>
        <pc:sldMkLst>
          <pc:docMk/>
          <pc:sldMk cId="2598100404" sldId="607"/>
        </pc:sldMkLst>
        <pc:spChg chg="add mod">
          <ac:chgData name="Deepika Vatsa" userId="f7100972-27fe-4ee6-8fb4-ec9b7931b409" providerId="ADAL" clId="{35CE279D-91C4-4B88-8EE5-67ABEF48C7AB}" dt="2025-11-10T10:30:19.887" v="188" actId="20577"/>
          <ac:spMkLst>
            <pc:docMk/>
            <pc:sldMk cId="2598100404" sldId="607"/>
            <ac:spMk id="3" creationId="{57F3F8D3-015A-290B-596F-C050A7919FE7}"/>
          </ac:spMkLst>
        </pc:spChg>
        <pc:spChg chg="add mod">
          <ac:chgData name="Deepika Vatsa" userId="f7100972-27fe-4ee6-8fb4-ec9b7931b409" providerId="ADAL" clId="{35CE279D-91C4-4B88-8EE5-67ABEF48C7AB}" dt="2025-11-10T10:30:06.143" v="183" actId="20577"/>
          <ac:spMkLst>
            <pc:docMk/>
            <pc:sldMk cId="2598100404" sldId="607"/>
            <ac:spMk id="5" creationId="{1A271150-66A2-E776-79F1-AEDFF4928E1F}"/>
          </ac:spMkLst>
        </pc:spChg>
        <pc:picChg chg="del">
          <ac:chgData name="Deepika Vatsa" userId="f7100972-27fe-4ee6-8fb4-ec9b7931b409" providerId="ADAL" clId="{35CE279D-91C4-4B88-8EE5-67ABEF48C7AB}" dt="2025-11-10T10:29:49.675" v="167" actId="478"/>
          <ac:picMkLst>
            <pc:docMk/>
            <pc:sldMk cId="2598100404" sldId="607"/>
            <ac:picMk id="4" creationId="{86087CA6-A66C-60E4-9FB5-C354EDCA2674}"/>
          </ac:picMkLst>
        </pc:picChg>
      </pc:sldChg>
      <pc:sldChg chg="del">
        <pc:chgData name="Deepika Vatsa" userId="f7100972-27fe-4ee6-8fb4-ec9b7931b409" providerId="ADAL" clId="{35CE279D-91C4-4B88-8EE5-67ABEF48C7AB}" dt="2025-11-10T10:20:13.003" v="61" actId="47"/>
        <pc:sldMkLst>
          <pc:docMk/>
          <pc:sldMk cId="160900660" sldId="608"/>
        </pc:sldMkLst>
      </pc:sldChg>
      <pc:sldChg chg="addSp delSp modSp add mod">
        <pc:chgData name="Deepika Vatsa" userId="f7100972-27fe-4ee6-8fb4-ec9b7931b409" providerId="ADAL" clId="{35CE279D-91C4-4B88-8EE5-67ABEF48C7AB}" dt="2025-11-11T06:34:17.696" v="195"/>
        <pc:sldMkLst>
          <pc:docMk/>
          <pc:sldMk cId="2682087942" sldId="608"/>
        </pc:sldMkLst>
        <pc:picChg chg="add mod">
          <ac:chgData name="Deepika Vatsa" userId="f7100972-27fe-4ee6-8fb4-ec9b7931b409" providerId="ADAL" clId="{35CE279D-91C4-4B88-8EE5-67ABEF48C7AB}" dt="2025-11-10T10:32:24.787" v="194" actId="1076"/>
          <ac:picMkLst>
            <pc:docMk/>
            <pc:sldMk cId="2682087942" sldId="608"/>
            <ac:picMk id="3" creationId="{788DC7CC-17A6-3F70-B163-3A537E865308}"/>
          </ac:picMkLst>
        </pc:picChg>
        <pc:picChg chg="del">
          <ac:chgData name="Deepika Vatsa" userId="f7100972-27fe-4ee6-8fb4-ec9b7931b409" providerId="ADAL" clId="{35CE279D-91C4-4B88-8EE5-67ABEF48C7AB}" dt="2025-11-10T10:32:19.277" v="191" actId="478"/>
          <ac:picMkLst>
            <pc:docMk/>
            <pc:sldMk cId="2682087942" sldId="608"/>
            <ac:picMk id="4" creationId="{86087CA6-A66C-60E4-9FB5-C354EDCA2674}"/>
          </ac:picMkLst>
        </pc:picChg>
        <pc:inkChg chg="add">
          <ac:chgData name="Deepika Vatsa" userId="f7100972-27fe-4ee6-8fb4-ec9b7931b409" providerId="ADAL" clId="{35CE279D-91C4-4B88-8EE5-67ABEF48C7AB}" dt="2025-11-11T06:34:17.696" v="195"/>
          <ac:inkMkLst>
            <pc:docMk/>
            <pc:sldMk cId="2682087942" sldId="608"/>
            <ac:inkMk id="2" creationId="{FDB105D1-3030-1A59-860B-0FAB6150CA10}"/>
          </ac:inkMkLst>
        </pc:inkChg>
      </pc:sldChg>
      <pc:sldChg chg="del">
        <pc:chgData name="Deepika Vatsa" userId="f7100972-27fe-4ee6-8fb4-ec9b7931b409" providerId="ADAL" clId="{35CE279D-91C4-4B88-8EE5-67ABEF48C7AB}" dt="2025-11-10T10:20:13.003" v="61" actId="47"/>
        <pc:sldMkLst>
          <pc:docMk/>
          <pc:sldMk cId="968836308" sldId="609"/>
        </pc:sldMkLst>
      </pc:sldChg>
      <pc:sldChg chg="del">
        <pc:chgData name="Deepika Vatsa" userId="f7100972-27fe-4ee6-8fb4-ec9b7931b409" providerId="ADAL" clId="{35CE279D-91C4-4B88-8EE5-67ABEF48C7AB}" dt="2025-11-10T10:20:13.003" v="61" actId="47"/>
        <pc:sldMkLst>
          <pc:docMk/>
          <pc:sldMk cId="3683881037" sldId="610"/>
        </pc:sldMkLst>
      </pc:sldChg>
      <pc:sldChg chg="del">
        <pc:chgData name="Deepika Vatsa" userId="f7100972-27fe-4ee6-8fb4-ec9b7931b409" providerId="ADAL" clId="{35CE279D-91C4-4B88-8EE5-67ABEF48C7AB}" dt="2025-11-10T10:20:13.003" v="61" actId="47"/>
        <pc:sldMkLst>
          <pc:docMk/>
          <pc:sldMk cId="1460220271" sldId="611"/>
        </pc:sldMkLst>
      </pc:sldChg>
      <pc:sldChg chg="del">
        <pc:chgData name="Deepika Vatsa" userId="f7100972-27fe-4ee6-8fb4-ec9b7931b409" providerId="ADAL" clId="{35CE279D-91C4-4B88-8EE5-67ABEF48C7AB}" dt="2025-11-10T10:20:13.003" v="61" actId="47"/>
        <pc:sldMkLst>
          <pc:docMk/>
          <pc:sldMk cId="3545377761" sldId="612"/>
        </pc:sldMkLst>
      </pc:sldChg>
      <pc:sldChg chg="del">
        <pc:chgData name="Deepika Vatsa" userId="f7100972-27fe-4ee6-8fb4-ec9b7931b409" providerId="ADAL" clId="{35CE279D-91C4-4B88-8EE5-67ABEF48C7AB}" dt="2025-11-10T10:20:13.003" v="61" actId="47"/>
        <pc:sldMkLst>
          <pc:docMk/>
          <pc:sldMk cId="774940088" sldId="613"/>
        </pc:sldMkLst>
      </pc:sldChg>
      <pc:sldChg chg="del">
        <pc:chgData name="Deepika Vatsa" userId="f7100972-27fe-4ee6-8fb4-ec9b7931b409" providerId="ADAL" clId="{35CE279D-91C4-4B88-8EE5-67ABEF48C7AB}" dt="2025-11-10T10:20:13.003" v="61" actId="47"/>
        <pc:sldMkLst>
          <pc:docMk/>
          <pc:sldMk cId="2976275128" sldId="614"/>
        </pc:sldMkLst>
      </pc:sldChg>
      <pc:sldChg chg="del">
        <pc:chgData name="Deepika Vatsa" userId="f7100972-27fe-4ee6-8fb4-ec9b7931b409" providerId="ADAL" clId="{35CE279D-91C4-4B88-8EE5-67ABEF48C7AB}" dt="2025-11-10T10:20:13.003" v="61" actId="47"/>
        <pc:sldMkLst>
          <pc:docMk/>
          <pc:sldMk cId="1691070638" sldId="615"/>
        </pc:sldMkLst>
      </pc:sldChg>
      <pc:sldChg chg="del">
        <pc:chgData name="Deepika Vatsa" userId="f7100972-27fe-4ee6-8fb4-ec9b7931b409" providerId="ADAL" clId="{35CE279D-91C4-4B88-8EE5-67ABEF48C7AB}" dt="2025-11-10T10:20:13.003" v="61" actId="47"/>
        <pc:sldMkLst>
          <pc:docMk/>
          <pc:sldMk cId="2722254237" sldId="616"/>
        </pc:sldMkLst>
      </pc:sldChg>
      <pc:sldChg chg="del">
        <pc:chgData name="Deepika Vatsa" userId="f7100972-27fe-4ee6-8fb4-ec9b7931b409" providerId="ADAL" clId="{35CE279D-91C4-4B88-8EE5-67ABEF48C7AB}" dt="2025-11-10T10:20:13.003" v="61" actId="47"/>
        <pc:sldMkLst>
          <pc:docMk/>
          <pc:sldMk cId="2381088735" sldId="617"/>
        </pc:sldMkLst>
      </pc:sldChg>
      <pc:sldChg chg="del">
        <pc:chgData name="Deepika Vatsa" userId="f7100972-27fe-4ee6-8fb4-ec9b7931b409" providerId="ADAL" clId="{35CE279D-91C4-4B88-8EE5-67ABEF48C7AB}" dt="2025-11-10T10:20:13.003" v="61" actId="47"/>
        <pc:sldMkLst>
          <pc:docMk/>
          <pc:sldMk cId="470659771" sldId="618"/>
        </pc:sldMkLst>
      </pc:sldChg>
      <pc:sldChg chg="del">
        <pc:chgData name="Deepika Vatsa" userId="f7100972-27fe-4ee6-8fb4-ec9b7931b409" providerId="ADAL" clId="{35CE279D-91C4-4B88-8EE5-67ABEF48C7AB}" dt="2025-11-10T10:20:13.003" v="61" actId="47"/>
        <pc:sldMkLst>
          <pc:docMk/>
          <pc:sldMk cId="4237102939" sldId="619"/>
        </pc:sldMkLst>
      </pc:sldChg>
    </pc:docChg>
  </pc:docChgLst>
  <pc:docChgLst>
    <pc:chgData name="Deepika Vatsa" userId="f7100972-27fe-4ee6-8fb4-ec9b7931b409" providerId="ADAL" clId="{43FC3250-EE2F-489E-970D-AD8C57589867}"/>
    <pc:docChg chg="undo redo custSel addSld delSld modSld sldOrd">
      <pc:chgData name="Deepika Vatsa" userId="f7100972-27fe-4ee6-8fb4-ec9b7931b409" providerId="ADAL" clId="{43FC3250-EE2F-489E-970D-AD8C57589867}" dt="2025-07-31T04:12:47.743" v="5160" actId="478"/>
      <pc:docMkLst>
        <pc:docMk/>
      </pc:docMkLst>
      <pc:sldChg chg="modSp add del mod">
        <pc:chgData name="Deepika Vatsa" userId="f7100972-27fe-4ee6-8fb4-ec9b7931b409" providerId="ADAL" clId="{43FC3250-EE2F-489E-970D-AD8C57589867}" dt="2025-07-23T11:06:41.949" v="98" actId="47"/>
        <pc:sldMkLst>
          <pc:docMk/>
          <pc:sldMk cId="0" sldId="263"/>
        </pc:sldMkLst>
        <pc:spChg chg="mod">
          <ac:chgData name="Deepika Vatsa" userId="f7100972-27fe-4ee6-8fb4-ec9b7931b409" providerId="ADAL" clId="{43FC3250-EE2F-489E-970D-AD8C57589867}" dt="2025-07-23T11:06:13.620" v="88" actId="2711"/>
          <ac:spMkLst>
            <pc:docMk/>
            <pc:sldMk cId="0" sldId="263"/>
            <ac:spMk id="3" creationId="{00000000-0000-0000-0000-000000000000}"/>
          </ac:spMkLst>
        </pc:spChg>
      </pc:sldChg>
      <pc:sldChg chg="modSp mod">
        <pc:chgData name="Deepika Vatsa" userId="f7100972-27fe-4ee6-8fb4-ec9b7931b409" providerId="ADAL" clId="{43FC3250-EE2F-489E-970D-AD8C57589867}" dt="2025-07-23T11:01:16.225" v="18" actId="20577"/>
        <pc:sldMkLst>
          <pc:docMk/>
          <pc:sldMk cId="0" sldId="395"/>
        </pc:sldMkLst>
        <pc:spChg chg="mod">
          <ac:chgData name="Deepika Vatsa" userId="f7100972-27fe-4ee6-8fb4-ec9b7931b409" providerId="ADAL" clId="{43FC3250-EE2F-489E-970D-AD8C57589867}" dt="2025-07-23T11:01:16.225" v="18" actId="20577"/>
          <ac:spMkLst>
            <pc:docMk/>
            <pc:sldMk cId="0" sldId="395"/>
            <ac:spMk id="2" creationId="{00000000-0000-0000-0000-000000000000}"/>
          </ac:spMkLst>
        </pc:spChg>
      </pc:sldChg>
      <pc:sldChg chg="addSp delSp modSp mod">
        <pc:chgData name="Deepika Vatsa" userId="f7100972-27fe-4ee6-8fb4-ec9b7931b409" providerId="ADAL" clId="{43FC3250-EE2F-489E-970D-AD8C57589867}" dt="2025-07-31T03:19:24.681" v="5124" actId="478"/>
        <pc:sldMkLst>
          <pc:docMk/>
          <pc:sldMk cId="3439049211" sldId="591"/>
        </pc:sldMkLst>
        <pc:spChg chg="mod">
          <ac:chgData name="Deepika Vatsa" userId="f7100972-27fe-4ee6-8fb4-ec9b7931b409" providerId="ADAL" clId="{43FC3250-EE2F-489E-970D-AD8C57589867}" dt="2025-07-23T11:02:03.827" v="49" actId="20577"/>
          <ac:spMkLst>
            <pc:docMk/>
            <pc:sldMk cId="3439049211" sldId="591"/>
            <ac:spMk id="2" creationId="{00000000-0000-0000-0000-000000000000}"/>
          </ac:spMkLst>
        </pc:spChg>
        <pc:spChg chg="mod">
          <ac:chgData name="Deepika Vatsa" userId="f7100972-27fe-4ee6-8fb4-ec9b7931b409" providerId="ADAL" clId="{43FC3250-EE2F-489E-970D-AD8C57589867}" dt="2025-07-30T10:52:31" v="4788" actId="20577"/>
          <ac:spMkLst>
            <pc:docMk/>
            <pc:sldMk cId="3439049211" sldId="591"/>
            <ac:spMk id="11" creationId="{06381CCD-359B-D8A2-1997-A5B56A02FD41}"/>
          </ac:spMkLst>
        </pc:spChg>
        <pc:grpChg chg="del mod">
          <ac:chgData name="Deepika Vatsa" userId="f7100972-27fe-4ee6-8fb4-ec9b7931b409" providerId="ADAL" clId="{43FC3250-EE2F-489E-970D-AD8C57589867}" dt="2025-07-30T11:10:20.461" v="4872"/>
          <ac:grpSpMkLst>
            <pc:docMk/>
            <pc:sldMk cId="3439049211" sldId="591"/>
            <ac:grpSpMk id="20" creationId="{DC352B7A-AB12-6C8C-B40D-C7BFBFCE2B59}"/>
          </ac:grpSpMkLst>
        </pc:grpChg>
        <pc:grpChg chg="del mod">
          <ac:chgData name="Deepika Vatsa" userId="f7100972-27fe-4ee6-8fb4-ec9b7931b409" providerId="ADAL" clId="{43FC3250-EE2F-489E-970D-AD8C57589867}" dt="2025-07-30T11:10:21.647" v="4874"/>
          <ac:grpSpMkLst>
            <pc:docMk/>
            <pc:sldMk cId="3439049211" sldId="591"/>
            <ac:grpSpMk id="24" creationId="{219CEEA5-0BF5-D4C3-8297-46607827DC4A}"/>
          </ac:grpSpMkLst>
        </pc:grpChg>
        <pc:grpChg chg="del mod">
          <ac:chgData name="Deepika Vatsa" userId="f7100972-27fe-4ee6-8fb4-ec9b7931b409" providerId="ADAL" clId="{43FC3250-EE2F-489E-970D-AD8C57589867}" dt="2025-07-31T03:19:24.681" v="5124" actId="478"/>
          <ac:grpSpMkLst>
            <pc:docMk/>
            <pc:sldMk cId="3439049211" sldId="591"/>
            <ac:grpSpMk id="26" creationId="{CAF1A6F6-9C72-7932-F250-182C708B9874}"/>
          </ac:grpSpMkLst>
        </pc:grpChg>
        <pc:inkChg chg="add del">
          <ac:chgData name="Deepika Vatsa" userId="f7100972-27fe-4ee6-8fb4-ec9b7931b409" providerId="ADAL" clId="{43FC3250-EE2F-489E-970D-AD8C57589867}" dt="2025-07-31T03:19:24.681" v="5124" actId="478"/>
          <ac:inkMkLst>
            <pc:docMk/>
            <pc:sldMk cId="3439049211" sldId="591"/>
            <ac:inkMk id="4" creationId="{3103EF01-424F-C304-D55F-BDF3B11BF7A7}"/>
          </ac:inkMkLst>
        </pc:inkChg>
        <pc:inkChg chg="add del">
          <ac:chgData name="Deepika Vatsa" userId="f7100972-27fe-4ee6-8fb4-ec9b7931b409" providerId="ADAL" clId="{43FC3250-EE2F-489E-970D-AD8C57589867}" dt="2025-07-31T03:19:24.681" v="5124" actId="478"/>
          <ac:inkMkLst>
            <pc:docMk/>
            <pc:sldMk cId="3439049211" sldId="591"/>
            <ac:inkMk id="5" creationId="{74B83C97-E185-AF86-0B13-73C5834EE652}"/>
          </ac:inkMkLst>
        </pc:inkChg>
        <pc:inkChg chg="add del">
          <ac:chgData name="Deepika Vatsa" userId="f7100972-27fe-4ee6-8fb4-ec9b7931b409" providerId="ADAL" clId="{43FC3250-EE2F-489E-970D-AD8C57589867}" dt="2025-07-31T03:19:24.681" v="5124" actId="478"/>
          <ac:inkMkLst>
            <pc:docMk/>
            <pc:sldMk cId="3439049211" sldId="591"/>
            <ac:inkMk id="6" creationId="{328FEBB9-E79F-0F6B-0E2D-C19663BB7662}"/>
          </ac:inkMkLst>
        </pc:inkChg>
        <pc:inkChg chg="add del">
          <ac:chgData name="Deepika Vatsa" userId="f7100972-27fe-4ee6-8fb4-ec9b7931b409" providerId="ADAL" clId="{43FC3250-EE2F-489E-970D-AD8C57589867}" dt="2025-07-31T03:19:24.681" v="5124" actId="478"/>
          <ac:inkMkLst>
            <pc:docMk/>
            <pc:sldMk cId="3439049211" sldId="591"/>
            <ac:inkMk id="7" creationId="{854F0EFD-4DD1-8150-FC71-7851EEFDCE93}"/>
          </ac:inkMkLst>
        </pc:inkChg>
        <pc:inkChg chg="add del">
          <ac:chgData name="Deepika Vatsa" userId="f7100972-27fe-4ee6-8fb4-ec9b7931b409" providerId="ADAL" clId="{43FC3250-EE2F-489E-970D-AD8C57589867}" dt="2025-07-31T03:19:24.681" v="5124" actId="478"/>
          <ac:inkMkLst>
            <pc:docMk/>
            <pc:sldMk cId="3439049211" sldId="591"/>
            <ac:inkMk id="8" creationId="{8B42F887-7A3C-9D5C-8DDA-FA4CA83409A1}"/>
          </ac:inkMkLst>
        </pc:inkChg>
        <pc:inkChg chg="add del">
          <ac:chgData name="Deepika Vatsa" userId="f7100972-27fe-4ee6-8fb4-ec9b7931b409" providerId="ADAL" clId="{43FC3250-EE2F-489E-970D-AD8C57589867}" dt="2025-07-31T03:19:24.681" v="5124" actId="478"/>
          <ac:inkMkLst>
            <pc:docMk/>
            <pc:sldMk cId="3439049211" sldId="591"/>
            <ac:inkMk id="9" creationId="{A6943454-225C-1AF3-8DB9-AFF7A45E73B2}"/>
          </ac:inkMkLst>
        </pc:inkChg>
        <pc:inkChg chg="add del">
          <ac:chgData name="Deepika Vatsa" userId="f7100972-27fe-4ee6-8fb4-ec9b7931b409" providerId="ADAL" clId="{43FC3250-EE2F-489E-970D-AD8C57589867}" dt="2025-07-31T03:19:24.681" v="5124" actId="478"/>
          <ac:inkMkLst>
            <pc:docMk/>
            <pc:sldMk cId="3439049211" sldId="591"/>
            <ac:inkMk id="10" creationId="{8996F264-38A7-CDB3-4869-47F5A899F28A}"/>
          </ac:inkMkLst>
        </pc:inkChg>
        <pc:inkChg chg="add del">
          <ac:chgData name="Deepika Vatsa" userId="f7100972-27fe-4ee6-8fb4-ec9b7931b409" providerId="ADAL" clId="{43FC3250-EE2F-489E-970D-AD8C57589867}" dt="2025-07-31T03:19:24.681" v="5124" actId="478"/>
          <ac:inkMkLst>
            <pc:docMk/>
            <pc:sldMk cId="3439049211" sldId="591"/>
            <ac:inkMk id="12" creationId="{04AE4E2F-8C9F-B7C2-9278-48AA8188A50D}"/>
          </ac:inkMkLst>
        </pc:inkChg>
        <pc:inkChg chg="add mod">
          <ac:chgData name="Deepika Vatsa" userId="f7100972-27fe-4ee6-8fb4-ec9b7931b409" providerId="ADAL" clId="{43FC3250-EE2F-489E-970D-AD8C57589867}" dt="2025-07-30T11:10:21.647" v="4874"/>
          <ac:inkMkLst>
            <pc:docMk/>
            <pc:sldMk cId="3439049211" sldId="591"/>
            <ac:inkMk id="13" creationId="{8755AB8D-3ED9-3C73-CDBA-025161D8B22A}"/>
          </ac:inkMkLst>
        </pc:inkChg>
        <pc:inkChg chg="add mod">
          <ac:chgData name="Deepika Vatsa" userId="f7100972-27fe-4ee6-8fb4-ec9b7931b409" providerId="ADAL" clId="{43FC3250-EE2F-489E-970D-AD8C57589867}" dt="2025-07-30T11:10:21.647" v="4874"/>
          <ac:inkMkLst>
            <pc:docMk/>
            <pc:sldMk cId="3439049211" sldId="591"/>
            <ac:inkMk id="14" creationId="{744EB10D-18B0-E11A-38DA-DDD55B06151C}"/>
          </ac:inkMkLst>
        </pc:inkChg>
        <pc:inkChg chg="add mod">
          <ac:chgData name="Deepika Vatsa" userId="f7100972-27fe-4ee6-8fb4-ec9b7931b409" providerId="ADAL" clId="{43FC3250-EE2F-489E-970D-AD8C57589867}" dt="2025-07-30T11:10:21.647" v="4874"/>
          <ac:inkMkLst>
            <pc:docMk/>
            <pc:sldMk cId="3439049211" sldId="591"/>
            <ac:inkMk id="15" creationId="{A918B39F-BAEB-1C9D-2B99-1738390BD99C}"/>
          </ac:inkMkLst>
        </pc:inkChg>
        <pc:inkChg chg="add mod">
          <ac:chgData name="Deepika Vatsa" userId="f7100972-27fe-4ee6-8fb4-ec9b7931b409" providerId="ADAL" clId="{43FC3250-EE2F-489E-970D-AD8C57589867}" dt="2025-07-30T11:10:21.647" v="4874"/>
          <ac:inkMkLst>
            <pc:docMk/>
            <pc:sldMk cId="3439049211" sldId="591"/>
            <ac:inkMk id="16" creationId="{3DABC3DD-1CED-B08C-CF0D-B611F020BD31}"/>
          </ac:inkMkLst>
        </pc:inkChg>
        <pc:inkChg chg="add mod">
          <ac:chgData name="Deepika Vatsa" userId="f7100972-27fe-4ee6-8fb4-ec9b7931b409" providerId="ADAL" clId="{43FC3250-EE2F-489E-970D-AD8C57589867}" dt="2025-07-30T11:10:21.647" v="4874"/>
          <ac:inkMkLst>
            <pc:docMk/>
            <pc:sldMk cId="3439049211" sldId="591"/>
            <ac:inkMk id="17" creationId="{CF1A4D57-586A-8CA6-97CA-6E29973C05CD}"/>
          </ac:inkMkLst>
        </pc:inkChg>
        <pc:inkChg chg="add mod">
          <ac:chgData name="Deepika Vatsa" userId="f7100972-27fe-4ee6-8fb4-ec9b7931b409" providerId="ADAL" clId="{43FC3250-EE2F-489E-970D-AD8C57589867}" dt="2025-07-30T11:10:21.647" v="4874"/>
          <ac:inkMkLst>
            <pc:docMk/>
            <pc:sldMk cId="3439049211" sldId="591"/>
            <ac:inkMk id="18" creationId="{5EE911C1-43D8-0D3F-1520-F0E2D8E90586}"/>
          </ac:inkMkLst>
        </pc:inkChg>
        <pc:inkChg chg="add mod">
          <ac:chgData name="Deepika Vatsa" userId="f7100972-27fe-4ee6-8fb4-ec9b7931b409" providerId="ADAL" clId="{43FC3250-EE2F-489E-970D-AD8C57589867}" dt="2025-07-30T11:10:21.647" v="4874"/>
          <ac:inkMkLst>
            <pc:docMk/>
            <pc:sldMk cId="3439049211" sldId="591"/>
            <ac:inkMk id="19" creationId="{6496225F-E2F3-5CBC-C0BB-B4434955C7F9}"/>
          </ac:inkMkLst>
        </pc:inkChg>
        <pc:inkChg chg="add mod">
          <ac:chgData name="Deepika Vatsa" userId="f7100972-27fe-4ee6-8fb4-ec9b7931b409" providerId="ADAL" clId="{43FC3250-EE2F-489E-970D-AD8C57589867}" dt="2025-07-30T11:10:21.647" v="4874"/>
          <ac:inkMkLst>
            <pc:docMk/>
            <pc:sldMk cId="3439049211" sldId="591"/>
            <ac:inkMk id="21" creationId="{883064B7-9A95-C7B8-4B00-475D3567FDCA}"/>
          </ac:inkMkLst>
        </pc:inkChg>
        <pc:inkChg chg="add mod">
          <ac:chgData name="Deepika Vatsa" userId="f7100972-27fe-4ee6-8fb4-ec9b7931b409" providerId="ADAL" clId="{43FC3250-EE2F-489E-970D-AD8C57589867}" dt="2025-07-30T11:10:21.647" v="4874"/>
          <ac:inkMkLst>
            <pc:docMk/>
            <pc:sldMk cId="3439049211" sldId="591"/>
            <ac:inkMk id="22" creationId="{9461E0D5-74C5-6752-1E58-BDC563173CE2}"/>
          </ac:inkMkLst>
        </pc:inkChg>
        <pc:inkChg chg="add mod">
          <ac:chgData name="Deepika Vatsa" userId="f7100972-27fe-4ee6-8fb4-ec9b7931b409" providerId="ADAL" clId="{43FC3250-EE2F-489E-970D-AD8C57589867}" dt="2025-07-30T11:10:21.647" v="4874"/>
          <ac:inkMkLst>
            <pc:docMk/>
            <pc:sldMk cId="3439049211" sldId="591"/>
            <ac:inkMk id="23" creationId="{BEB516DC-41B4-9003-26DB-CED7ABD1BD15}"/>
          </ac:inkMkLst>
        </pc:inkChg>
        <pc:inkChg chg="add mod">
          <ac:chgData name="Deepika Vatsa" userId="f7100972-27fe-4ee6-8fb4-ec9b7931b409" providerId="ADAL" clId="{43FC3250-EE2F-489E-970D-AD8C57589867}" dt="2025-07-30T11:10:21.647" v="4874"/>
          <ac:inkMkLst>
            <pc:docMk/>
            <pc:sldMk cId="3439049211" sldId="591"/>
            <ac:inkMk id="25" creationId="{95948E87-3F7C-4C2A-1D72-999FDCCE5A6B}"/>
          </ac:inkMkLst>
        </pc:inkChg>
        <pc:inkChg chg="add del">
          <ac:chgData name="Deepika Vatsa" userId="f7100972-27fe-4ee6-8fb4-ec9b7931b409" providerId="ADAL" clId="{43FC3250-EE2F-489E-970D-AD8C57589867}" dt="2025-07-31T03:19:24.681" v="5124" actId="478"/>
          <ac:inkMkLst>
            <pc:docMk/>
            <pc:sldMk cId="3439049211" sldId="591"/>
            <ac:inkMk id="27" creationId="{68154FC1-F8AD-9AAE-9DEC-DB372BB472F9}"/>
          </ac:inkMkLst>
        </pc:inkChg>
        <pc:inkChg chg="add del">
          <ac:chgData name="Deepika Vatsa" userId="f7100972-27fe-4ee6-8fb4-ec9b7931b409" providerId="ADAL" clId="{43FC3250-EE2F-489E-970D-AD8C57589867}" dt="2025-07-31T03:19:24.681" v="5124" actId="478"/>
          <ac:inkMkLst>
            <pc:docMk/>
            <pc:sldMk cId="3439049211" sldId="591"/>
            <ac:inkMk id="28" creationId="{75999692-1466-B909-05FB-F6CA12D7F313}"/>
          </ac:inkMkLst>
        </pc:inkChg>
        <pc:inkChg chg="add del">
          <ac:chgData name="Deepika Vatsa" userId="f7100972-27fe-4ee6-8fb4-ec9b7931b409" providerId="ADAL" clId="{43FC3250-EE2F-489E-970D-AD8C57589867}" dt="2025-07-31T03:19:24.681" v="5124" actId="478"/>
          <ac:inkMkLst>
            <pc:docMk/>
            <pc:sldMk cId="3439049211" sldId="591"/>
            <ac:inkMk id="29" creationId="{29F97E77-03ED-C129-B9D7-928CA7B60C7D}"/>
          </ac:inkMkLst>
        </pc:inkChg>
        <pc:inkChg chg="add del">
          <ac:chgData name="Deepika Vatsa" userId="f7100972-27fe-4ee6-8fb4-ec9b7931b409" providerId="ADAL" clId="{43FC3250-EE2F-489E-970D-AD8C57589867}" dt="2025-07-31T03:19:24.681" v="5124" actId="478"/>
          <ac:inkMkLst>
            <pc:docMk/>
            <pc:sldMk cId="3439049211" sldId="591"/>
            <ac:inkMk id="30" creationId="{CD80CB74-21BA-AA3D-B777-AA8CD0D161BB}"/>
          </ac:inkMkLst>
        </pc:inkChg>
        <pc:inkChg chg="add del">
          <ac:chgData name="Deepika Vatsa" userId="f7100972-27fe-4ee6-8fb4-ec9b7931b409" providerId="ADAL" clId="{43FC3250-EE2F-489E-970D-AD8C57589867}" dt="2025-07-31T03:19:24.681" v="5124" actId="478"/>
          <ac:inkMkLst>
            <pc:docMk/>
            <pc:sldMk cId="3439049211" sldId="591"/>
            <ac:inkMk id="31" creationId="{F01B7832-C789-7243-9649-E6B691B9630D}"/>
          </ac:inkMkLst>
        </pc:inkChg>
        <pc:inkChg chg="add del">
          <ac:chgData name="Deepika Vatsa" userId="f7100972-27fe-4ee6-8fb4-ec9b7931b409" providerId="ADAL" clId="{43FC3250-EE2F-489E-970D-AD8C57589867}" dt="2025-07-31T03:19:24.681" v="5124" actId="478"/>
          <ac:inkMkLst>
            <pc:docMk/>
            <pc:sldMk cId="3439049211" sldId="591"/>
            <ac:inkMk id="32" creationId="{22C8E466-96B9-296C-F3C3-326AE82D99F3}"/>
          </ac:inkMkLst>
        </pc:inkChg>
        <pc:inkChg chg="add del">
          <ac:chgData name="Deepika Vatsa" userId="f7100972-27fe-4ee6-8fb4-ec9b7931b409" providerId="ADAL" clId="{43FC3250-EE2F-489E-970D-AD8C57589867}" dt="2025-07-31T03:19:24.681" v="5124" actId="478"/>
          <ac:inkMkLst>
            <pc:docMk/>
            <pc:sldMk cId="3439049211" sldId="591"/>
            <ac:inkMk id="33" creationId="{8C6FB7F6-78A9-ED6F-4BAF-841452B5FB93}"/>
          </ac:inkMkLst>
        </pc:inkChg>
        <pc:inkChg chg="add del">
          <ac:chgData name="Deepika Vatsa" userId="f7100972-27fe-4ee6-8fb4-ec9b7931b409" providerId="ADAL" clId="{43FC3250-EE2F-489E-970D-AD8C57589867}" dt="2025-07-31T03:19:24.681" v="5124" actId="478"/>
          <ac:inkMkLst>
            <pc:docMk/>
            <pc:sldMk cId="3439049211" sldId="591"/>
            <ac:inkMk id="34" creationId="{ED69AD48-2341-B5C4-5AE5-B79F5B3170B2}"/>
          </ac:inkMkLst>
        </pc:inkChg>
      </pc:sldChg>
      <pc:sldChg chg="del">
        <pc:chgData name="Deepika Vatsa" userId="f7100972-27fe-4ee6-8fb4-ec9b7931b409" providerId="ADAL" clId="{43FC3250-EE2F-489E-970D-AD8C57589867}" dt="2025-07-23T11:05:11.946" v="73" actId="47"/>
        <pc:sldMkLst>
          <pc:docMk/>
          <pc:sldMk cId="494535748" sldId="592"/>
        </pc:sldMkLst>
      </pc:sldChg>
      <pc:sldChg chg="addSp delSp modSp add mod">
        <pc:chgData name="Deepika Vatsa" userId="f7100972-27fe-4ee6-8fb4-ec9b7931b409" providerId="ADAL" clId="{43FC3250-EE2F-489E-970D-AD8C57589867}" dt="2025-07-31T04:12:34.873" v="5155" actId="478"/>
        <pc:sldMkLst>
          <pc:docMk/>
          <pc:sldMk cId="2432536662" sldId="592"/>
        </pc:sldMkLst>
        <pc:spChg chg="mod">
          <ac:chgData name="Deepika Vatsa" userId="f7100972-27fe-4ee6-8fb4-ec9b7931b409" providerId="ADAL" clId="{43FC3250-EE2F-489E-970D-AD8C57589867}" dt="2025-07-23T11:05:59.483" v="86" actId="20577"/>
          <ac:spMkLst>
            <pc:docMk/>
            <pc:sldMk cId="2432536662" sldId="592"/>
            <ac:spMk id="2" creationId="{00000000-0000-0000-0000-000000000000}"/>
          </ac:spMkLst>
        </pc:spChg>
        <pc:spChg chg="mod">
          <ac:chgData name="Deepika Vatsa" userId="f7100972-27fe-4ee6-8fb4-ec9b7931b409" providerId="ADAL" clId="{43FC3250-EE2F-489E-970D-AD8C57589867}" dt="2025-07-23T11:06:35.616" v="97"/>
          <ac:spMkLst>
            <pc:docMk/>
            <pc:sldMk cId="2432536662" sldId="592"/>
            <ac:spMk id="11" creationId="{06381CCD-359B-D8A2-1997-A5B56A02FD41}"/>
          </ac:spMkLst>
        </pc:spChg>
        <pc:inkChg chg="add del">
          <ac:chgData name="Deepika Vatsa" userId="f7100972-27fe-4ee6-8fb4-ec9b7931b409" providerId="ADAL" clId="{43FC3250-EE2F-489E-970D-AD8C57589867}" dt="2025-07-31T04:12:34.873" v="5155" actId="478"/>
          <ac:inkMkLst>
            <pc:docMk/>
            <pc:sldMk cId="2432536662" sldId="592"/>
            <ac:inkMk id="4" creationId="{A364DE06-1238-648C-3CB4-BD520B86393F}"/>
          </ac:inkMkLst>
        </pc:inkChg>
      </pc:sldChg>
      <pc:sldChg chg="addSp delSp modSp add mod">
        <pc:chgData name="Deepika Vatsa" userId="f7100972-27fe-4ee6-8fb4-ec9b7931b409" providerId="ADAL" clId="{43FC3250-EE2F-489E-970D-AD8C57589867}" dt="2025-07-31T03:19:29.401" v="5125" actId="478"/>
        <pc:sldMkLst>
          <pc:docMk/>
          <pc:sldMk cId="3198423911" sldId="593"/>
        </pc:sldMkLst>
        <pc:spChg chg="mod">
          <ac:chgData name="Deepika Vatsa" userId="f7100972-27fe-4ee6-8fb4-ec9b7931b409" providerId="ADAL" clId="{43FC3250-EE2F-489E-970D-AD8C57589867}" dt="2025-07-30T10:53:23.472" v="4795" actId="20577"/>
          <ac:spMkLst>
            <pc:docMk/>
            <pc:sldMk cId="3198423911" sldId="593"/>
            <ac:spMk id="11" creationId="{06381CCD-359B-D8A2-1997-A5B56A02FD41}"/>
          </ac:spMkLst>
        </pc:spChg>
        <pc:inkChg chg="add del">
          <ac:chgData name="Deepika Vatsa" userId="f7100972-27fe-4ee6-8fb4-ec9b7931b409" providerId="ADAL" clId="{43FC3250-EE2F-489E-970D-AD8C57589867}" dt="2025-07-31T03:19:29.401" v="5125" actId="478"/>
          <ac:inkMkLst>
            <pc:docMk/>
            <pc:sldMk cId="3198423911" sldId="593"/>
            <ac:inkMk id="4" creationId="{B799786D-6A20-6E7A-5142-4B7207D36D6F}"/>
          </ac:inkMkLst>
        </pc:inkChg>
        <pc:inkChg chg="add del">
          <ac:chgData name="Deepika Vatsa" userId="f7100972-27fe-4ee6-8fb4-ec9b7931b409" providerId="ADAL" clId="{43FC3250-EE2F-489E-970D-AD8C57589867}" dt="2025-07-31T03:19:29.401" v="5125" actId="478"/>
          <ac:inkMkLst>
            <pc:docMk/>
            <pc:sldMk cId="3198423911" sldId="593"/>
            <ac:inkMk id="5" creationId="{2148F28B-36BD-62CA-5BEB-869A041F88C3}"/>
          </ac:inkMkLst>
        </pc:inkChg>
        <pc:inkChg chg="add del">
          <ac:chgData name="Deepika Vatsa" userId="f7100972-27fe-4ee6-8fb4-ec9b7931b409" providerId="ADAL" clId="{43FC3250-EE2F-489E-970D-AD8C57589867}" dt="2025-07-31T03:19:29.401" v="5125" actId="478"/>
          <ac:inkMkLst>
            <pc:docMk/>
            <pc:sldMk cId="3198423911" sldId="593"/>
            <ac:inkMk id="6" creationId="{BE41BFAD-0CCD-E755-EB2A-3964B7EA02BE}"/>
          </ac:inkMkLst>
        </pc:inkChg>
        <pc:inkChg chg="add del">
          <ac:chgData name="Deepika Vatsa" userId="f7100972-27fe-4ee6-8fb4-ec9b7931b409" providerId="ADAL" clId="{43FC3250-EE2F-489E-970D-AD8C57589867}" dt="2025-07-31T03:19:29.401" v="5125" actId="478"/>
          <ac:inkMkLst>
            <pc:docMk/>
            <pc:sldMk cId="3198423911" sldId="593"/>
            <ac:inkMk id="7" creationId="{EBD33831-D62D-3D1A-A8D1-14BA50E7BBF2}"/>
          </ac:inkMkLst>
        </pc:inkChg>
        <pc:inkChg chg="add del">
          <ac:chgData name="Deepika Vatsa" userId="f7100972-27fe-4ee6-8fb4-ec9b7931b409" providerId="ADAL" clId="{43FC3250-EE2F-489E-970D-AD8C57589867}" dt="2025-07-31T03:19:29.401" v="5125" actId="478"/>
          <ac:inkMkLst>
            <pc:docMk/>
            <pc:sldMk cId="3198423911" sldId="593"/>
            <ac:inkMk id="8" creationId="{0CAB3322-00CB-2908-B9AC-36E821B60B02}"/>
          </ac:inkMkLst>
        </pc:inkChg>
        <pc:inkChg chg="add del">
          <ac:chgData name="Deepika Vatsa" userId="f7100972-27fe-4ee6-8fb4-ec9b7931b409" providerId="ADAL" clId="{43FC3250-EE2F-489E-970D-AD8C57589867}" dt="2025-07-31T03:19:29.401" v="5125" actId="478"/>
          <ac:inkMkLst>
            <pc:docMk/>
            <pc:sldMk cId="3198423911" sldId="593"/>
            <ac:inkMk id="9" creationId="{4246602E-3469-E998-6154-A1BBABCC8B77}"/>
          </ac:inkMkLst>
        </pc:inkChg>
        <pc:inkChg chg="add del">
          <ac:chgData name="Deepika Vatsa" userId="f7100972-27fe-4ee6-8fb4-ec9b7931b409" providerId="ADAL" clId="{43FC3250-EE2F-489E-970D-AD8C57589867}" dt="2025-07-31T03:19:29.401" v="5125" actId="478"/>
          <ac:inkMkLst>
            <pc:docMk/>
            <pc:sldMk cId="3198423911" sldId="593"/>
            <ac:inkMk id="10" creationId="{EBD11572-9FE6-7547-06B8-E669B1E2FF41}"/>
          </ac:inkMkLst>
        </pc:inkChg>
        <pc:inkChg chg="add del">
          <ac:chgData name="Deepika Vatsa" userId="f7100972-27fe-4ee6-8fb4-ec9b7931b409" providerId="ADAL" clId="{43FC3250-EE2F-489E-970D-AD8C57589867}" dt="2025-07-31T03:19:29.401" v="5125" actId="478"/>
          <ac:inkMkLst>
            <pc:docMk/>
            <pc:sldMk cId="3198423911" sldId="593"/>
            <ac:inkMk id="12" creationId="{708D7DD2-80E0-723C-3B27-D041F102AD6E}"/>
          </ac:inkMkLst>
        </pc:inkChg>
      </pc:sldChg>
      <pc:sldChg chg="del">
        <pc:chgData name="Deepika Vatsa" userId="f7100972-27fe-4ee6-8fb4-ec9b7931b409" providerId="ADAL" clId="{43FC3250-EE2F-489E-970D-AD8C57589867}" dt="2025-07-23T11:05:11.946" v="73" actId="47"/>
        <pc:sldMkLst>
          <pc:docMk/>
          <pc:sldMk cId="3539443453" sldId="593"/>
        </pc:sldMkLst>
      </pc:sldChg>
      <pc:sldChg chg="addSp modSp add del mod">
        <pc:chgData name="Deepika Vatsa" userId="f7100972-27fe-4ee6-8fb4-ec9b7931b409" providerId="ADAL" clId="{43FC3250-EE2F-489E-970D-AD8C57589867}" dt="2025-07-24T08:34:45.342" v="1025" actId="2696"/>
        <pc:sldMkLst>
          <pc:docMk/>
          <pc:sldMk cId="48978311" sldId="594"/>
        </pc:sldMkLst>
        <pc:spChg chg="add mod">
          <ac:chgData name="Deepika Vatsa" userId="f7100972-27fe-4ee6-8fb4-ec9b7931b409" providerId="ADAL" clId="{43FC3250-EE2F-489E-970D-AD8C57589867}" dt="2025-07-24T08:22:49.480" v="841" actId="1076"/>
          <ac:spMkLst>
            <pc:docMk/>
            <pc:sldMk cId="48978311" sldId="594"/>
            <ac:spMk id="4" creationId="{9D01F8F6-E974-C5E7-0FB9-FA776F6EAD03}"/>
          </ac:spMkLst>
        </pc:spChg>
        <pc:spChg chg="mod">
          <ac:chgData name="Deepika Vatsa" userId="f7100972-27fe-4ee6-8fb4-ec9b7931b409" providerId="ADAL" clId="{43FC3250-EE2F-489E-970D-AD8C57589867}" dt="2025-07-24T08:18:11.348" v="809" actId="20577"/>
          <ac:spMkLst>
            <pc:docMk/>
            <pc:sldMk cId="48978311" sldId="594"/>
            <ac:spMk id="11" creationId="{06381CCD-359B-D8A2-1997-A5B56A02FD41}"/>
          </ac:spMkLst>
        </pc:spChg>
        <pc:picChg chg="add mod">
          <ac:chgData name="Deepika Vatsa" userId="f7100972-27fe-4ee6-8fb4-ec9b7931b409" providerId="ADAL" clId="{43FC3250-EE2F-489E-970D-AD8C57589867}" dt="2025-07-24T08:22:20.930" v="818" actId="1076"/>
          <ac:picMkLst>
            <pc:docMk/>
            <pc:sldMk cId="48978311" sldId="594"/>
            <ac:picMk id="1026" creationId="{A07EB3EA-E52A-11AF-3888-F41C75FA848D}"/>
          </ac:picMkLst>
        </pc:picChg>
      </pc:sldChg>
      <pc:sldChg chg="del">
        <pc:chgData name="Deepika Vatsa" userId="f7100972-27fe-4ee6-8fb4-ec9b7931b409" providerId="ADAL" clId="{43FC3250-EE2F-489E-970D-AD8C57589867}" dt="2025-07-23T11:05:11.946" v="73" actId="47"/>
        <pc:sldMkLst>
          <pc:docMk/>
          <pc:sldMk cId="2249137657" sldId="594"/>
        </pc:sldMkLst>
      </pc:sldChg>
      <pc:sldChg chg="addSp delSp modSp add mod">
        <pc:chgData name="Deepika Vatsa" userId="f7100972-27fe-4ee6-8fb4-ec9b7931b409" providerId="ADAL" clId="{43FC3250-EE2F-489E-970D-AD8C57589867}" dt="2025-07-31T03:19:48.639" v="5127" actId="478"/>
        <pc:sldMkLst>
          <pc:docMk/>
          <pc:sldMk cId="815781673" sldId="595"/>
        </pc:sldMkLst>
        <pc:spChg chg="mod">
          <ac:chgData name="Deepika Vatsa" userId="f7100972-27fe-4ee6-8fb4-ec9b7931b409" providerId="ADAL" clId="{43FC3250-EE2F-489E-970D-AD8C57589867}" dt="2025-07-24T08:37:05.303" v="1251" actId="20577"/>
          <ac:spMkLst>
            <pc:docMk/>
            <pc:sldMk cId="815781673" sldId="595"/>
            <ac:spMk id="2" creationId="{00000000-0000-0000-0000-000000000000}"/>
          </ac:spMkLst>
        </pc:spChg>
        <pc:spChg chg="del">
          <ac:chgData name="Deepika Vatsa" userId="f7100972-27fe-4ee6-8fb4-ec9b7931b409" providerId="ADAL" clId="{43FC3250-EE2F-489E-970D-AD8C57589867}" dt="2025-07-24T08:32:14.278" v="865" actId="478"/>
          <ac:spMkLst>
            <pc:docMk/>
            <pc:sldMk cId="815781673" sldId="595"/>
            <ac:spMk id="4" creationId="{9D01F8F6-E974-C5E7-0FB9-FA776F6EAD03}"/>
          </ac:spMkLst>
        </pc:spChg>
        <pc:spChg chg="add mod">
          <ac:chgData name="Deepika Vatsa" userId="f7100972-27fe-4ee6-8fb4-ec9b7931b409" providerId="ADAL" clId="{43FC3250-EE2F-489E-970D-AD8C57589867}" dt="2025-07-24T08:40:38.696" v="1330" actId="403"/>
          <ac:spMkLst>
            <pc:docMk/>
            <pc:sldMk cId="815781673" sldId="595"/>
            <ac:spMk id="7" creationId="{BCBAFA03-3862-AA92-2365-76BF8A47DE8D}"/>
          </ac:spMkLst>
        </pc:spChg>
        <pc:spChg chg="mod">
          <ac:chgData name="Deepika Vatsa" userId="f7100972-27fe-4ee6-8fb4-ec9b7931b409" providerId="ADAL" clId="{43FC3250-EE2F-489E-970D-AD8C57589867}" dt="2025-07-24T08:39:06.013" v="1293" actId="6549"/>
          <ac:spMkLst>
            <pc:docMk/>
            <pc:sldMk cId="815781673" sldId="595"/>
            <ac:spMk id="11" creationId="{06381CCD-359B-D8A2-1997-A5B56A02FD41}"/>
          </ac:spMkLst>
        </pc:spChg>
        <pc:grpChg chg="del mod">
          <ac:chgData name="Deepika Vatsa" userId="f7100972-27fe-4ee6-8fb4-ec9b7931b409" providerId="ADAL" clId="{43FC3250-EE2F-489E-970D-AD8C57589867}" dt="2025-07-30T11:13:15.432" v="4906"/>
          <ac:grpSpMkLst>
            <pc:docMk/>
            <pc:sldMk cId="815781673" sldId="595"/>
            <ac:grpSpMk id="19" creationId="{3C1DA0E4-D11A-2BE9-C192-D6F0BC0FF255}"/>
          </ac:grpSpMkLst>
        </pc:grpChg>
        <pc:grpChg chg="del mod">
          <ac:chgData name="Deepika Vatsa" userId="f7100972-27fe-4ee6-8fb4-ec9b7931b409" providerId="ADAL" clId="{43FC3250-EE2F-489E-970D-AD8C57589867}" dt="2025-07-30T11:13:19.546" v="4908"/>
          <ac:grpSpMkLst>
            <pc:docMk/>
            <pc:sldMk cId="815781673" sldId="595"/>
            <ac:grpSpMk id="21" creationId="{8C9F124E-DB40-DAD2-C83A-121001926ED4}"/>
          </ac:grpSpMkLst>
        </pc:grpChg>
        <pc:grpChg chg="del mod">
          <ac:chgData name="Deepika Vatsa" userId="f7100972-27fe-4ee6-8fb4-ec9b7931b409" providerId="ADAL" clId="{43FC3250-EE2F-489E-970D-AD8C57589867}" dt="2025-07-30T11:13:22.839" v="4911"/>
          <ac:grpSpMkLst>
            <pc:docMk/>
            <pc:sldMk cId="815781673" sldId="595"/>
            <ac:grpSpMk id="23" creationId="{DE86DEFD-69AB-7AE6-BD3E-1BA7D61DF24D}"/>
          </ac:grpSpMkLst>
        </pc:grpChg>
        <pc:grpChg chg="del mod">
          <ac:chgData name="Deepika Vatsa" userId="f7100972-27fe-4ee6-8fb4-ec9b7931b409" providerId="ADAL" clId="{43FC3250-EE2F-489E-970D-AD8C57589867}" dt="2025-07-30T11:13:33.341" v="4915"/>
          <ac:grpSpMkLst>
            <pc:docMk/>
            <pc:sldMk cId="815781673" sldId="595"/>
            <ac:grpSpMk id="26" creationId="{FDF50693-1D53-4326-0417-3C5FFD7FA4EC}"/>
          </ac:grpSpMkLst>
        </pc:grpChg>
        <pc:grpChg chg="del mod">
          <ac:chgData name="Deepika Vatsa" userId="f7100972-27fe-4ee6-8fb4-ec9b7931b409" providerId="ADAL" clId="{43FC3250-EE2F-489E-970D-AD8C57589867}" dt="2025-07-30T11:13:40.875" v="4917"/>
          <ac:grpSpMkLst>
            <pc:docMk/>
            <pc:sldMk cId="815781673" sldId="595"/>
            <ac:grpSpMk id="30" creationId="{095FD8D9-6142-7FB0-AA65-2C7315886F71}"/>
          </ac:grpSpMkLst>
        </pc:grpChg>
        <pc:grpChg chg="del mod">
          <ac:chgData name="Deepika Vatsa" userId="f7100972-27fe-4ee6-8fb4-ec9b7931b409" providerId="ADAL" clId="{43FC3250-EE2F-489E-970D-AD8C57589867}" dt="2025-07-30T11:13:45.075" v="4920"/>
          <ac:grpSpMkLst>
            <pc:docMk/>
            <pc:sldMk cId="815781673" sldId="595"/>
            <ac:grpSpMk id="32" creationId="{A1527D73-3B78-69B9-8898-C5CA5786FE74}"/>
          </ac:grpSpMkLst>
        </pc:grpChg>
        <pc:grpChg chg="del mod">
          <ac:chgData name="Deepika Vatsa" userId="f7100972-27fe-4ee6-8fb4-ec9b7931b409" providerId="ADAL" clId="{43FC3250-EE2F-489E-970D-AD8C57589867}" dt="2025-07-31T03:19:48.639" v="5127" actId="478"/>
          <ac:grpSpMkLst>
            <pc:docMk/>
            <pc:sldMk cId="815781673" sldId="595"/>
            <ac:grpSpMk id="35" creationId="{FB3340CE-15F7-EBE9-BF2E-3E8AAFC42BBB}"/>
          </ac:grpSpMkLst>
        </pc:grpChg>
        <pc:picChg chg="add del mod">
          <ac:chgData name="Deepika Vatsa" userId="f7100972-27fe-4ee6-8fb4-ec9b7931b409" providerId="ADAL" clId="{43FC3250-EE2F-489E-970D-AD8C57589867}" dt="2025-07-24T08:39:13.843" v="1295" actId="478"/>
          <ac:picMkLst>
            <pc:docMk/>
            <pc:sldMk cId="815781673" sldId="595"/>
            <ac:picMk id="6" creationId="{06CDD532-FD42-2A67-1E0A-4C898A463CCC}"/>
          </ac:picMkLst>
        </pc:picChg>
        <pc:picChg chg="del">
          <ac:chgData name="Deepika Vatsa" userId="f7100972-27fe-4ee6-8fb4-ec9b7931b409" providerId="ADAL" clId="{43FC3250-EE2F-489E-970D-AD8C57589867}" dt="2025-07-24T08:32:11.817" v="864" actId="478"/>
          <ac:picMkLst>
            <pc:docMk/>
            <pc:sldMk cId="815781673" sldId="595"/>
            <ac:picMk id="1026" creationId="{A07EB3EA-E52A-11AF-3888-F41C75FA848D}"/>
          </ac:picMkLst>
        </pc:picChg>
        <pc:picChg chg="add mod">
          <ac:chgData name="Deepika Vatsa" userId="f7100972-27fe-4ee6-8fb4-ec9b7931b409" providerId="ADAL" clId="{43FC3250-EE2F-489E-970D-AD8C57589867}" dt="2025-07-24T08:39:36.667" v="1301" actId="1076"/>
          <ac:picMkLst>
            <pc:docMk/>
            <pc:sldMk cId="815781673" sldId="595"/>
            <ac:picMk id="2050" creationId="{0B7501EB-9B8B-1F43-B280-F1F29C89922A}"/>
          </ac:picMkLst>
        </pc:picChg>
        <pc:inkChg chg="add del">
          <ac:chgData name="Deepika Vatsa" userId="f7100972-27fe-4ee6-8fb4-ec9b7931b409" providerId="ADAL" clId="{43FC3250-EE2F-489E-970D-AD8C57589867}" dt="2025-07-31T03:19:45.741" v="5126" actId="478"/>
          <ac:inkMkLst>
            <pc:docMk/>
            <pc:sldMk cId="815781673" sldId="595"/>
            <ac:inkMk id="4" creationId="{62800112-A9D4-C752-A45C-955B82029571}"/>
          </ac:inkMkLst>
        </pc:inkChg>
        <pc:inkChg chg="add del">
          <ac:chgData name="Deepika Vatsa" userId="f7100972-27fe-4ee6-8fb4-ec9b7931b409" providerId="ADAL" clId="{43FC3250-EE2F-489E-970D-AD8C57589867}" dt="2025-07-31T03:19:45.741" v="5126" actId="478"/>
          <ac:inkMkLst>
            <pc:docMk/>
            <pc:sldMk cId="815781673" sldId="595"/>
            <ac:inkMk id="5" creationId="{FF5D786E-AD0A-98B2-5F3F-141BC9C6FF5E}"/>
          </ac:inkMkLst>
        </pc:inkChg>
        <pc:inkChg chg="add del">
          <ac:chgData name="Deepika Vatsa" userId="f7100972-27fe-4ee6-8fb4-ec9b7931b409" providerId="ADAL" clId="{43FC3250-EE2F-489E-970D-AD8C57589867}" dt="2025-07-31T03:19:45.741" v="5126" actId="478"/>
          <ac:inkMkLst>
            <pc:docMk/>
            <pc:sldMk cId="815781673" sldId="595"/>
            <ac:inkMk id="6" creationId="{B9741922-A1E1-A8CF-CEB0-8CACF16AB1B0}"/>
          </ac:inkMkLst>
        </pc:inkChg>
        <pc:inkChg chg="add">
          <ac:chgData name="Deepika Vatsa" userId="f7100972-27fe-4ee6-8fb4-ec9b7931b409" providerId="ADAL" clId="{43FC3250-EE2F-489E-970D-AD8C57589867}" dt="2025-07-30T11:12:50.664" v="4894" actId="9405"/>
          <ac:inkMkLst>
            <pc:docMk/>
            <pc:sldMk cId="815781673" sldId="595"/>
            <ac:inkMk id="8" creationId="{EEACF910-633C-AE8B-0642-C71E5B84C041}"/>
          </ac:inkMkLst>
        </pc:inkChg>
        <pc:inkChg chg="add">
          <ac:chgData name="Deepika Vatsa" userId="f7100972-27fe-4ee6-8fb4-ec9b7931b409" providerId="ADAL" clId="{43FC3250-EE2F-489E-970D-AD8C57589867}" dt="2025-07-30T11:12:54.368" v="4895" actId="9405"/>
          <ac:inkMkLst>
            <pc:docMk/>
            <pc:sldMk cId="815781673" sldId="595"/>
            <ac:inkMk id="9" creationId="{C39F76D6-5DCC-CD24-131E-897F8204AFE4}"/>
          </ac:inkMkLst>
        </pc:inkChg>
        <pc:inkChg chg="add">
          <ac:chgData name="Deepika Vatsa" userId="f7100972-27fe-4ee6-8fb4-ec9b7931b409" providerId="ADAL" clId="{43FC3250-EE2F-489E-970D-AD8C57589867}" dt="2025-07-30T11:12:55.413" v="4896" actId="9405"/>
          <ac:inkMkLst>
            <pc:docMk/>
            <pc:sldMk cId="815781673" sldId="595"/>
            <ac:inkMk id="10" creationId="{2BFED832-E34E-9A8D-7B76-1D5566960974}"/>
          </ac:inkMkLst>
        </pc:inkChg>
        <pc:inkChg chg="add">
          <ac:chgData name="Deepika Vatsa" userId="f7100972-27fe-4ee6-8fb4-ec9b7931b409" providerId="ADAL" clId="{43FC3250-EE2F-489E-970D-AD8C57589867}" dt="2025-07-30T11:12:57.306" v="4897" actId="9405"/>
          <ac:inkMkLst>
            <pc:docMk/>
            <pc:sldMk cId="815781673" sldId="595"/>
            <ac:inkMk id="12" creationId="{CD91F783-8135-9CCE-7DBA-385AF0289E46}"/>
          </ac:inkMkLst>
        </pc:inkChg>
        <pc:inkChg chg="add">
          <ac:chgData name="Deepika Vatsa" userId="f7100972-27fe-4ee6-8fb4-ec9b7931b409" providerId="ADAL" clId="{43FC3250-EE2F-489E-970D-AD8C57589867}" dt="2025-07-30T11:13:04.529" v="4898" actId="9405"/>
          <ac:inkMkLst>
            <pc:docMk/>
            <pc:sldMk cId="815781673" sldId="595"/>
            <ac:inkMk id="13" creationId="{20D17564-0F72-D4C2-BF4A-7D9EDF592976}"/>
          </ac:inkMkLst>
        </pc:inkChg>
        <pc:inkChg chg="add mod">
          <ac:chgData name="Deepika Vatsa" userId="f7100972-27fe-4ee6-8fb4-ec9b7931b409" providerId="ADAL" clId="{43FC3250-EE2F-489E-970D-AD8C57589867}" dt="2025-07-30T11:13:45.075" v="4920"/>
          <ac:inkMkLst>
            <pc:docMk/>
            <pc:sldMk cId="815781673" sldId="595"/>
            <ac:inkMk id="14" creationId="{BF0FB1BF-6672-A09D-C8BF-ED96E5A813FA}"/>
          </ac:inkMkLst>
        </pc:inkChg>
        <pc:inkChg chg="add mod">
          <ac:chgData name="Deepika Vatsa" userId="f7100972-27fe-4ee6-8fb4-ec9b7931b409" providerId="ADAL" clId="{43FC3250-EE2F-489E-970D-AD8C57589867}" dt="2025-07-30T11:13:45.075" v="4920"/>
          <ac:inkMkLst>
            <pc:docMk/>
            <pc:sldMk cId="815781673" sldId="595"/>
            <ac:inkMk id="15" creationId="{0278F548-5B7B-E4B3-08EB-475D19578604}"/>
          </ac:inkMkLst>
        </pc:inkChg>
        <pc:inkChg chg="add mod">
          <ac:chgData name="Deepika Vatsa" userId="f7100972-27fe-4ee6-8fb4-ec9b7931b409" providerId="ADAL" clId="{43FC3250-EE2F-489E-970D-AD8C57589867}" dt="2025-07-30T11:13:45.075" v="4920"/>
          <ac:inkMkLst>
            <pc:docMk/>
            <pc:sldMk cId="815781673" sldId="595"/>
            <ac:inkMk id="16" creationId="{4FEAB99A-C6B3-51B7-DF61-34E315783C82}"/>
          </ac:inkMkLst>
        </pc:inkChg>
        <pc:inkChg chg="add mod">
          <ac:chgData name="Deepika Vatsa" userId="f7100972-27fe-4ee6-8fb4-ec9b7931b409" providerId="ADAL" clId="{43FC3250-EE2F-489E-970D-AD8C57589867}" dt="2025-07-30T11:13:45.075" v="4920"/>
          <ac:inkMkLst>
            <pc:docMk/>
            <pc:sldMk cId="815781673" sldId="595"/>
            <ac:inkMk id="17" creationId="{6DAB6236-C481-B03A-0733-4BCE02EA7857}"/>
          </ac:inkMkLst>
        </pc:inkChg>
        <pc:inkChg chg="add mod">
          <ac:chgData name="Deepika Vatsa" userId="f7100972-27fe-4ee6-8fb4-ec9b7931b409" providerId="ADAL" clId="{43FC3250-EE2F-489E-970D-AD8C57589867}" dt="2025-07-30T11:13:45.075" v="4920"/>
          <ac:inkMkLst>
            <pc:docMk/>
            <pc:sldMk cId="815781673" sldId="595"/>
            <ac:inkMk id="18" creationId="{E575BA2F-0107-B035-CE32-6573CBBBEDB9}"/>
          </ac:inkMkLst>
        </pc:inkChg>
        <pc:inkChg chg="add mod">
          <ac:chgData name="Deepika Vatsa" userId="f7100972-27fe-4ee6-8fb4-ec9b7931b409" providerId="ADAL" clId="{43FC3250-EE2F-489E-970D-AD8C57589867}" dt="2025-07-30T11:13:45.075" v="4920"/>
          <ac:inkMkLst>
            <pc:docMk/>
            <pc:sldMk cId="815781673" sldId="595"/>
            <ac:inkMk id="20" creationId="{4F26A695-6666-9B76-E329-3E22823C64C2}"/>
          </ac:inkMkLst>
        </pc:inkChg>
        <pc:inkChg chg="add mod">
          <ac:chgData name="Deepika Vatsa" userId="f7100972-27fe-4ee6-8fb4-ec9b7931b409" providerId="ADAL" clId="{43FC3250-EE2F-489E-970D-AD8C57589867}" dt="2025-07-30T11:13:45.075" v="4920"/>
          <ac:inkMkLst>
            <pc:docMk/>
            <pc:sldMk cId="815781673" sldId="595"/>
            <ac:inkMk id="22" creationId="{0411668C-F121-9B95-6EE9-A5A60806149A}"/>
          </ac:inkMkLst>
        </pc:inkChg>
        <pc:inkChg chg="add mod">
          <ac:chgData name="Deepika Vatsa" userId="f7100972-27fe-4ee6-8fb4-ec9b7931b409" providerId="ADAL" clId="{43FC3250-EE2F-489E-970D-AD8C57589867}" dt="2025-07-30T11:13:45.075" v="4920"/>
          <ac:inkMkLst>
            <pc:docMk/>
            <pc:sldMk cId="815781673" sldId="595"/>
            <ac:inkMk id="24" creationId="{7B9548A8-2E09-F900-F574-51BDCDC93A5B}"/>
          </ac:inkMkLst>
        </pc:inkChg>
        <pc:inkChg chg="add mod">
          <ac:chgData name="Deepika Vatsa" userId="f7100972-27fe-4ee6-8fb4-ec9b7931b409" providerId="ADAL" clId="{43FC3250-EE2F-489E-970D-AD8C57589867}" dt="2025-07-30T11:13:45.075" v="4920"/>
          <ac:inkMkLst>
            <pc:docMk/>
            <pc:sldMk cId="815781673" sldId="595"/>
            <ac:inkMk id="25" creationId="{8427FA7C-FFC2-A54D-1800-41C485422DA4}"/>
          </ac:inkMkLst>
        </pc:inkChg>
        <pc:inkChg chg="add mod">
          <ac:chgData name="Deepika Vatsa" userId="f7100972-27fe-4ee6-8fb4-ec9b7931b409" providerId="ADAL" clId="{43FC3250-EE2F-489E-970D-AD8C57589867}" dt="2025-07-30T11:13:45.075" v="4920"/>
          <ac:inkMkLst>
            <pc:docMk/>
            <pc:sldMk cId="815781673" sldId="595"/>
            <ac:inkMk id="27" creationId="{08313E9B-A8C1-E1F4-626F-D66F69DDC567}"/>
          </ac:inkMkLst>
        </pc:inkChg>
        <pc:inkChg chg="add mod">
          <ac:chgData name="Deepika Vatsa" userId="f7100972-27fe-4ee6-8fb4-ec9b7931b409" providerId="ADAL" clId="{43FC3250-EE2F-489E-970D-AD8C57589867}" dt="2025-07-30T11:13:45.075" v="4920"/>
          <ac:inkMkLst>
            <pc:docMk/>
            <pc:sldMk cId="815781673" sldId="595"/>
            <ac:inkMk id="28" creationId="{EA9F5BEC-A998-3854-B749-3A0510FBFCE4}"/>
          </ac:inkMkLst>
        </pc:inkChg>
        <pc:inkChg chg="add mod">
          <ac:chgData name="Deepika Vatsa" userId="f7100972-27fe-4ee6-8fb4-ec9b7931b409" providerId="ADAL" clId="{43FC3250-EE2F-489E-970D-AD8C57589867}" dt="2025-07-30T11:13:45.075" v="4920"/>
          <ac:inkMkLst>
            <pc:docMk/>
            <pc:sldMk cId="815781673" sldId="595"/>
            <ac:inkMk id="29" creationId="{36800E10-7045-C26E-65FF-B8E8FB824212}"/>
          </ac:inkMkLst>
        </pc:inkChg>
        <pc:inkChg chg="add del mod">
          <ac:chgData name="Deepika Vatsa" userId="f7100972-27fe-4ee6-8fb4-ec9b7931b409" providerId="ADAL" clId="{43FC3250-EE2F-489E-970D-AD8C57589867}" dt="2025-07-31T03:19:48.639" v="5127" actId="478"/>
          <ac:inkMkLst>
            <pc:docMk/>
            <pc:sldMk cId="815781673" sldId="595"/>
            <ac:inkMk id="31" creationId="{41F0F6EA-74DF-D407-8184-6363BC58D3B8}"/>
          </ac:inkMkLst>
        </pc:inkChg>
        <pc:inkChg chg="add mod">
          <ac:chgData name="Deepika Vatsa" userId="f7100972-27fe-4ee6-8fb4-ec9b7931b409" providerId="ADAL" clId="{43FC3250-EE2F-489E-970D-AD8C57589867}" dt="2025-07-30T11:13:45.075" v="4920"/>
          <ac:inkMkLst>
            <pc:docMk/>
            <pc:sldMk cId="815781673" sldId="595"/>
            <ac:inkMk id="33" creationId="{36BDD940-2F76-5EF4-D3B2-4C692FF43FB3}"/>
          </ac:inkMkLst>
        </pc:inkChg>
        <pc:inkChg chg="add mod">
          <ac:chgData name="Deepika Vatsa" userId="f7100972-27fe-4ee6-8fb4-ec9b7931b409" providerId="ADAL" clId="{43FC3250-EE2F-489E-970D-AD8C57589867}" dt="2025-07-30T11:13:45.075" v="4920"/>
          <ac:inkMkLst>
            <pc:docMk/>
            <pc:sldMk cId="815781673" sldId="595"/>
            <ac:inkMk id="34" creationId="{EEBFAEFE-31B8-C959-6F75-0F3E25C0956B}"/>
          </ac:inkMkLst>
        </pc:inkChg>
      </pc:sldChg>
      <pc:sldChg chg="del">
        <pc:chgData name="Deepika Vatsa" userId="f7100972-27fe-4ee6-8fb4-ec9b7931b409" providerId="ADAL" clId="{43FC3250-EE2F-489E-970D-AD8C57589867}" dt="2025-07-23T11:05:11.946" v="73" actId="47"/>
        <pc:sldMkLst>
          <pc:docMk/>
          <pc:sldMk cId="2043304788" sldId="595"/>
        </pc:sldMkLst>
      </pc:sldChg>
      <pc:sldChg chg="del">
        <pc:chgData name="Deepika Vatsa" userId="f7100972-27fe-4ee6-8fb4-ec9b7931b409" providerId="ADAL" clId="{43FC3250-EE2F-489E-970D-AD8C57589867}" dt="2025-07-23T11:05:11.946" v="73" actId="47"/>
        <pc:sldMkLst>
          <pc:docMk/>
          <pc:sldMk cId="2365471124" sldId="596"/>
        </pc:sldMkLst>
      </pc:sldChg>
      <pc:sldChg chg="addSp delSp modSp add mod">
        <pc:chgData name="Deepika Vatsa" userId="f7100972-27fe-4ee6-8fb4-ec9b7931b409" providerId="ADAL" clId="{43FC3250-EE2F-489E-970D-AD8C57589867}" dt="2025-07-31T03:20:03.516" v="5129" actId="478"/>
        <pc:sldMkLst>
          <pc:docMk/>
          <pc:sldMk cId="2532030908" sldId="596"/>
        </pc:sldMkLst>
        <pc:spChg chg="add mod">
          <ac:chgData name="Deepika Vatsa" userId="f7100972-27fe-4ee6-8fb4-ec9b7931b409" providerId="ADAL" clId="{43FC3250-EE2F-489E-970D-AD8C57589867}" dt="2025-07-24T08:41:15.866" v="1336"/>
          <ac:spMkLst>
            <pc:docMk/>
            <pc:sldMk cId="2532030908" sldId="596"/>
            <ac:spMk id="4" creationId="{D5F2722A-AC7A-5522-5F87-F46E0F06E45B}"/>
          </ac:spMkLst>
        </pc:spChg>
        <pc:spChg chg="add mod">
          <ac:chgData name="Deepika Vatsa" userId="f7100972-27fe-4ee6-8fb4-ec9b7931b409" providerId="ADAL" clId="{43FC3250-EE2F-489E-970D-AD8C57589867}" dt="2025-07-24T08:41:20.226" v="1340"/>
          <ac:spMkLst>
            <pc:docMk/>
            <pc:sldMk cId="2532030908" sldId="596"/>
            <ac:spMk id="7" creationId="{D5F2722A-AC7A-5522-5F87-F46E0F06E45B}"/>
          </ac:spMkLst>
        </pc:spChg>
        <pc:spChg chg="add del mod">
          <ac:chgData name="Deepika Vatsa" userId="f7100972-27fe-4ee6-8fb4-ec9b7931b409" providerId="ADAL" clId="{43FC3250-EE2F-489E-970D-AD8C57589867}" dt="2025-07-24T08:41:24.986" v="1342" actId="478"/>
          <ac:spMkLst>
            <pc:docMk/>
            <pc:sldMk cId="2532030908" sldId="596"/>
            <ac:spMk id="8" creationId="{D5F2722A-AC7A-5522-5F87-F46E0F06E45B}"/>
          </ac:spMkLst>
        </pc:spChg>
        <pc:spChg chg="add del mod ord">
          <ac:chgData name="Deepika Vatsa" userId="f7100972-27fe-4ee6-8fb4-ec9b7931b409" providerId="ADAL" clId="{43FC3250-EE2F-489E-970D-AD8C57589867}" dt="2025-07-31T03:19:55.785" v="5128" actId="478"/>
          <ac:spMkLst>
            <pc:docMk/>
            <pc:sldMk cId="2532030908" sldId="596"/>
            <ac:spMk id="9" creationId="{201B0A84-744C-23F6-4528-9945FC0EFECC}"/>
          </ac:spMkLst>
        </pc:spChg>
        <pc:spChg chg="add del mod">
          <ac:chgData name="Deepika Vatsa" userId="f7100972-27fe-4ee6-8fb4-ec9b7931b409" providerId="ADAL" clId="{43FC3250-EE2F-489E-970D-AD8C57589867}" dt="2025-07-24T09:04:57.952" v="2074" actId="478"/>
          <ac:spMkLst>
            <pc:docMk/>
            <pc:sldMk cId="2532030908" sldId="596"/>
            <ac:spMk id="10" creationId="{F18DCF59-2D3F-A81C-CBA3-6B10A9A86DE5}"/>
          </ac:spMkLst>
        </pc:spChg>
        <pc:spChg chg="mod">
          <ac:chgData name="Deepika Vatsa" userId="f7100972-27fe-4ee6-8fb4-ec9b7931b409" providerId="ADAL" clId="{43FC3250-EE2F-489E-970D-AD8C57589867}" dt="2025-07-24T08:44:31.133" v="1423" actId="20577"/>
          <ac:spMkLst>
            <pc:docMk/>
            <pc:sldMk cId="2532030908" sldId="596"/>
            <ac:spMk id="11" creationId="{06381CCD-359B-D8A2-1997-A5B56A02FD41}"/>
          </ac:spMkLst>
        </pc:spChg>
        <pc:spChg chg="add del mod">
          <ac:chgData name="Deepika Vatsa" userId="f7100972-27fe-4ee6-8fb4-ec9b7931b409" providerId="ADAL" clId="{43FC3250-EE2F-489E-970D-AD8C57589867}" dt="2025-07-24T09:05:02.995" v="2075" actId="1076"/>
          <ac:spMkLst>
            <pc:docMk/>
            <pc:sldMk cId="2532030908" sldId="596"/>
            <ac:spMk id="12" creationId="{054E186B-0053-1ADA-9448-E99069A759EF}"/>
          </ac:spMkLst>
        </pc:spChg>
        <pc:grpChg chg="del mod">
          <ac:chgData name="Deepika Vatsa" userId="f7100972-27fe-4ee6-8fb4-ec9b7931b409" providerId="ADAL" clId="{43FC3250-EE2F-489E-970D-AD8C57589867}" dt="2025-07-31T03:20:03.516" v="5129" actId="478"/>
          <ac:grpSpMkLst>
            <pc:docMk/>
            <pc:sldMk cId="2532030908" sldId="596"/>
            <ac:grpSpMk id="15" creationId="{4A103530-BACA-816B-4CBE-A0207BAB39B7}"/>
          </ac:grpSpMkLst>
        </pc:grpChg>
        <pc:grpChg chg="del mod">
          <ac:chgData name="Deepika Vatsa" userId="f7100972-27fe-4ee6-8fb4-ec9b7931b409" providerId="ADAL" clId="{43FC3250-EE2F-489E-970D-AD8C57589867}" dt="2025-07-30T11:15:53.623" v="4942"/>
          <ac:grpSpMkLst>
            <pc:docMk/>
            <pc:sldMk cId="2532030908" sldId="596"/>
            <ac:grpSpMk id="27" creationId="{93C68A5C-E0E9-8654-8062-34A20133655C}"/>
          </ac:grpSpMkLst>
        </pc:grpChg>
        <pc:grpChg chg="del mod">
          <ac:chgData name="Deepika Vatsa" userId="f7100972-27fe-4ee6-8fb4-ec9b7931b409" providerId="ADAL" clId="{43FC3250-EE2F-489E-970D-AD8C57589867}" dt="2025-07-30T11:15:55.544" v="4946"/>
          <ac:grpSpMkLst>
            <pc:docMk/>
            <pc:sldMk cId="2532030908" sldId="596"/>
            <ac:grpSpMk id="29" creationId="{40EEEC29-DEBD-46BD-CEB4-A1F8FFA071AC}"/>
          </ac:grpSpMkLst>
        </pc:grpChg>
        <pc:grpChg chg="del mod">
          <ac:chgData name="Deepika Vatsa" userId="f7100972-27fe-4ee6-8fb4-ec9b7931b409" providerId="ADAL" clId="{43FC3250-EE2F-489E-970D-AD8C57589867}" dt="2025-07-31T03:20:03.516" v="5129" actId="478"/>
          <ac:grpSpMkLst>
            <pc:docMk/>
            <pc:sldMk cId="2532030908" sldId="596"/>
            <ac:grpSpMk id="33" creationId="{94AC4CAD-ABA6-4A1B-8CB5-5EF7BFF292F7}"/>
          </ac:grpSpMkLst>
        </pc:grpChg>
        <pc:grpChg chg="del mod">
          <ac:chgData name="Deepika Vatsa" userId="f7100972-27fe-4ee6-8fb4-ec9b7931b409" providerId="ADAL" clId="{43FC3250-EE2F-489E-970D-AD8C57589867}" dt="2025-07-31T03:20:03.516" v="5129" actId="478"/>
          <ac:grpSpMkLst>
            <pc:docMk/>
            <pc:sldMk cId="2532030908" sldId="596"/>
            <ac:grpSpMk id="38" creationId="{9049384C-553B-F830-2EF4-29690621E7AF}"/>
          </ac:grpSpMkLst>
        </pc:grpChg>
        <pc:grpChg chg="del mod">
          <ac:chgData name="Deepika Vatsa" userId="f7100972-27fe-4ee6-8fb4-ec9b7931b409" providerId="ADAL" clId="{43FC3250-EE2F-489E-970D-AD8C57589867}" dt="2025-07-31T03:20:03.516" v="5129" actId="478"/>
          <ac:grpSpMkLst>
            <pc:docMk/>
            <pc:sldMk cId="2532030908" sldId="596"/>
            <ac:grpSpMk id="46" creationId="{05410D5A-8BC4-DE30-7319-F20BBF28C9D9}"/>
          </ac:grpSpMkLst>
        </pc:grpChg>
        <pc:grpChg chg="del mod">
          <ac:chgData name="Deepika Vatsa" userId="f7100972-27fe-4ee6-8fb4-ec9b7931b409" providerId="ADAL" clId="{43FC3250-EE2F-489E-970D-AD8C57589867}" dt="2025-07-31T03:20:03.516" v="5129" actId="478"/>
          <ac:grpSpMkLst>
            <pc:docMk/>
            <pc:sldMk cId="2532030908" sldId="596"/>
            <ac:grpSpMk id="47" creationId="{9CF44EBE-3E61-0ECE-5406-E1258B3A6CF2}"/>
          </ac:grpSpMkLst>
        </pc:grpChg>
        <pc:grpChg chg="del mod">
          <ac:chgData name="Deepika Vatsa" userId="f7100972-27fe-4ee6-8fb4-ec9b7931b409" providerId="ADAL" clId="{43FC3250-EE2F-489E-970D-AD8C57589867}" dt="2025-07-31T03:19:55.785" v="5128" actId="478"/>
          <ac:grpSpMkLst>
            <pc:docMk/>
            <pc:sldMk cId="2532030908" sldId="596"/>
            <ac:grpSpMk id="53" creationId="{C3CA9B47-E57F-198C-F289-F1340CF10A9A}"/>
          </ac:grpSpMkLst>
        </pc:grpChg>
        <pc:graphicFrameChg chg="add del">
          <ac:chgData name="Deepika Vatsa" userId="f7100972-27fe-4ee6-8fb4-ec9b7931b409" providerId="ADAL" clId="{43FC3250-EE2F-489E-970D-AD8C57589867}" dt="2025-07-24T09:04:52.788" v="2073" actId="26606"/>
          <ac:graphicFrameMkLst>
            <pc:docMk/>
            <pc:sldMk cId="2532030908" sldId="596"/>
            <ac:graphicFrameMk id="15" creationId="{6CFDDA4F-D95F-67BC-99D8-585C9530E5D3}"/>
          </ac:graphicFrameMkLst>
        </pc:graphicFrameChg>
        <pc:picChg chg="add del">
          <ac:chgData name="Deepika Vatsa" userId="f7100972-27fe-4ee6-8fb4-ec9b7931b409" providerId="ADAL" clId="{43FC3250-EE2F-489E-970D-AD8C57589867}" dt="2025-07-24T08:41:18.314" v="1338"/>
          <ac:picMkLst>
            <pc:docMk/>
            <pc:sldMk cId="2532030908" sldId="596"/>
            <ac:picMk id="5" creationId="{CAD75397-8298-4658-F474-42286115F8BF}"/>
          </ac:picMkLst>
        </pc:picChg>
        <pc:picChg chg="del mod">
          <ac:chgData name="Deepika Vatsa" userId="f7100972-27fe-4ee6-8fb4-ec9b7931b409" providerId="ADAL" clId="{43FC3250-EE2F-489E-970D-AD8C57589867}" dt="2025-07-24T08:42:40.373" v="1364" actId="478"/>
          <ac:picMkLst>
            <pc:docMk/>
            <pc:sldMk cId="2532030908" sldId="596"/>
            <ac:picMk id="6" creationId="{06CDD532-FD42-2A67-1E0A-4C898A463CCC}"/>
          </ac:picMkLst>
        </pc:picChg>
        <pc:picChg chg="add mod">
          <ac:chgData name="Deepika Vatsa" userId="f7100972-27fe-4ee6-8fb4-ec9b7931b409" providerId="ADAL" clId="{43FC3250-EE2F-489E-970D-AD8C57589867}" dt="2025-07-24T09:04:49.283" v="2071" actId="1076"/>
          <ac:picMkLst>
            <pc:docMk/>
            <pc:sldMk cId="2532030908" sldId="596"/>
            <ac:picMk id="13" creationId="{5AB04AA3-C013-8EAC-2039-79F8E810ADD7}"/>
          </ac:picMkLst>
        </pc:picChg>
        <pc:picChg chg="del">
          <ac:chgData name="Deepika Vatsa" userId="f7100972-27fe-4ee6-8fb4-ec9b7931b409" providerId="ADAL" clId="{43FC3250-EE2F-489E-970D-AD8C57589867}" dt="2025-07-24T08:38:51.487" v="1289" actId="478"/>
          <ac:picMkLst>
            <pc:docMk/>
            <pc:sldMk cId="2532030908" sldId="596"/>
            <ac:picMk id="2050" creationId="{0B7501EB-9B8B-1F43-B280-F1F29C89922A}"/>
          </ac:picMkLst>
        </pc:picChg>
        <pc:inkChg chg="add del">
          <ac:chgData name="Deepika Vatsa" userId="f7100972-27fe-4ee6-8fb4-ec9b7931b409" providerId="ADAL" clId="{43FC3250-EE2F-489E-970D-AD8C57589867}" dt="2025-07-31T03:19:55.785" v="5128" actId="478"/>
          <ac:inkMkLst>
            <pc:docMk/>
            <pc:sldMk cId="2532030908" sldId="596"/>
            <ac:inkMk id="4" creationId="{88B8B8E3-DA3B-EE8E-8DA8-422C56013049}"/>
          </ac:inkMkLst>
        </pc:inkChg>
        <pc:inkChg chg="add mod">
          <ac:chgData name="Deepika Vatsa" userId="f7100972-27fe-4ee6-8fb4-ec9b7931b409" providerId="ADAL" clId="{43FC3250-EE2F-489E-970D-AD8C57589867}" dt="2025-07-30T11:15:06.162" v="4928"/>
          <ac:inkMkLst>
            <pc:docMk/>
            <pc:sldMk cId="2532030908" sldId="596"/>
            <ac:inkMk id="5" creationId="{9CBA7F43-E72A-7281-4516-69C983FB24F0}"/>
          </ac:inkMkLst>
        </pc:inkChg>
        <pc:inkChg chg="add mod">
          <ac:chgData name="Deepika Vatsa" userId="f7100972-27fe-4ee6-8fb4-ec9b7931b409" providerId="ADAL" clId="{43FC3250-EE2F-489E-970D-AD8C57589867}" dt="2025-07-30T11:15:06.162" v="4928"/>
          <ac:inkMkLst>
            <pc:docMk/>
            <pc:sldMk cId="2532030908" sldId="596"/>
            <ac:inkMk id="6" creationId="{24307FDE-4C9C-86FB-5366-7E118AD4AA03}"/>
          </ac:inkMkLst>
        </pc:inkChg>
        <pc:inkChg chg="add mod">
          <ac:chgData name="Deepika Vatsa" userId="f7100972-27fe-4ee6-8fb4-ec9b7931b409" providerId="ADAL" clId="{43FC3250-EE2F-489E-970D-AD8C57589867}" dt="2025-07-30T11:15:06.162" v="4928"/>
          <ac:inkMkLst>
            <pc:docMk/>
            <pc:sldMk cId="2532030908" sldId="596"/>
            <ac:inkMk id="7" creationId="{7B04A9E6-333B-43E3-4D80-CF154610806F}"/>
          </ac:inkMkLst>
        </pc:inkChg>
        <pc:inkChg chg="add mod">
          <ac:chgData name="Deepika Vatsa" userId="f7100972-27fe-4ee6-8fb4-ec9b7931b409" providerId="ADAL" clId="{43FC3250-EE2F-489E-970D-AD8C57589867}" dt="2025-07-30T11:15:06.162" v="4928"/>
          <ac:inkMkLst>
            <pc:docMk/>
            <pc:sldMk cId="2532030908" sldId="596"/>
            <ac:inkMk id="8" creationId="{3570D878-EE74-BF8E-4A55-416FEBD1583E}"/>
          </ac:inkMkLst>
        </pc:inkChg>
        <pc:inkChg chg="add mod">
          <ac:chgData name="Deepika Vatsa" userId="f7100972-27fe-4ee6-8fb4-ec9b7931b409" providerId="ADAL" clId="{43FC3250-EE2F-489E-970D-AD8C57589867}" dt="2025-07-30T11:15:06.162" v="4928"/>
          <ac:inkMkLst>
            <pc:docMk/>
            <pc:sldMk cId="2532030908" sldId="596"/>
            <ac:inkMk id="10" creationId="{1FD16809-5891-7573-BCDC-CBF2E3DF518D}"/>
          </ac:inkMkLst>
        </pc:inkChg>
        <pc:inkChg chg="add mod">
          <ac:chgData name="Deepika Vatsa" userId="f7100972-27fe-4ee6-8fb4-ec9b7931b409" providerId="ADAL" clId="{43FC3250-EE2F-489E-970D-AD8C57589867}" dt="2025-07-30T11:15:06.162" v="4928"/>
          <ac:inkMkLst>
            <pc:docMk/>
            <pc:sldMk cId="2532030908" sldId="596"/>
            <ac:inkMk id="14" creationId="{638074A3-275B-B13C-AD8F-7937834D2F27}"/>
          </ac:inkMkLst>
        </pc:inkChg>
        <pc:inkChg chg="add del">
          <ac:chgData name="Deepika Vatsa" userId="f7100972-27fe-4ee6-8fb4-ec9b7931b409" providerId="ADAL" clId="{43FC3250-EE2F-489E-970D-AD8C57589867}" dt="2025-07-31T03:19:55.785" v="5128" actId="478"/>
          <ac:inkMkLst>
            <pc:docMk/>
            <pc:sldMk cId="2532030908" sldId="596"/>
            <ac:inkMk id="16" creationId="{FD8B3306-3590-4B9D-B54E-F5FA6ADB8E5F}"/>
          </ac:inkMkLst>
        </pc:inkChg>
        <pc:inkChg chg="add del">
          <ac:chgData name="Deepika Vatsa" userId="f7100972-27fe-4ee6-8fb4-ec9b7931b409" providerId="ADAL" clId="{43FC3250-EE2F-489E-970D-AD8C57589867}" dt="2025-07-31T03:19:55.785" v="5128" actId="478"/>
          <ac:inkMkLst>
            <pc:docMk/>
            <pc:sldMk cId="2532030908" sldId="596"/>
            <ac:inkMk id="17" creationId="{4FA37EAD-7CA9-0812-2AA6-007F6AF3CF35}"/>
          </ac:inkMkLst>
        </pc:inkChg>
        <pc:inkChg chg="add del">
          <ac:chgData name="Deepika Vatsa" userId="f7100972-27fe-4ee6-8fb4-ec9b7931b409" providerId="ADAL" clId="{43FC3250-EE2F-489E-970D-AD8C57589867}" dt="2025-07-31T03:19:55.785" v="5128" actId="478"/>
          <ac:inkMkLst>
            <pc:docMk/>
            <pc:sldMk cId="2532030908" sldId="596"/>
            <ac:inkMk id="18" creationId="{FD724568-A393-C882-F883-DFA674DED7E9}"/>
          </ac:inkMkLst>
        </pc:inkChg>
        <pc:inkChg chg="add del">
          <ac:chgData name="Deepika Vatsa" userId="f7100972-27fe-4ee6-8fb4-ec9b7931b409" providerId="ADAL" clId="{43FC3250-EE2F-489E-970D-AD8C57589867}" dt="2025-07-31T03:19:55.785" v="5128" actId="478"/>
          <ac:inkMkLst>
            <pc:docMk/>
            <pc:sldMk cId="2532030908" sldId="596"/>
            <ac:inkMk id="19" creationId="{DC0E876A-CE60-5AEC-D27B-5A67E6862B82}"/>
          </ac:inkMkLst>
        </pc:inkChg>
        <pc:inkChg chg="add del">
          <ac:chgData name="Deepika Vatsa" userId="f7100972-27fe-4ee6-8fb4-ec9b7931b409" providerId="ADAL" clId="{43FC3250-EE2F-489E-970D-AD8C57589867}" dt="2025-07-31T03:19:55.785" v="5128" actId="478"/>
          <ac:inkMkLst>
            <pc:docMk/>
            <pc:sldMk cId="2532030908" sldId="596"/>
            <ac:inkMk id="20" creationId="{82B82D16-DEE8-66CA-D3D5-6B8ECF344BB1}"/>
          </ac:inkMkLst>
        </pc:inkChg>
        <pc:inkChg chg="add del">
          <ac:chgData name="Deepika Vatsa" userId="f7100972-27fe-4ee6-8fb4-ec9b7931b409" providerId="ADAL" clId="{43FC3250-EE2F-489E-970D-AD8C57589867}" dt="2025-07-31T03:20:03.516" v="5129" actId="478"/>
          <ac:inkMkLst>
            <pc:docMk/>
            <pc:sldMk cId="2532030908" sldId="596"/>
            <ac:inkMk id="21" creationId="{6BEFAB12-5590-7F06-7B25-8B9CCA70BD5D}"/>
          </ac:inkMkLst>
        </pc:inkChg>
        <pc:inkChg chg="add mod">
          <ac:chgData name="Deepika Vatsa" userId="f7100972-27fe-4ee6-8fb4-ec9b7931b409" providerId="ADAL" clId="{43FC3250-EE2F-489E-970D-AD8C57589867}" dt="2025-07-30T11:15:55.544" v="4946"/>
          <ac:inkMkLst>
            <pc:docMk/>
            <pc:sldMk cId="2532030908" sldId="596"/>
            <ac:inkMk id="22" creationId="{3DF19026-066D-02A0-C382-DBDEB1C7E1D0}"/>
          </ac:inkMkLst>
        </pc:inkChg>
        <pc:inkChg chg="add mod">
          <ac:chgData name="Deepika Vatsa" userId="f7100972-27fe-4ee6-8fb4-ec9b7931b409" providerId="ADAL" clId="{43FC3250-EE2F-489E-970D-AD8C57589867}" dt="2025-07-30T11:15:55.544" v="4946"/>
          <ac:inkMkLst>
            <pc:docMk/>
            <pc:sldMk cId="2532030908" sldId="596"/>
            <ac:inkMk id="23" creationId="{D6BE9C7C-E612-8826-80B1-6D9958BC7220}"/>
          </ac:inkMkLst>
        </pc:inkChg>
        <pc:inkChg chg="add mod">
          <ac:chgData name="Deepika Vatsa" userId="f7100972-27fe-4ee6-8fb4-ec9b7931b409" providerId="ADAL" clId="{43FC3250-EE2F-489E-970D-AD8C57589867}" dt="2025-07-30T11:15:55.544" v="4946"/>
          <ac:inkMkLst>
            <pc:docMk/>
            <pc:sldMk cId="2532030908" sldId="596"/>
            <ac:inkMk id="24" creationId="{6A066C8A-5E3C-5B66-25E0-82887BACB9F4}"/>
          </ac:inkMkLst>
        </pc:inkChg>
        <pc:inkChg chg="add mod">
          <ac:chgData name="Deepika Vatsa" userId="f7100972-27fe-4ee6-8fb4-ec9b7931b409" providerId="ADAL" clId="{43FC3250-EE2F-489E-970D-AD8C57589867}" dt="2025-07-30T11:15:55.544" v="4946"/>
          <ac:inkMkLst>
            <pc:docMk/>
            <pc:sldMk cId="2532030908" sldId="596"/>
            <ac:inkMk id="25" creationId="{814606A0-B2E1-BE7C-CAD3-22F1C0E5E1B7}"/>
          </ac:inkMkLst>
        </pc:inkChg>
        <pc:inkChg chg="add mod">
          <ac:chgData name="Deepika Vatsa" userId="f7100972-27fe-4ee6-8fb4-ec9b7931b409" providerId="ADAL" clId="{43FC3250-EE2F-489E-970D-AD8C57589867}" dt="2025-07-30T11:15:55.544" v="4946"/>
          <ac:inkMkLst>
            <pc:docMk/>
            <pc:sldMk cId="2532030908" sldId="596"/>
            <ac:inkMk id="26" creationId="{0ED57A37-39FB-A980-BB74-93D2F94B566E}"/>
          </ac:inkMkLst>
        </pc:inkChg>
        <pc:inkChg chg="add mod">
          <ac:chgData name="Deepika Vatsa" userId="f7100972-27fe-4ee6-8fb4-ec9b7931b409" providerId="ADAL" clId="{43FC3250-EE2F-489E-970D-AD8C57589867}" dt="2025-07-30T11:15:55.544" v="4946"/>
          <ac:inkMkLst>
            <pc:docMk/>
            <pc:sldMk cId="2532030908" sldId="596"/>
            <ac:inkMk id="28" creationId="{2AF07CE3-852F-ACE8-F399-66F9DF879B24}"/>
          </ac:inkMkLst>
        </pc:inkChg>
        <pc:inkChg chg="add mod">
          <ac:chgData name="Deepika Vatsa" userId="f7100972-27fe-4ee6-8fb4-ec9b7931b409" providerId="ADAL" clId="{43FC3250-EE2F-489E-970D-AD8C57589867}" dt="2025-07-30T11:15:55.544" v="4946"/>
          <ac:inkMkLst>
            <pc:docMk/>
            <pc:sldMk cId="2532030908" sldId="596"/>
            <ac:inkMk id="30" creationId="{2F62BCAB-CBAE-0C39-F5E3-9799BD3C169D}"/>
          </ac:inkMkLst>
        </pc:inkChg>
        <pc:inkChg chg="add mod">
          <ac:chgData name="Deepika Vatsa" userId="f7100972-27fe-4ee6-8fb4-ec9b7931b409" providerId="ADAL" clId="{43FC3250-EE2F-489E-970D-AD8C57589867}" dt="2025-07-30T11:15:55.544" v="4946"/>
          <ac:inkMkLst>
            <pc:docMk/>
            <pc:sldMk cId="2532030908" sldId="596"/>
            <ac:inkMk id="31" creationId="{BD6B7FD5-D0A3-DFA4-B7C7-D5B0E8EFB46C}"/>
          </ac:inkMkLst>
        </pc:inkChg>
        <pc:inkChg chg="add mod">
          <ac:chgData name="Deepika Vatsa" userId="f7100972-27fe-4ee6-8fb4-ec9b7931b409" providerId="ADAL" clId="{43FC3250-EE2F-489E-970D-AD8C57589867}" dt="2025-07-30T11:15:55.544" v="4946"/>
          <ac:inkMkLst>
            <pc:docMk/>
            <pc:sldMk cId="2532030908" sldId="596"/>
            <ac:inkMk id="32" creationId="{2E6E19DA-278D-256E-F9E2-BCCAAEB04261}"/>
          </ac:inkMkLst>
        </pc:inkChg>
        <pc:inkChg chg="add mod">
          <ac:chgData name="Deepika Vatsa" userId="f7100972-27fe-4ee6-8fb4-ec9b7931b409" providerId="ADAL" clId="{43FC3250-EE2F-489E-970D-AD8C57589867}" dt="2025-07-30T11:15:59.017" v="4951"/>
          <ac:inkMkLst>
            <pc:docMk/>
            <pc:sldMk cId="2532030908" sldId="596"/>
            <ac:inkMk id="34" creationId="{F17ACEF0-72FA-321A-CD3D-E082D7B59059}"/>
          </ac:inkMkLst>
        </pc:inkChg>
        <pc:inkChg chg="add mod">
          <ac:chgData name="Deepika Vatsa" userId="f7100972-27fe-4ee6-8fb4-ec9b7931b409" providerId="ADAL" clId="{43FC3250-EE2F-489E-970D-AD8C57589867}" dt="2025-07-30T11:15:59.017" v="4951"/>
          <ac:inkMkLst>
            <pc:docMk/>
            <pc:sldMk cId="2532030908" sldId="596"/>
            <ac:inkMk id="35" creationId="{B50E9606-004A-F61A-5BDA-D8D7534E0EC4}"/>
          </ac:inkMkLst>
        </pc:inkChg>
        <pc:inkChg chg="add mod">
          <ac:chgData name="Deepika Vatsa" userId="f7100972-27fe-4ee6-8fb4-ec9b7931b409" providerId="ADAL" clId="{43FC3250-EE2F-489E-970D-AD8C57589867}" dt="2025-07-30T11:15:59.017" v="4951"/>
          <ac:inkMkLst>
            <pc:docMk/>
            <pc:sldMk cId="2532030908" sldId="596"/>
            <ac:inkMk id="36" creationId="{050455ED-C390-BFA9-A9B4-A3B41A5E8AEB}"/>
          </ac:inkMkLst>
        </pc:inkChg>
        <pc:inkChg chg="add mod">
          <ac:chgData name="Deepika Vatsa" userId="f7100972-27fe-4ee6-8fb4-ec9b7931b409" providerId="ADAL" clId="{43FC3250-EE2F-489E-970D-AD8C57589867}" dt="2025-07-30T11:15:59.017" v="4951"/>
          <ac:inkMkLst>
            <pc:docMk/>
            <pc:sldMk cId="2532030908" sldId="596"/>
            <ac:inkMk id="37" creationId="{4DF8C8C8-5D58-1DCE-7491-623572C539F5}"/>
          </ac:inkMkLst>
        </pc:inkChg>
        <pc:inkChg chg="add del">
          <ac:chgData name="Deepika Vatsa" userId="f7100972-27fe-4ee6-8fb4-ec9b7931b409" providerId="ADAL" clId="{43FC3250-EE2F-489E-970D-AD8C57589867}" dt="2025-07-31T03:20:03.516" v="5129" actId="478"/>
          <ac:inkMkLst>
            <pc:docMk/>
            <pc:sldMk cId="2532030908" sldId="596"/>
            <ac:inkMk id="39" creationId="{FE09A62C-DECB-44C1-967F-7B314A16BB46}"/>
          </ac:inkMkLst>
        </pc:inkChg>
        <pc:inkChg chg="add mod">
          <ac:chgData name="Deepika Vatsa" userId="f7100972-27fe-4ee6-8fb4-ec9b7931b409" providerId="ADAL" clId="{43FC3250-EE2F-489E-970D-AD8C57589867}" dt="2025-07-30T11:16:12.987" v="4959"/>
          <ac:inkMkLst>
            <pc:docMk/>
            <pc:sldMk cId="2532030908" sldId="596"/>
            <ac:inkMk id="40" creationId="{7AC53162-5FE8-7761-5332-7D80C8DDC312}"/>
          </ac:inkMkLst>
        </pc:inkChg>
        <pc:inkChg chg="add mod">
          <ac:chgData name="Deepika Vatsa" userId="f7100972-27fe-4ee6-8fb4-ec9b7931b409" providerId="ADAL" clId="{43FC3250-EE2F-489E-970D-AD8C57589867}" dt="2025-07-30T11:16:12.987" v="4959"/>
          <ac:inkMkLst>
            <pc:docMk/>
            <pc:sldMk cId="2532030908" sldId="596"/>
            <ac:inkMk id="41" creationId="{C3E175DA-FA37-4A39-5887-2D43EA06F1A3}"/>
          </ac:inkMkLst>
        </pc:inkChg>
        <pc:inkChg chg="add mod">
          <ac:chgData name="Deepika Vatsa" userId="f7100972-27fe-4ee6-8fb4-ec9b7931b409" providerId="ADAL" clId="{43FC3250-EE2F-489E-970D-AD8C57589867}" dt="2025-07-30T11:16:12.987" v="4959"/>
          <ac:inkMkLst>
            <pc:docMk/>
            <pc:sldMk cId="2532030908" sldId="596"/>
            <ac:inkMk id="42" creationId="{C93CDB0D-902F-4DAC-542E-CD7856545CBA}"/>
          </ac:inkMkLst>
        </pc:inkChg>
        <pc:inkChg chg="add mod">
          <ac:chgData name="Deepika Vatsa" userId="f7100972-27fe-4ee6-8fb4-ec9b7931b409" providerId="ADAL" clId="{43FC3250-EE2F-489E-970D-AD8C57589867}" dt="2025-07-30T11:16:12.987" v="4959"/>
          <ac:inkMkLst>
            <pc:docMk/>
            <pc:sldMk cId="2532030908" sldId="596"/>
            <ac:inkMk id="43" creationId="{34A54093-00DF-2606-7948-24AFA7BDE8E8}"/>
          </ac:inkMkLst>
        </pc:inkChg>
        <pc:inkChg chg="add mod">
          <ac:chgData name="Deepika Vatsa" userId="f7100972-27fe-4ee6-8fb4-ec9b7931b409" providerId="ADAL" clId="{43FC3250-EE2F-489E-970D-AD8C57589867}" dt="2025-07-30T11:16:12.987" v="4959"/>
          <ac:inkMkLst>
            <pc:docMk/>
            <pc:sldMk cId="2532030908" sldId="596"/>
            <ac:inkMk id="44" creationId="{AF6B3135-3D23-B14A-EE3A-0438FA826E5A}"/>
          </ac:inkMkLst>
        </pc:inkChg>
        <pc:inkChg chg="add mod">
          <ac:chgData name="Deepika Vatsa" userId="f7100972-27fe-4ee6-8fb4-ec9b7931b409" providerId="ADAL" clId="{43FC3250-EE2F-489E-970D-AD8C57589867}" dt="2025-07-30T11:16:12.987" v="4959"/>
          <ac:inkMkLst>
            <pc:docMk/>
            <pc:sldMk cId="2532030908" sldId="596"/>
            <ac:inkMk id="45" creationId="{10127614-7D82-759D-C69F-7F81509E63D8}"/>
          </ac:inkMkLst>
        </pc:inkChg>
        <pc:inkChg chg="add del">
          <ac:chgData name="Deepika Vatsa" userId="f7100972-27fe-4ee6-8fb4-ec9b7931b409" providerId="ADAL" clId="{43FC3250-EE2F-489E-970D-AD8C57589867}" dt="2025-07-31T03:19:55.785" v="5128" actId="478"/>
          <ac:inkMkLst>
            <pc:docMk/>
            <pc:sldMk cId="2532030908" sldId="596"/>
            <ac:inkMk id="48" creationId="{6C3D8949-3295-D523-B194-146A672CB68B}"/>
          </ac:inkMkLst>
        </pc:inkChg>
        <pc:inkChg chg="add del">
          <ac:chgData name="Deepika Vatsa" userId="f7100972-27fe-4ee6-8fb4-ec9b7931b409" providerId="ADAL" clId="{43FC3250-EE2F-489E-970D-AD8C57589867}" dt="2025-07-31T03:20:03.516" v="5129" actId="478"/>
          <ac:inkMkLst>
            <pc:docMk/>
            <pc:sldMk cId="2532030908" sldId="596"/>
            <ac:inkMk id="49" creationId="{6CB31BCF-E3B4-98A5-D05E-75969C687A31}"/>
          </ac:inkMkLst>
        </pc:inkChg>
        <pc:inkChg chg="add del">
          <ac:chgData name="Deepika Vatsa" userId="f7100972-27fe-4ee6-8fb4-ec9b7931b409" providerId="ADAL" clId="{43FC3250-EE2F-489E-970D-AD8C57589867}" dt="2025-07-31T03:19:55.785" v="5128" actId="478"/>
          <ac:inkMkLst>
            <pc:docMk/>
            <pc:sldMk cId="2532030908" sldId="596"/>
            <ac:inkMk id="50" creationId="{9F644C68-5272-E707-EB3E-3EE1AF593258}"/>
          </ac:inkMkLst>
        </pc:inkChg>
        <pc:inkChg chg="add mod">
          <ac:chgData name="Deepika Vatsa" userId="f7100972-27fe-4ee6-8fb4-ec9b7931b409" providerId="ADAL" clId="{43FC3250-EE2F-489E-970D-AD8C57589867}" dt="2025-07-30T11:16:26.344" v="4965"/>
          <ac:inkMkLst>
            <pc:docMk/>
            <pc:sldMk cId="2532030908" sldId="596"/>
            <ac:inkMk id="51" creationId="{102E9271-8E6E-9A94-BBE6-9CB6939AD904}"/>
          </ac:inkMkLst>
        </pc:inkChg>
        <pc:inkChg chg="add mod">
          <ac:chgData name="Deepika Vatsa" userId="f7100972-27fe-4ee6-8fb4-ec9b7931b409" providerId="ADAL" clId="{43FC3250-EE2F-489E-970D-AD8C57589867}" dt="2025-07-30T11:16:26.344" v="4965"/>
          <ac:inkMkLst>
            <pc:docMk/>
            <pc:sldMk cId="2532030908" sldId="596"/>
            <ac:inkMk id="52" creationId="{492EE3C8-136B-3F72-415F-B56C36D301D2}"/>
          </ac:inkMkLst>
        </pc:inkChg>
        <pc:inkChg chg="add del">
          <ac:chgData name="Deepika Vatsa" userId="f7100972-27fe-4ee6-8fb4-ec9b7931b409" providerId="ADAL" clId="{43FC3250-EE2F-489E-970D-AD8C57589867}" dt="2025-07-31T03:19:55.785" v="5128" actId="478"/>
          <ac:inkMkLst>
            <pc:docMk/>
            <pc:sldMk cId="2532030908" sldId="596"/>
            <ac:inkMk id="54" creationId="{913B29BD-D233-DD99-1331-5ECCF0662FD5}"/>
          </ac:inkMkLst>
        </pc:inkChg>
      </pc:sldChg>
      <pc:sldChg chg="del">
        <pc:chgData name="Deepika Vatsa" userId="f7100972-27fe-4ee6-8fb4-ec9b7931b409" providerId="ADAL" clId="{43FC3250-EE2F-489E-970D-AD8C57589867}" dt="2025-07-23T11:05:11.946" v="73" actId="47"/>
        <pc:sldMkLst>
          <pc:docMk/>
          <pc:sldMk cId="3613863550" sldId="597"/>
        </pc:sldMkLst>
      </pc:sldChg>
      <pc:sldChg chg="addSp delSp modSp add mod">
        <pc:chgData name="Deepika Vatsa" userId="f7100972-27fe-4ee6-8fb4-ec9b7931b409" providerId="ADAL" clId="{43FC3250-EE2F-489E-970D-AD8C57589867}" dt="2025-07-31T03:20:39.266" v="5137" actId="478"/>
        <pc:sldMkLst>
          <pc:docMk/>
          <pc:sldMk cId="3825282558" sldId="597"/>
        </pc:sldMkLst>
        <pc:spChg chg="add mod">
          <ac:chgData name="Deepika Vatsa" userId="f7100972-27fe-4ee6-8fb4-ec9b7931b409" providerId="ADAL" clId="{43FC3250-EE2F-489E-970D-AD8C57589867}" dt="2025-07-24T09:13:49.188" v="2128" actId="1036"/>
          <ac:spMkLst>
            <pc:docMk/>
            <pc:sldMk cId="3825282558" sldId="597"/>
            <ac:spMk id="4" creationId="{4D157D1B-7F8A-9A8B-D14E-A8A739CD19A9}"/>
          </ac:spMkLst>
        </pc:spChg>
        <pc:spChg chg="add del mod">
          <ac:chgData name="Deepika Vatsa" userId="f7100972-27fe-4ee6-8fb4-ec9b7931b409" providerId="ADAL" clId="{43FC3250-EE2F-489E-970D-AD8C57589867}" dt="2025-07-31T03:20:27.430" v="5133" actId="478"/>
          <ac:spMkLst>
            <pc:docMk/>
            <pc:sldMk cId="3825282558" sldId="597"/>
            <ac:spMk id="5" creationId="{68009DD6-B443-C5DB-F60A-21FC1529A21C}"/>
          </ac:spMkLst>
        </pc:spChg>
        <pc:spChg chg="add del mod">
          <ac:chgData name="Deepika Vatsa" userId="f7100972-27fe-4ee6-8fb4-ec9b7931b409" providerId="ADAL" clId="{43FC3250-EE2F-489E-970D-AD8C57589867}" dt="2025-07-24T09:13:41.392" v="2107" actId="478"/>
          <ac:spMkLst>
            <pc:docMk/>
            <pc:sldMk cId="3825282558" sldId="597"/>
            <ac:spMk id="6" creationId="{E4445506-10DA-6C8E-B875-EB21FB0E8E0C}"/>
          </ac:spMkLst>
        </pc:spChg>
        <pc:spChg chg="add del mod">
          <ac:chgData name="Deepika Vatsa" userId="f7100972-27fe-4ee6-8fb4-ec9b7931b409" providerId="ADAL" clId="{43FC3250-EE2F-489E-970D-AD8C57589867}" dt="2025-07-24T09:13:38.721" v="2106" actId="478"/>
          <ac:spMkLst>
            <pc:docMk/>
            <pc:sldMk cId="3825282558" sldId="597"/>
            <ac:spMk id="7" creationId="{17E1BA5B-066B-4677-2290-A7CE14E52D1D}"/>
          </ac:spMkLst>
        </pc:spChg>
        <pc:spChg chg="mod">
          <ac:chgData name="Deepika Vatsa" userId="f7100972-27fe-4ee6-8fb4-ec9b7931b409" providerId="ADAL" clId="{43FC3250-EE2F-489E-970D-AD8C57589867}" dt="2025-07-24T09:04:02.549" v="2060" actId="1076"/>
          <ac:spMkLst>
            <pc:docMk/>
            <pc:sldMk cId="3825282558" sldId="597"/>
            <ac:spMk id="9" creationId="{201B0A84-744C-23F6-4528-9945FC0EFECC}"/>
          </ac:spMkLst>
        </pc:spChg>
        <pc:spChg chg="mod">
          <ac:chgData name="Deepika Vatsa" userId="f7100972-27fe-4ee6-8fb4-ec9b7931b409" providerId="ADAL" clId="{43FC3250-EE2F-489E-970D-AD8C57589867}" dt="2025-07-24T09:03:59.228" v="2059" actId="14100"/>
          <ac:spMkLst>
            <pc:docMk/>
            <pc:sldMk cId="3825282558" sldId="597"/>
            <ac:spMk id="10" creationId="{F18DCF59-2D3F-A81C-CBA3-6B10A9A86DE5}"/>
          </ac:spMkLst>
        </pc:spChg>
        <pc:spChg chg="del">
          <ac:chgData name="Deepika Vatsa" userId="f7100972-27fe-4ee6-8fb4-ec9b7931b409" providerId="ADAL" clId="{43FC3250-EE2F-489E-970D-AD8C57589867}" dt="2025-07-24T08:49:11.071" v="1579" actId="478"/>
          <ac:spMkLst>
            <pc:docMk/>
            <pc:sldMk cId="3825282558" sldId="597"/>
            <ac:spMk id="11" creationId="{06381CCD-359B-D8A2-1997-A5B56A02FD41}"/>
          </ac:spMkLst>
        </pc:spChg>
        <pc:spChg chg="del">
          <ac:chgData name="Deepika Vatsa" userId="f7100972-27fe-4ee6-8fb4-ec9b7931b409" providerId="ADAL" clId="{43FC3250-EE2F-489E-970D-AD8C57589867}" dt="2025-07-24T08:48:12.464" v="1578" actId="478"/>
          <ac:spMkLst>
            <pc:docMk/>
            <pc:sldMk cId="3825282558" sldId="597"/>
            <ac:spMk id="12" creationId="{054E186B-0053-1ADA-9448-E99069A759EF}"/>
          </ac:spMkLst>
        </pc:spChg>
        <pc:picChg chg="add del mod">
          <ac:chgData name="Deepika Vatsa" userId="f7100972-27fe-4ee6-8fb4-ec9b7931b409" providerId="ADAL" clId="{43FC3250-EE2F-489E-970D-AD8C57589867}" dt="2025-07-24T09:05:12.136" v="2078" actId="478"/>
          <ac:picMkLst>
            <pc:docMk/>
            <pc:sldMk cId="3825282558" sldId="597"/>
            <ac:picMk id="8" creationId="{C104A89E-73F1-AA4B-A2A5-CBD2CE60339C}"/>
          </ac:picMkLst>
        </pc:picChg>
        <pc:picChg chg="add del mod">
          <ac:chgData name="Deepika Vatsa" userId="f7100972-27fe-4ee6-8fb4-ec9b7931b409" providerId="ADAL" clId="{43FC3250-EE2F-489E-970D-AD8C57589867}" dt="2025-07-24T09:04:44.148" v="2069" actId="21"/>
          <ac:picMkLst>
            <pc:docMk/>
            <pc:sldMk cId="3825282558" sldId="597"/>
            <ac:picMk id="3074" creationId="{B5DD1E7F-B07A-CCFA-C5FC-5F4DAD97F7CD}"/>
          </ac:picMkLst>
        </pc:picChg>
        <pc:picChg chg="add mod">
          <ac:chgData name="Deepika Vatsa" userId="f7100972-27fe-4ee6-8fb4-ec9b7931b409" providerId="ADAL" clId="{43FC3250-EE2F-489E-970D-AD8C57589867}" dt="2025-07-24T09:13:54.523" v="2130" actId="1076"/>
          <ac:picMkLst>
            <pc:docMk/>
            <pc:sldMk cId="3825282558" sldId="597"/>
            <ac:picMk id="3076" creationId="{80DDF492-098F-EB7B-7E26-A66FD8A4540E}"/>
          </ac:picMkLst>
        </pc:picChg>
        <pc:picChg chg="add mod">
          <ac:chgData name="Deepika Vatsa" userId="f7100972-27fe-4ee6-8fb4-ec9b7931b409" providerId="ADAL" clId="{43FC3250-EE2F-489E-970D-AD8C57589867}" dt="2025-07-24T09:14:04.564" v="2133" actId="1076"/>
          <ac:picMkLst>
            <pc:docMk/>
            <pc:sldMk cId="3825282558" sldId="597"/>
            <ac:picMk id="3078" creationId="{BCA46BE0-3C05-716C-D675-114ECEF84416}"/>
          </ac:picMkLst>
        </pc:picChg>
        <pc:picChg chg="add del mod">
          <ac:chgData name="Deepika Vatsa" userId="f7100972-27fe-4ee6-8fb4-ec9b7931b409" providerId="ADAL" clId="{43FC3250-EE2F-489E-970D-AD8C57589867}" dt="2025-07-24T09:13:42.976" v="2108" actId="478"/>
          <ac:picMkLst>
            <pc:docMk/>
            <pc:sldMk cId="3825282558" sldId="597"/>
            <ac:picMk id="3080" creationId="{1A6E8503-1601-E61F-B38C-39D893FE2DC7}"/>
          </ac:picMkLst>
        </pc:picChg>
        <pc:inkChg chg="add del">
          <ac:chgData name="Deepika Vatsa" userId="f7100972-27fe-4ee6-8fb4-ec9b7931b409" providerId="ADAL" clId="{43FC3250-EE2F-489E-970D-AD8C57589867}" dt="2025-07-31T03:20:23.271" v="5132" actId="478"/>
          <ac:inkMkLst>
            <pc:docMk/>
            <pc:sldMk cId="3825282558" sldId="597"/>
            <ac:inkMk id="6" creationId="{999200CD-978C-E2F6-1CA1-7EF516E1897D}"/>
          </ac:inkMkLst>
        </pc:inkChg>
        <pc:inkChg chg="add del">
          <ac:chgData name="Deepika Vatsa" userId="f7100972-27fe-4ee6-8fb4-ec9b7931b409" providerId="ADAL" clId="{43FC3250-EE2F-489E-970D-AD8C57589867}" dt="2025-07-31T03:20:23.271" v="5132" actId="478"/>
          <ac:inkMkLst>
            <pc:docMk/>
            <pc:sldMk cId="3825282558" sldId="597"/>
            <ac:inkMk id="7" creationId="{A07BEA58-C8E9-7B1A-D1B3-5893CD9D989C}"/>
          </ac:inkMkLst>
        </pc:inkChg>
        <pc:inkChg chg="add del">
          <ac:chgData name="Deepika Vatsa" userId="f7100972-27fe-4ee6-8fb4-ec9b7931b409" providerId="ADAL" clId="{43FC3250-EE2F-489E-970D-AD8C57589867}" dt="2025-07-31T03:20:35.165" v="5135" actId="478"/>
          <ac:inkMkLst>
            <pc:docMk/>
            <pc:sldMk cId="3825282558" sldId="597"/>
            <ac:inkMk id="8" creationId="{310DD96E-FCDF-F076-16AA-5EA3391BE485}"/>
          </ac:inkMkLst>
        </pc:inkChg>
        <pc:inkChg chg="add del">
          <ac:chgData name="Deepika Vatsa" userId="f7100972-27fe-4ee6-8fb4-ec9b7931b409" providerId="ADAL" clId="{43FC3250-EE2F-489E-970D-AD8C57589867}" dt="2025-07-31T03:20:39.266" v="5137" actId="478"/>
          <ac:inkMkLst>
            <pc:docMk/>
            <pc:sldMk cId="3825282558" sldId="597"/>
            <ac:inkMk id="11" creationId="{6D38D8B6-F907-29F6-E38A-5763CF45E596}"/>
          </ac:inkMkLst>
        </pc:inkChg>
        <pc:inkChg chg="add del">
          <ac:chgData name="Deepika Vatsa" userId="f7100972-27fe-4ee6-8fb4-ec9b7931b409" providerId="ADAL" clId="{43FC3250-EE2F-489E-970D-AD8C57589867}" dt="2025-07-31T03:20:32.283" v="5134" actId="478"/>
          <ac:inkMkLst>
            <pc:docMk/>
            <pc:sldMk cId="3825282558" sldId="597"/>
            <ac:inkMk id="12" creationId="{EFD82AA0-1443-9158-C0FE-E9728BBE9C06}"/>
          </ac:inkMkLst>
        </pc:inkChg>
        <pc:inkChg chg="add del">
          <ac:chgData name="Deepika Vatsa" userId="f7100972-27fe-4ee6-8fb4-ec9b7931b409" providerId="ADAL" clId="{43FC3250-EE2F-489E-970D-AD8C57589867}" dt="2025-07-31T03:20:32.283" v="5134" actId="478"/>
          <ac:inkMkLst>
            <pc:docMk/>
            <pc:sldMk cId="3825282558" sldId="597"/>
            <ac:inkMk id="13" creationId="{3AF1140C-C15E-5B04-196C-B51336B95A0C}"/>
          </ac:inkMkLst>
        </pc:inkChg>
        <pc:inkChg chg="add del">
          <ac:chgData name="Deepika Vatsa" userId="f7100972-27fe-4ee6-8fb4-ec9b7931b409" providerId="ADAL" clId="{43FC3250-EE2F-489E-970D-AD8C57589867}" dt="2025-07-31T03:20:32.283" v="5134" actId="478"/>
          <ac:inkMkLst>
            <pc:docMk/>
            <pc:sldMk cId="3825282558" sldId="597"/>
            <ac:inkMk id="14" creationId="{8C12726E-40EA-2B3D-1368-0091B1CD799C}"/>
          </ac:inkMkLst>
        </pc:inkChg>
        <pc:inkChg chg="add del">
          <ac:chgData name="Deepika Vatsa" userId="f7100972-27fe-4ee6-8fb4-ec9b7931b409" providerId="ADAL" clId="{43FC3250-EE2F-489E-970D-AD8C57589867}" dt="2025-07-31T03:20:32.283" v="5134" actId="478"/>
          <ac:inkMkLst>
            <pc:docMk/>
            <pc:sldMk cId="3825282558" sldId="597"/>
            <ac:inkMk id="15" creationId="{46A73556-14AB-10C2-AE39-3687A2DF415D}"/>
          </ac:inkMkLst>
        </pc:inkChg>
        <pc:inkChg chg="add del">
          <ac:chgData name="Deepika Vatsa" userId="f7100972-27fe-4ee6-8fb4-ec9b7931b409" providerId="ADAL" clId="{43FC3250-EE2F-489E-970D-AD8C57589867}" dt="2025-07-31T03:20:32.283" v="5134" actId="478"/>
          <ac:inkMkLst>
            <pc:docMk/>
            <pc:sldMk cId="3825282558" sldId="597"/>
            <ac:inkMk id="16" creationId="{2C6B9FC8-5BEC-0A20-E5AF-C5F10C9C8A49}"/>
          </ac:inkMkLst>
        </pc:inkChg>
        <pc:inkChg chg="add del">
          <ac:chgData name="Deepika Vatsa" userId="f7100972-27fe-4ee6-8fb4-ec9b7931b409" providerId="ADAL" clId="{43FC3250-EE2F-489E-970D-AD8C57589867}" dt="2025-07-31T03:20:32.283" v="5134" actId="478"/>
          <ac:inkMkLst>
            <pc:docMk/>
            <pc:sldMk cId="3825282558" sldId="597"/>
            <ac:inkMk id="17" creationId="{A34E1CC3-3041-3C44-0A63-43E80C7574C9}"/>
          </ac:inkMkLst>
        </pc:inkChg>
        <pc:inkChg chg="add del">
          <ac:chgData name="Deepika Vatsa" userId="f7100972-27fe-4ee6-8fb4-ec9b7931b409" providerId="ADAL" clId="{43FC3250-EE2F-489E-970D-AD8C57589867}" dt="2025-07-31T03:20:37.434" v="5136" actId="478"/>
          <ac:inkMkLst>
            <pc:docMk/>
            <pc:sldMk cId="3825282558" sldId="597"/>
            <ac:inkMk id="18" creationId="{D1E10D15-1BBB-4BAA-E930-8DB7FC7E22BF}"/>
          </ac:inkMkLst>
        </pc:inkChg>
        <pc:inkChg chg="add del">
          <ac:chgData name="Deepika Vatsa" userId="f7100972-27fe-4ee6-8fb4-ec9b7931b409" providerId="ADAL" clId="{43FC3250-EE2F-489E-970D-AD8C57589867}" dt="2025-07-31T03:20:32.283" v="5134" actId="478"/>
          <ac:inkMkLst>
            <pc:docMk/>
            <pc:sldMk cId="3825282558" sldId="597"/>
            <ac:inkMk id="19" creationId="{CDF3216D-E2AE-7B18-D8ED-4ED6B4930E77}"/>
          </ac:inkMkLst>
        </pc:inkChg>
        <pc:inkChg chg="add del">
          <ac:chgData name="Deepika Vatsa" userId="f7100972-27fe-4ee6-8fb4-ec9b7931b409" providerId="ADAL" clId="{43FC3250-EE2F-489E-970D-AD8C57589867}" dt="2025-07-31T03:20:32.283" v="5134" actId="478"/>
          <ac:inkMkLst>
            <pc:docMk/>
            <pc:sldMk cId="3825282558" sldId="597"/>
            <ac:inkMk id="20" creationId="{876ED603-470D-6FC2-6EC9-5EE979905F6C}"/>
          </ac:inkMkLst>
        </pc:inkChg>
        <pc:inkChg chg="add del">
          <ac:chgData name="Deepika Vatsa" userId="f7100972-27fe-4ee6-8fb4-ec9b7931b409" providerId="ADAL" clId="{43FC3250-EE2F-489E-970D-AD8C57589867}" dt="2025-07-31T03:20:35.165" v="5135" actId="478"/>
          <ac:inkMkLst>
            <pc:docMk/>
            <pc:sldMk cId="3825282558" sldId="597"/>
            <ac:inkMk id="21" creationId="{10432B06-8F85-5BAC-7F1A-0274E186B66D}"/>
          </ac:inkMkLst>
        </pc:inkChg>
        <pc:inkChg chg="add del">
          <ac:chgData name="Deepika Vatsa" userId="f7100972-27fe-4ee6-8fb4-ec9b7931b409" providerId="ADAL" clId="{43FC3250-EE2F-489E-970D-AD8C57589867}" dt="2025-07-31T03:20:35.165" v="5135" actId="478"/>
          <ac:inkMkLst>
            <pc:docMk/>
            <pc:sldMk cId="3825282558" sldId="597"/>
            <ac:inkMk id="22" creationId="{FC8308A0-D516-EAA1-45F5-639D95C99A3C}"/>
          </ac:inkMkLst>
        </pc:inkChg>
        <pc:inkChg chg="add del">
          <ac:chgData name="Deepika Vatsa" userId="f7100972-27fe-4ee6-8fb4-ec9b7931b409" providerId="ADAL" clId="{43FC3250-EE2F-489E-970D-AD8C57589867}" dt="2025-07-31T03:20:32.283" v="5134" actId="478"/>
          <ac:inkMkLst>
            <pc:docMk/>
            <pc:sldMk cId="3825282558" sldId="597"/>
            <ac:inkMk id="23" creationId="{EE4C7723-97EE-2288-770E-E828AEBAC14E}"/>
          </ac:inkMkLst>
        </pc:inkChg>
      </pc:sldChg>
      <pc:sldChg chg="addSp delSp modSp add mod">
        <pc:chgData name="Deepika Vatsa" userId="f7100972-27fe-4ee6-8fb4-ec9b7931b409" providerId="ADAL" clId="{43FC3250-EE2F-489E-970D-AD8C57589867}" dt="2025-07-30T11:18:53.748" v="4983" actId="9405"/>
        <pc:sldMkLst>
          <pc:docMk/>
          <pc:sldMk cId="1827776172" sldId="598"/>
        </pc:sldMkLst>
        <pc:spChg chg="del">
          <ac:chgData name="Deepika Vatsa" userId="f7100972-27fe-4ee6-8fb4-ec9b7931b409" providerId="ADAL" clId="{43FC3250-EE2F-489E-970D-AD8C57589867}" dt="2025-07-24T09:14:13.047" v="2135" actId="478"/>
          <ac:spMkLst>
            <pc:docMk/>
            <pc:sldMk cId="1827776172" sldId="598"/>
            <ac:spMk id="4" creationId="{4D157D1B-7F8A-9A8B-D14E-A8A739CD19A9}"/>
          </ac:spMkLst>
        </pc:spChg>
        <pc:spChg chg="del">
          <ac:chgData name="Deepika Vatsa" userId="f7100972-27fe-4ee6-8fb4-ec9b7931b409" providerId="ADAL" clId="{43FC3250-EE2F-489E-970D-AD8C57589867}" dt="2025-07-24T09:14:10.996" v="2134" actId="478"/>
          <ac:spMkLst>
            <pc:docMk/>
            <pc:sldMk cId="1827776172" sldId="598"/>
            <ac:spMk id="5" creationId="{68009DD6-B443-C5DB-F60A-21FC1529A21C}"/>
          </ac:spMkLst>
        </pc:spChg>
        <pc:spChg chg="mod">
          <ac:chgData name="Deepika Vatsa" userId="f7100972-27fe-4ee6-8fb4-ec9b7931b409" providerId="ADAL" clId="{43FC3250-EE2F-489E-970D-AD8C57589867}" dt="2025-07-30T10:57:17.523" v="4841" actId="113"/>
          <ac:spMkLst>
            <pc:docMk/>
            <pc:sldMk cId="1827776172" sldId="598"/>
            <ac:spMk id="6" creationId="{E4445506-10DA-6C8E-B875-EB21FB0E8E0C}"/>
          </ac:spMkLst>
        </pc:spChg>
        <pc:spChg chg="mod">
          <ac:chgData name="Deepika Vatsa" userId="f7100972-27fe-4ee6-8fb4-ec9b7931b409" providerId="ADAL" clId="{43FC3250-EE2F-489E-970D-AD8C57589867}" dt="2025-07-24T09:14:58.360" v="2206" actId="1076"/>
          <ac:spMkLst>
            <pc:docMk/>
            <pc:sldMk cId="1827776172" sldId="598"/>
            <ac:spMk id="7" creationId="{17E1BA5B-066B-4677-2290-A7CE14E52D1D}"/>
          </ac:spMkLst>
        </pc:spChg>
        <pc:spChg chg="del">
          <ac:chgData name="Deepika Vatsa" userId="f7100972-27fe-4ee6-8fb4-ec9b7931b409" providerId="ADAL" clId="{43FC3250-EE2F-489E-970D-AD8C57589867}" dt="2025-07-24T09:14:14.640" v="2136" actId="478"/>
          <ac:spMkLst>
            <pc:docMk/>
            <pc:sldMk cId="1827776172" sldId="598"/>
            <ac:spMk id="9" creationId="{201B0A84-744C-23F6-4528-9945FC0EFECC}"/>
          </ac:spMkLst>
        </pc:spChg>
        <pc:spChg chg="del">
          <ac:chgData name="Deepika Vatsa" userId="f7100972-27fe-4ee6-8fb4-ec9b7931b409" providerId="ADAL" clId="{43FC3250-EE2F-489E-970D-AD8C57589867}" dt="2025-07-24T09:14:16.720" v="2137" actId="478"/>
          <ac:spMkLst>
            <pc:docMk/>
            <pc:sldMk cId="1827776172" sldId="598"/>
            <ac:spMk id="10" creationId="{F18DCF59-2D3F-A81C-CBA3-6B10A9A86DE5}"/>
          </ac:spMkLst>
        </pc:spChg>
        <pc:graphicFrameChg chg="add del mod">
          <ac:chgData name="Deepika Vatsa" userId="f7100972-27fe-4ee6-8fb4-ec9b7931b409" providerId="ADAL" clId="{43FC3250-EE2F-489E-970D-AD8C57589867}" dt="2025-07-24T10:08:22.316" v="2237"/>
          <ac:graphicFrameMkLst>
            <pc:docMk/>
            <pc:sldMk cId="1827776172" sldId="598"/>
            <ac:graphicFrameMk id="8" creationId="{E356FF6A-B294-E281-97B6-2D36BACF6538}"/>
          </ac:graphicFrameMkLst>
        </pc:graphicFrameChg>
        <pc:picChg chg="del">
          <ac:chgData name="Deepika Vatsa" userId="f7100972-27fe-4ee6-8fb4-ec9b7931b409" providerId="ADAL" clId="{43FC3250-EE2F-489E-970D-AD8C57589867}" dt="2025-07-24T09:14:20.172" v="2139" actId="478"/>
          <ac:picMkLst>
            <pc:docMk/>
            <pc:sldMk cId="1827776172" sldId="598"/>
            <ac:picMk id="3076" creationId="{80DDF492-098F-EB7B-7E26-A66FD8A4540E}"/>
          </ac:picMkLst>
        </pc:picChg>
        <pc:picChg chg="del">
          <ac:chgData name="Deepika Vatsa" userId="f7100972-27fe-4ee6-8fb4-ec9b7931b409" providerId="ADAL" clId="{43FC3250-EE2F-489E-970D-AD8C57589867}" dt="2025-07-24T09:14:18.273" v="2138" actId="478"/>
          <ac:picMkLst>
            <pc:docMk/>
            <pc:sldMk cId="1827776172" sldId="598"/>
            <ac:picMk id="3078" creationId="{BCA46BE0-3C05-716C-D675-114ECEF84416}"/>
          </ac:picMkLst>
        </pc:picChg>
        <pc:picChg chg="mod">
          <ac:chgData name="Deepika Vatsa" userId="f7100972-27fe-4ee6-8fb4-ec9b7931b409" providerId="ADAL" clId="{43FC3250-EE2F-489E-970D-AD8C57589867}" dt="2025-07-24T09:15:01.091" v="2207" actId="1076"/>
          <ac:picMkLst>
            <pc:docMk/>
            <pc:sldMk cId="1827776172" sldId="598"/>
            <ac:picMk id="3080" creationId="{1A6E8503-1601-E61F-B38C-39D893FE2DC7}"/>
          </ac:picMkLst>
        </pc:picChg>
        <pc:inkChg chg="add">
          <ac:chgData name="Deepika Vatsa" userId="f7100972-27fe-4ee6-8fb4-ec9b7931b409" providerId="ADAL" clId="{43FC3250-EE2F-489E-970D-AD8C57589867}" dt="2025-07-30T11:18:53.748" v="4983" actId="9405"/>
          <ac:inkMkLst>
            <pc:docMk/>
            <pc:sldMk cId="1827776172" sldId="598"/>
            <ac:inkMk id="4" creationId="{EC4B8F28-29C4-817B-4659-5F543CC7866D}"/>
          </ac:inkMkLst>
        </pc:inkChg>
      </pc:sldChg>
      <pc:sldChg chg="del">
        <pc:chgData name="Deepika Vatsa" userId="f7100972-27fe-4ee6-8fb4-ec9b7931b409" providerId="ADAL" clId="{43FC3250-EE2F-489E-970D-AD8C57589867}" dt="2025-07-23T11:05:11.946" v="73" actId="47"/>
        <pc:sldMkLst>
          <pc:docMk/>
          <pc:sldMk cId="4006034928" sldId="598"/>
        </pc:sldMkLst>
      </pc:sldChg>
      <pc:sldChg chg="del">
        <pc:chgData name="Deepika Vatsa" userId="f7100972-27fe-4ee6-8fb4-ec9b7931b409" providerId="ADAL" clId="{43FC3250-EE2F-489E-970D-AD8C57589867}" dt="2025-07-23T11:05:11.946" v="73" actId="47"/>
        <pc:sldMkLst>
          <pc:docMk/>
          <pc:sldMk cId="2158759759" sldId="599"/>
        </pc:sldMkLst>
      </pc:sldChg>
      <pc:sldChg chg="addSp delSp modSp add mod">
        <pc:chgData name="Deepika Vatsa" userId="f7100972-27fe-4ee6-8fb4-ec9b7931b409" providerId="ADAL" clId="{43FC3250-EE2F-489E-970D-AD8C57589867}" dt="2025-07-31T03:20:49.462" v="5138" actId="478"/>
        <pc:sldMkLst>
          <pc:docMk/>
          <pc:sldMk cId="3105522451" sldId="599"/>
        </pc:sldMkLst>
        <pc:spChg chg="add del mod">
          <ac:chgData name="Deepika Vatsa" userId="f7100972-27fe-4ee6-8fb4-ec9b7931b409" providerId="ADAL" clId="{43FC3250-EE2F-489E-970D-AD8C57589867}" dt="2025-07-24T10:16:50.783" v="2596" actId="478"/>
          <ac:spMkLst>
            <pc:docMk/>
            <pc:sldMk cId="3105522451" sldId="599"/>
            <ac:spMk id="4" creationId="{5C722B7B-45D8-F737-2062-6EFF58819A4B}"/>
          </ac:spMkLst>
        </pc:spChg>
        <pc:spChg chg="mod">
          <ac:chgData name="Deepika Vatsa" userId="f7100972-27fe-4ee6-8fb4-ec9b7931b409" providerId="ADAL" clId="{43FC3250-EE2F-489E-970D-AD8C57589867}" dt="2025-07-24T10:16:48.325" v="2595" actId="6549"/>
          <ac:spMkLst>
            <pc:docMk/>
            <pc:sldMk cId="3105522451" sldId="599"/>
            <ac:spMk id="11" creationId="{06381CCD-359B-D8A2-1997-A5B56A02FD41}"/>
          </ac:spMkLst>
        </pc:spChg>
        <pc:grpChg chg="del mod">
          <ac:chgData name="Deepika Vatsa" userId="f7100972-27fe-4ee6-8fb4-ec9b7931b409" providerId="ADAL" clId="{43FC3250-EE2F-489E-970D-AD8C57589867}" dt="2025-07-30T11:20:37.040" v="5029"/>
          <ac:grpSpMkLst>
            <pc:docMk/>
            <pc:sldMk cId="3105522451" sldId="599"/>
            <ac:grpSpMk id="20" creationId="{284B770F-47B1-681C-B0D9-FB4909D358B4}"/>
          </ac:grpSpMkLst>
        </pc:grpChg>
        <pc:grpChg chg="del mod">
          <ac:chgData name="Deepika Vatsa" userId="f7100972-27fe-4ee6-8fb4-ec9b7931b409" providerId="ADAL" clId="{43FC3250-EE2F-489E-970D-AD8C57589867}" dt="2025-07-30T11:19:50.513" v="5015"/>
          <ac:grpSpMkLst>
            <pc:docMk/>
            <pc:sldMk cId="3105522451" sldId="599"/>
            <ac:grpSpMk id="36" creationId="{3B465D9F-F600-5251-1BB9-14A183D2ABF7}"/>
          </ac:grpSpMkLst>
        </pc:grpChg>
        <pc:grpChg chg="del mod">
          <ac:chgData name="Deepika Vatsa" userId="f7100972-27fe-4ee6-8fb4-ec9b7931b409" providerId="ADAL" clId="{43FC3250-EE2F-489E-970D-AD8C57589867}" dt="2025-07-30T11:19:50.513" v="5015"/>
          <ac:grpSpMkLst>
            <pc:docMk/>
            <pc:sldMk cId="3105522451" sldId="599"/>
            <ac:grpSpMk id="37" creationId="{020F0B03-19BF-1152-0769-067D8C327187}"/>
          </ac:grpSpMkLst>
        </pc:grpChg>
        <pc:grpChg chg="del mod">
          <ac:chgData name="Deepika Vatsa" userId="f7100972-27fe-4ee6-8fb4-ec9b7931b409" providerId="ADAL" clId="{43FC3250-EE2F-489E-970D-AD8C57589867}" dt="2025-07-30T11:19:58.527" v="5017"/>
          <ac:grpSpMkLst>
            <pc:docMk/>
            <pc:sldMk cId="3105522451" sldId="599"/>
            <ac:grpSpMk id="38" creationId="{AFAEB07E-D2DB-17EB-F288-7A6B2A18D45E}"/>
          </ac:grpSpMkLst>
        </pc:grpChg>
        <pc:grpChg chg="del mod">
          <ac:chgData name="Deepika Vatsa" userId="f7100972-27fe-4ee6-8fb4-ec9b7931b409" providerId="ADAL" clId="{43FC3250-EE2F-489E-970D-AD8C57589867}" dt="2025-07-30T11:20:04.241" v="5019"/>
          <ac:grpSpMkLst>
            <pc:docMk/>
            <pc:sldMk cId="3105522451" sldId="599"/>
            <ac:grpSpMk id="40" creationId="{C19E343C-CD15-101D-248D-16C868B15F2A}"/>
          </ac:grpSpMkLst>
        </pc:grpChg>
        <pc:grpChg chg="del mod">
          <ac:chgData name="Deepika Vatsa" userId="f7100972-27fe-4ee6-8fb4-ec9b7931b409" providerId="ADAL" clId="{43FC3250-EE2F-489E-970D-AD8C57589867}" dt="2025-07-30T11:20:11.834" v="5023"/>
          <ac:grpSpMkLst>
            <pc:docMk/>
            <pc:sldMk cId="3105522451" sldId="599"/>
            <ac:grpSpMk id="42" creationId="{CDE169BE-E1AA-50BF-EB38-ABFE78BFBABD}"/>
          </ac:grpSpMkLst>
        </pc:grpChg>
        <pc:grpChg chg="del mod">
          <ac:chgData name="Deepika Vatsa" userId="f7100972-27fe-4ee6-8fb4-ec9b7931b409" providerId="ADAL" clId="{43FC3250-EE2F-489E-970D-AD8C57589867}" dt="2025-07-31T03:20:49.462" v="5138" actId="478"/>
          <ac:grpSpMkLst>
            <pc:docMk/>
            <pc:sldMk cId="3105522451" sldId="599"/>
            <ac:grpSpMk id="46" creationId="{CB7E83CE-FBF9-F914-92F8-2E67EC587951}"/>
          </ac:grpSpMkLst>
        </pc:grpChg>
        <pc:grpChg chg="del mod">
          <ac:chgData name="Deepika Vatsa" userId="f7100972-27fe-4ee6-8fb4-ec9b7931b409" providerId="ADAL" clId="{43FC3250-EE2F-489E-970D-AD8C57589867}" dt="2025-07-31T03:20:49.462" v="5138" actId="478"/>
          <ac:grpSpMkLst>
            <pc:docMk/>
            <pc:sldMk cId="3105522451" sldId="599"/>
            <ac:grpSpMk id="52" creationId="{AC6AE8C3-F487-23B0-C556-A90964344A1B}"/>
          </ac:grpSpMkLst>
        </pc:grpChg>
        <pc:inkChg chg="add del">
          <ac:chgData name="Deepika Vatsa" userId="f7100972-27fe-4ee6-8fb4-ec9b7931b409" providerId="ADAL" clId="{43FC3250-EE2F-489E-970D-AD8C57589867}" dt="2025-07-31T03:20:49.462" v="5138" actId="478"/>
          <ac:inkMkLst>
            <pc:docMk/>
            <pc:sldMk cId="3105522451" sldId="599"/>
            <ac:inkMk id="4" creationId="{F1C285B7-D4F3-C355-86F8-02CB1C66E234}"/>
          </ac:inkMkLst>
        </pc:inkChg>
        <pc:inkChg chg="add del">
          <ac:chgData name="Deepika Vatsa" userId="f7100972-27fe-4ee6-8fb4-ec9b7931b409" providerId="ADAL" clId="{43FC3250-EE2F-489E-970D-AD8C57589867}" dt="2025-07-31T03:20:49.462" v="5138" actId="478"/>
          <ac:inkMkLst>
            <pc:docMk/>
            <pc:sldMk cId="3105522451" sldId="599"/>
            <ac:inkMk id="5" creationId="{5C9E8FFE-B9FC-03B2-C440-9BC4DDC79A94}"/>
          </ac:inkMkLst>
        </pc:inkChg>
        <pc:inkChg chg="add del">
          <ac:chgData name="Deepika Vatsa" userId="f7100972-27fe-4ee6-8fb4-ec9b7931b409" providerId="ADAL" clId="{43FC3250-EE2F-489E-970D-AD8C57589867}" dt="2025-07-31T03:20:49.462" v="5138" actId="478"/>
          <ac:inkMkLst>
            <pc:docMk/>
            <pc:sldMk cId="3105522451" sldId="599"/>
            <ac:inkMk id="6" creationId="{234F7554-F1AC-CF21-C72C-1239393ABA68}"/>
          </ac:inkMkLst>
        </pc:inkChg>
        <pc:inkChg chg="add del">
          <ac:chgData name="Deepika Vatsa" userId="f7100972-27fe-4ee6-8fb4-ec9b7931b409" providerId="ADAL" clId="{43FC3250-EE2F-489E-970D-AD8C57589867}" dt="2025-07-31T03:20:49.462" v="5138" actId="478"/>
          <ac:inkMkLst>
            <pc:docMk/>
            <pc:sldMk cId="3105522451" sldId="599"/>
            <ac:inkMk id="7" creationId="{A0A6DD59-251E-420A-D8DF-6826AF831365}"/>
          </ac:inkMkLst>
        </pc:inkChg>
        <pc:inkChg chg="add del">
          <ac:chgData name="Deepika Vatsa" userId="f7100972-27fe-4ee6-8fb4-ec9b7931b409" providerId="ADAL" clId="{43FC3250-EE2F-489E-970D-AD8C57589867}" dt="2025-07-31T03:20:49.462" v="5138" actId="478"/>
          <ac:inkMkLst>
            <pc:docMk/>
            <pc:sldMk cId="3105522451" sldId="599"/>
            <ac:inkMk id="8" creationId="{95770007-C3BF-1FCC-88D1-D41429B12E82}"/>
          </ac:inkMkLst>
        </pc:inkChg>
        <pc:inkChg chg="add mod">
          <ac:chgData name="Deepika Vatsa" userId="f7100972-27fe-4ee6-8fb4-ec9b7931b409" providerId="ADAL" clId="{43FC3250-EE2F-489E-970D-AD8C57589867}" dt="2025-07-30T11:20:37.040" v="5029"/>
          <ac:inkMkLst>
            <pc:docMk/>
            <pc:sldMk cId="3105522451" sldId="599"/>
            <ac:inkMk id="9" creationId="{CA17CDE4-33EA-5CD8-33EA-A3C5549FA482}"/>
          </ac:inkMkLst>
        </pc:inkChg>
        <pc:inkChg chg="add mod">
          <ac:chgData name="Deepika Vatsa" userId="f7100972-27fe-4ee6-8fb4-ec9b7931b409" providerId="ADAL" clId="{43FC3250-EE2F-489E-970D-AD8C57589867}" dt="2025-07-30T11:20:37.040" v="5029"/>
          <ac:inkMkLst>
            <pc:docMk/>
            <pc:sldMk cId="3105522451" sldId="599"/>
            <ac:inkMk id="10" creationId="{DB90DB2E-B25C-FC49-078C-E1102F9257F0}"/>
          </ac:inkMkLst>
        </pc:inkChg>
        <pc:inkChg chg="add mod">
          <ac:chgData name="Deepika Vatsa" userId="f7100972-27fe-4ee6-8fb4-ec9b7931b409" providerId="ADAL" clId="{43FC3250-EE2F-489E-970D-AD8C57589867}" dt="2025-07-30T11:20:37.040" v="5029"/>
          <ac:inkMkLst>
            <pc:docMk/>
            <pc:sldMk cId="3105522451" sldId="599"/>
            <ac:inkMk id="12" creationId="{2C5F0FB0-46EF-F23C-645F-59E5EFE486C7}"/>
          </ac:inkMkLst>
        </pc:inkChg>
        <pc:inkChg chg="add mod">
          <ac:chgData name="Deepika Vatsa" userId="f7100972-27fe-4ee6-8fb4-ec9b7931b409" providerId="ADAL" clId="{43FC3250-EE2F-489E-970D-AD8C57589867}" dt="2025-07-30T11:20:37.040" v="5029"/>
          <ac:inkMkLst>
            <pc:docMk/>
            <pc:sldMk cId="3105522451" sldId="599"/>
            <ac:inkMk id="13" creationId="{E11157EC-A25E-9304-11CD-B19FC92B8D79}"/>
          </ac:inkMkLst>
        </pc:inkChg>
        <pc:inkChg chg="add mod">
          <ac:chgData name="Deepika Vatsa" userId="f7100972-27fe-4ee6-8fb4-ec9b7931b409" providerId="ADAL" clId="{43FC3250-EE2F-489E-970D-AD8C57589867}" dt="2025-07-30T11:20:37.040" v="5029"/>
          <ac:inkMkLst>
            <pc:docMk/>
            <pc:sldMk cId="3105522451" sldId="599"/>
            <ac:inkMk id="14" creationId="{A928B8AC-042A-3EAE-8B06-4FE4709DE0E2}"/>
          </ac:inkMkLst>
        </pc:inkChg>
        <pc:inkChg chg="add mod">
          <ac:chgData name="Deepika Vatsa" userId="f7100972-27fe-4ee6-8fb4-ec9b7931b409" providerId="ADAL" clId="{43FC3250-EE2F-489E-970D-AD8C57589867}" dt="2025-07-30T11:20:37.040" v="5029"/>
          <ac:inkMkLst>
            <pc:docMk/>
            <pc:sldMk cId="3105522451" sldId="599"/>
            <ac:inkMk id="15" creationId="{9B648765-8054-5FBB-682E-FB5F85CFF2C6}"/>
          </ac:inkMkLst>
        </pc:inkChg>
        <pc:inkChg chg="add mod">
          <ac:chgData name="Deepika Vatsa" userId="f7100972-27fe-4ee6-8fb4-ec9b7931b409" providerId="ADAL" clId="{43FC3250-EE2F-489E-970D-AD8C57589867}" dt="2025-07-30T11:20:37.040" v="5029"/>
          <ac:inkMkLst>
            <pc:docMk/>
            <pc:sldMk cId="3105522451" sldId="599"/>
            <ac:inkMk id="16" creationId="{7EC0A28D-ECAA-27C8-5B88-B0FD4E4E3C3E}"/>
          </ac:inkMkLst>
        </pc:inkChg>
        <pc:inkChg chg="add mod">
          <ac:chgData name="Deepika Vatsa" userId="f7100972-27fe-4ee6-8fb4-ec9b7931b409" providerId="ADAL" clId="{43FC3250-EE2F-489E-970D-AD8C57589867}" dt="2025-07-30T11:20:37.040" v="5029"/>
          <ac:inkMkLst>
            <pc:docMk/>
            <pc:sldMk cId="3105522451" sldId="599"/>
            <ac:inkMk id="17" creationId="{15C226DE-4B7C-4E2F-AF2F-EE1EFA67C6FB}"/>
          </ac:inkMkLst>
        </pc:inkChg>
        <pc:inkChg chg="add mod">
          <ac:chgData name="Deepika Vatsa" userId="f7100972-27fe-4ee6-8fb4-ec9b7931b409" providerId="ADAL" clId="{43FC3250-EE2F-489E-970D-AD8C57589867}" dt="2025-07-30T11:20:37.040" v="5029"/>
          <ac:inkMkLst>
            <pc:docMk/>
            <pc:sldMk cId="3105522451" sldId="599"/>
            <ac:inkMk id="18" creationId="{5D170D60-FD50-71C5-0931-670FE5E46BD1}"/>
          </ac:inkMkLst>
        </pc:inkChg>
        <pc:inkChg chg="add mod">
          <ac:chgData name="Deepika Vatsa" userId="f7100972-27fe-4ee6-8fb4-ec9b7931b409" providerId="ADAL" clId="{43FC3250-EE2F-489E-970D-AD8C57589867}" dt="2025-07-30T11:20:37.040" v="5029"/>
          <ac:inkMkLst>
            <pc:docMk/>
            <pc:sldMk cId="3105522451" sldId="599"/>
            <ac:inkMk id="19" creationId="{73D1F84F-12AA-986C-D649-40C7E692FFE0}"/>
          </ac:inkMkLst>
        </pc:inkChg>
        <pc:inkChg chg="add mod">
          <ac:chgData name="Deepika Vatsa" userId="f7100972-27fe-4ee6-8fb4-ec9b7931b409" providerId="ADAL" clId="{43FC3250-EE2F-489E-970D-AD8C57589867}" dt="2025-07-30T11:20:11.834" v="5023"/>
          <ac:inkMkLst>
            <pc:docMk/>
            <pc:sldMk cId="3105522451" sldId="599"/>
            <ac:inkMk id="21" creationId="{AB3E0678-4EA1-C410-A008-6C6F68C58A4A}"/>
          </ac:inkMkLst>
        </pc:inkChg>
        <pc:inkChg chg="add mod">
          <ac:chgData name="Deepika Vatsa" userId="f7100972-27fe-4ee6-8fb4-ec9b7931b409" providerId="ADAL" clId="{43FC3250-EE2F-489E-970D-AD8C57589867}" dt="2025-07-30T11:20:11.834" v="5023"/>
          <ac:inkMkLst>
            <pc:docMk/>
            <pc:sldMk cId="3105522451" sldId="599"/>
            <ac:inkMk id="22" creationId="{E7E0B240-C491-5F6E-F631-00E7C9B109C3}"/>
          </ac:inkMkLst>
        </pc:inkChg>
        <pc:inkChg chg="add mod">
          <ac:chgData name="Deepika Vatsa" userId="f7100972-27fe-4ee6-8fb4-ec9b7931b409" providerId="ADAL" clId="{43FC3250-EE2F-489E-970D-AD8C57589867}" dt="2025-07-30T11:20:11.834" v="5023"/>
          <ac:inkMkLst>
            <pc:docMk/>
            <pc:sldMk cId="3105522451" sldId="599"/>
            <ac:inkMk id="23" creationId="{74C158E0-D26C-9CB9-311D-CA96FA37EAF0}"/>
          </ac:inkMkLst>
        </pc:inkChg>
        <pc:inkChg chg="add mod">
          <ac:chgData name="Deepika Vatsa" userId="f7100972-27fe-4ee6-8fb4-ec9b7931b409" providerId="ADAL" clId="{43FC3250-EE2F-489E-970D-AD8C57589867}" dt="2025-07-30T11:20:11.834" v="5023"/>
          <ac:inkMkLst>
            <pc:docMk/>
            <pc:sldMk cId="3105522451" sldId="599"/>
            <ac:inkMk id="24" creationId="{AE5CB2AD-6663-E407-184A-6DB8637E01D9}"/>
          </ac:inkMkLst>
        </pc:inkChg>
        <pc:inkChg chg="add mod">
          <ac:chgData name="Deepika Vatsa" userId="f7100972-27fe-4ee6-8fb4-ec9b7931b409" providerId="ADAL" clId="{43FC3250-EE2F-489E-970D-AD8C57589867}" dt="2025-07-30T11:20:11.834" v="5023"/>
          <ac:inkMkLst>
            <pc:docMk/>
            <pc:sldMk cId="3105522451" sldId="599"/>
            <ac:inkMk id="25" creationId="{C459A8BF-C796-0E7B-96EE-16D1CB530C39}"/>
          </ac:inkMkLst>
        </pc:inkChg>
        <pc:inkChg chg="add mod">
          <ac:chgData name="Deepika Vatsa" userId="f7100972-27fe-4ee6-8fb4-ec9b7931b409" providerId="ADAL" clId="{43FC3250-EE2F-489E-970D-AD8C57589867}" dt="2025-07-30T11:20:11.834" v="5023"/>
          <ac:inkMkLst>
            <pc:docMk/>
            <pc:sldMk cId="3105522451" sldId="599"/>
            <ac:inkMk id="26" creationId="{37FC827F-8731-D503-9FD4-B5CB1C34B06F}"/>
          </ac:inkMkLst>
        </pc:inkChg>
        <pc:inkChg chg="add mod">
          <ac:chgData name="Deepika Vatsa" userId="f7100972-27fe-4ee6-8fb4-ec9b7931b409" providerId="ADAL" clId="{43FC3250-EE2F-489E-970D-AD8C57589867}" dt="2025-07-30T11:20:11.834" v="5023"/>
          <ac:inkMkLst>
            <pc:docMk/>
            <pc:sldMk cId="3105522451" sldId="599"/>
            <ac:inkMk id="27" creationId="{2E95D460-A152-9DC2-67FA-999EE1F83D4A}"/>
          </ac:inkMkLst>
        </pc:inkChg>
        <pc:inkChg chg="add mod">
          <ac:chgData name="Deepika Vatsa" userId="f7100972-27fe-4ee6-8fb4-ec9b7931b409" providerId="ADAL" clId="{43FC3250-EE2F-489E-970D-AD8C57589867}" dt="2025-07-30T11:20:11.834" v="5023"/>
          <ac:inkMkLst>
            <pc:docMk/>
            <pc:sldMk cId="3105522451" sldId="599"/>
            <ac:inkMk id="28" creationId="{A7FAC3C3-B558-6638-D49D-673CE940F121}"/>
          </ac:inkMkLst>
        </pc:inkChg>
        <pc:inkChg chg="add mod">
          <ac:chgData name="Deepika Vatsa" userId="f7100972-27fe-4ee6-8fb4-ec9b7931b409" providerId="ADAL" clId="{43FC3250-EE2F-489E-970D-AD8C57589867}" dt="2025-07-30T11:20:11.834" v="5023"/>
          <ac:inkMkLst>
            <pc:docMk/>
            <pc:sldMk cId="3105522451" sldId="599"/>
            <ac:inkMk id="29" creationId="{0EE25888-87D1-5107-0044-83F868C801D8}"/>
          </ac:inkMkLst>
        </pc:inkChg>
        <pc:inkChg chg="add mod">
          <ac:chgData name="Deepika Vatsa" userId="f7100972-27fe-4ee6-8fb4-ec9b7931b409" providerId="ADAL" clId="{43FC3250-EE2F-489E-970D-AD8C57589867}" dt="2025-07-30T11:20:11.834" v="5023"/>
          <ac:inkMkLst>
            <pc:docMk/>
            <pc:sldMk cId="3105522451" sldId="599"/>
            <ac:inkMk id="30" creationId="{F8C48800-6796-7EBB-4483-9EA440826E67}"/>
          </ac:inkMkLst>
        </pc:inkChg>
        <pc:inkChg chg="add mod">
          <ac:chgData name="Deepika Vatsa" userId="f7100972-27fe-4ee6-8fb4-ec9b7931b409" providerId="ADAL" clId="{43FC3250-EE2F-489E-970D-AD8C57589867}" dt="2025-07-30T11:20:11.834" v="5023"/>
          <ac:inkMkLst>
            <pc:docMk/>
            <pc:sldMk cId="3105522451" sldId="599"/>
            <ac:inkMk id="31" creationId="{738ED591-29ED-9ED1-1713-1C407B374A6E}"/>
          </ac:inkMkLst>
        </pc:inkChg>
        <pc:inkChg chg="add mod">
          <ac:chgData name="Deepika Vatsa" userId="f7100972-27fe-4ee6-8fb4-ec9b7931b409" providerId="ADAL" clId="{43FC3250-EE2F-489E-970D-AD8C57589867}" dt="2025-07-30T11:20:11.834" v="5023"/>
          <ac:inkMkLst>
            <pc:docMk/>
            <pc:sldMk cId="3105522451" sldId="599"/>
            <ac:inkMk id="32" creationId="{D68C2328-5CC9-7C2A-4412-41200D3FC309}"/>
          </ac:inkMkLst>
        </pc:inkChg>
        <pc:inkChg chg="add mod">
          <ac:chgData name="Deepika Vatsa" userId="f7100972-27fe-4ee6-8fb4-ec9b7931b409" providerId="ADAL" clId="{43FC3250-EE2F-489E-970D-AD8C57589867}" dt="2025-07-30T11:20:11.834" v="5023"/>
          <ac:inkMkLst>
            <pc:docMk/>
            <pc:sldMk cId="3105522451" sldId="599"/>
            <ac:inkMk id="33" creationId="{BFA758BA-2E06-6B7E-5F96-F91150F4ACE0}"/>
          </ac:inkMkLst>
        </pc:inkChg>
        <pc:inkChg chg="add mod">
          <ac:chgData name="Deepika Vatsa" userId="f7100972-27fe-4ee6-8fb4-ec9b7931b409" providerId="ADAL" clId="{43FC3250-EE2F-489E-970D-AD8C57589867}" dt="2025-07-30T11:20:11.834" v="5023"/>
          <ac:inkMkLst>
            <pc:docMk/>
            <pc:sldMk cId="3105522451" sldId="599"/>
            <ac:inkMk id="34" creationId="{40995FC2-5F51-92F8-E8A2-2B638BAFF788}"/>
          </ac:inkMkLst>
        </pc:inkChg>
        <pc:inkChg chg="add mod">
          <ac:chgData name="Deepika Vatsa" userId="f7100972-27fe-4ee6-8fb4-ec9b7931b409" providerId="ADAL" clId="{43FC3250-EE2F-489E-970D-AD8C57589867}" dt="2025-07-30T11:20:11.834" v="5023"/>
          <ac:inkMkLst>
            <pc:docMk/>
            <pc:sldMk cId="3105522451" sldId="599"/>
            <ac:inkMk id="35" creationId="{C5A7F857-F0D9-239B-C587-9EE2E3820F75}"/>
          </ac:inkMkLst>
        </pc:inkChg>
        <pc:inkChg chg="add del mod">
          <ac:chgData name="Deepika Vatsa" userId="f7100972-27fe-4ee6-8fb4-ec9b7931b409" providerId="ADAL" clId="{43FC3250-EE2F-489E-970D-AD8C57589867}" dt="2025-07-31T03:20:49.462" v="5138" actId="478"/>
          <ac:inkMkLst>
            <pc:docMk/>
            <pc:sldMk cId="3105522451" sldId="599"/>
            <ac:inkMk id="39" creationId="{287A6455-BADF-D527-1ADF-F0F6C57B4000}"/>
          </ac:inkMkLst>
        </pc:inkChg>
        <pc:inkChg chg="add del mod">
          <ac:chgData name="Deepika Vatsa" userId="f7100972-27fe-4ee6-8fb4-ec9b7931b409" providerId="ADAL" clId="{43FC3250-EE2F-489E-970D-AD8C57589867}" dt="2025-07-31T03:20:49.462" v="5138" actId="478"/>
          <ac:inkMkLst>
            <pc:docMk/>
            <pc:sldMk cId="3105522451" sldId="599"/>
            <ac:inkMk id="41" creationId="{88EFCC5B-B72D-A027-0C48-F0486B1B73D6}"/>
          </ac:inkMkLst>
        </pc:inkChg>
        <pc:inkChg chg="add mod">
          <ac:chgData name="Deepika Vatsa" userId="f7100972-27fe-4ee6-8fb4-ec9b7931b409" providerId="ADAL" clId="{43FC3250-EE2F-489E-970D-AD8C57589867}" dt="2025-07-30T11:20:11.834" v="5023"/>
          <ac:inkMkLst>
            <pc:docMk/>
            <pc:sldMk cId="3105522451" sldId="599"/>
            <ac:inkMk id="43" creationId="{AAC772A9-2165-0C4E-88BB-C2E77D07D402}"/>
          </ac:inkMkLst>
        </pc:inkChg>
        <pc:inkChg chg="add mod">
          <ac:chgData name="Deepika Vatsa" userId="f7100972-27fe-4ee6-8fb4-ec9b7931b409" providerId="ADAL" clId="{43FC3250-EE2F-489E-970D-AD8C57589867}" dt="2025-07-30T11:20:11.834" v="5023"/>
          <ac:inkMkLst>
            <pc:docMk/>
            <pc:sldMk cId="3105522451" sldId="599"/>
            <ac:inkMk id="44" creationId="{54CABE5B-361A-2B4A-AD1A-9D15E8FF1C89}"/>
          </ac:inkMkLst>
        </pc:inkChg>
        <pc:inkChg chg="add mod">
          <ac:chgData name="Deepika Vatsa" userId="f7100972-27fe-4ee6-8fb4-ec9b7931b409" providerId="ADAL" clId="{43FC3250-EE2F-489E-970D-AD8C57589867}" dt="2025-07-30T11:20:11.834" v="5023"/>
          <ac:inkMkLst>
            <pc:docMk/>
            <pc:sldMk cId="3105522451" sldId="599"/>
            <ac:inkMk id="45" creationId="{A8E29502-0F9F-DBC9-F6C0-E1126867D8DD}"/>
          </ac:inkMkLst>
        </pc:inkChg>
        <pc:inkChg chg="add del">
          <ac:chgData name="Deepika Vatsa" userId="f7100972-27fe-4ee6-8fb4-ec9b7931b409" providerId="ADAL" clId="{43FC3250-EE2F-489E-970D-AD8C57589867}" dt="2025-07-31T03:20:49.462" v="5138" actId="478"/>
          <ac:inkMkLst>
            <pc:docMk/>
            <pc:sldMk cId="3105522451" sldId="599"/>
            <ac:inkMk id="47" creationId="{B8A50735-1B9B-889F-FDA6-186515852983}"/>
          </ac:inkMkLst>
        </pc:inkChg>
        <pc:inkChg chg="add del">
          <ac:chgData name="Deepika Vatsa" userId="f7100972-27fe-4ee6-8fb4-ec9b7931b409" providerId="ADAL" clId="{43FC3250-EE2F-489E-970D-AD8C57589867}" dt="2025-07-31T03:20:49.462" v="5138" actId="478"/>
          <ac:inkMkLst>
            <pc:docMk/>
            <pc:sldMk cId="3105522451" sldId="599"/>
            <ac:inkMk id="48" creationId="{6127F1CF-B0F6-B361-3ACE-2CD42D71D06F}"/>
          </ac:inkMkLst>
        </pc:inkChg>
        <pc:inkChg chg="add del">
          <ac:chgData name="Deepika Vatsa" userId="f7100972-27fe-4ee6-8fb4-ec9b7931b409" providerId="ADAL" clId="{43FC3250-EE2F-489E-970D-AD8C57589867}" dt="2025-07-31T03:20:49.462" v="5138" actId="478"/>
          <ac:inkMkLst>
            <pc:docMk/>
            <pc:sldMk cId="3105522451" sldId="599"/>
            <ac:inkMk id="49" creationId="{EE4A0F2D-BD99-1B14-4765-53247406ED99}"/>
          </ac:inkMkLst>
        </pc:inkChg>
        <pc:inkChg chg="add del">
          <ac:chgData name="Deepika Vatsa" userId="f7100972-27fe-4ee6-8fb4-ec9b7931b409" providerId="ADAL" clId="{43FC3250-EE2F-489E-970D-AD8C57589867}" dt="2025-07-31T03:20:49.462" v="5138" actId="478"/>
          <ac:inkMkLst>
            <pc:docMk/>
            <pc:sldMk cId="3105522451" sldId="599"/>
            <ac:inkMk id="50" creationId="{79093C57-6275-9169-0B34-E320614144A5}"/>
          </ac:inkMkLst>
        </pc:inkChg>
        <pc:inkChg chg="add mod">
          <ac:chgData name="Deepika Vatsa" userId="f7100972-27fe-4ee6-8fb4-ec9b7931b409" providerId="ADAL" clId="{43FC3250-EE2F-489E-970D-AD8C57589867}" dt="2025-07-30T11:20:37.040" v="5029"/>
          <ac:inkMkLst>
            <pc:docMk/>
            <pc:sldMk cId="3105522451" sldId="599"/>
            <ac:inkMk id="51" creationId="{FA3C1E58-125C-7E20-8111-5C347C6F6409}"/>
          </ac:inkMkLst>
        </pc:inkChg>
        <pc:inkChg chg="add del">
          <ac:chgData name="Deepika Vatsa" userId="f7100972-27fe-4ee6-8fb4-ec9b7931b409" providerId="ADAL" clId="{43FC3250-EE2F-489E-970D-AD8C57589867}" dt="2025-07-31T03:20:49.462" v="5138" actId="478"/>
          <ac:inkMkLst>
            <pc:docMk/>
            <pc:sldMk cId="3105522451" sldId="599"/>
            <ac:inkMk id="53" creationId="{9906CB26-66E7-149B-AEE5-C5D56D23BF23}"/>
          </ac:inkMkLst>
        </pc:inkChg>
      </pc:sldChg>
      <pc:sldChg chg="addSp delSp modSp add mod">
        <pc:chgData name="Deepika Vatsa" userId="f7100972-27fe-4ee6-8fb4-ec9b7931b409" providerId="ADAL" clId="{43FC3250-EE2F-489E-970D-AD8C57589867}" dt="2025-07-31T03:20:59.956" v="5142" actId="478"/>
        <pc:sldMkLst>
          <pc:docMk/>
          <pc:sldMk cId="1298333677" sldId="600"/>
        </pc:sldMkLst>
        <pc:spChg chg="mod">
          <ac:chgData name="Deepika Vatsa" userId="f7100972-27fe-4ee6-8fb4-ec9b7931b409" providerId="ADAL" clId="{43FC3250-EE2F-489E-970D-AD8C57589867}" dt="2025-07-24T10:38:34.676" v="2879"/>
          <ac:spMkLst>
            <pc:docMk/>
            <pc:sldMk cId="1298333677" sldId="600"/>
            <ac:spMk id="4" creationId="{5C722B7B-45D8-F737-2062-6EFF58819A4B}"/>
          </ac:spMkLst>
        </pc:spChg>
        <pc:spChg chg="add mod">
          <ac:chgData name="Deepika Vatsa" userId="f7100972-27fe-4ee6-8fb4-ec9b7931b409" providerId="ADAL" clId="{43FC3250-EE2F-489E-970D-AD8C57589867}" dt="2025-07-24T10:16:31.563" v="2592" actId="1076"/>
          <ac:spMkLst>
            <pc:docMk/>
            <pc:sldMk cId="1298333677" sldId="600"/>
            <ac:spMk id="5" creationId="{076FCB26-F3DF-4A0C-4391-0D8C0697F42E}"/>
          </ac:spMkLst>
        </pc:spChg>
        <pc:spChg chg="add del mod">
          <ac:chgData name="Deepika Vatsa" userId="f7100972-27fe-4ee6-8fb4-ec9b7931b409" providerId="ADAL" clId="{43FC3250-EE2F-489E-970D-AD8C57589867}" dt="2025-07-24T10:18:04.909" v="2630" actId="21"/>
          <ac:spMkLst>
            <pc:docMk/>
            <pc:sldMk cId="1298333677" sldId="600"/>
            <ac:spMk id="7" creationId="{C829D528-F908-BA66-0E41-6FD3B9A67A16}"/>
          </ac:spMkLst>
        </pc:spChg>
        <pc:spChg chg="mod">
          <ac:chgData name="Deepika Vatsa" userId="f7100972-27fe-4ee6-8fb4-ec9b7931b409" providerId="ADAL" clId="{43FC3250-EE2F-489E-970D-AD8C57589867}" dt="2025-07-24T10:13:49.702" v="2436" actId="6549"/>
          <ac:spMkLst>
            <pc:docMk/>
            <pc:sldMk cId="1298333677" sldId="600"/>
            <ac:spMk id="11" creationId="{06381CCD-359B-D8A2-1997-A5B56A02FD41}"/>
          </ac:spMkLst>
        </pc:spChg>
        <pc:grpChg chg="del mod">
          <ac:chgData name="Deepika Vatsa" userId="f7100972-27fe-4ee6-8fb4-ec9b7931b409" providerId="ADAL" clId="{43FC3250-EE2F-489E-970D-AD8C57589867}" dt="2025-07-31T03:20:53.510" v="5139" actId="478"/>
          <ac:grpSpMkLst>
            <pc:docMk/>
            <pc:sldMk cId="1298333677" sldId="600"/>
            <ac:grpSpMk id="12" creationId="{B7159BD2-EEAB-D706-7082-87CF8B4F6777}"/>
          </ac:grpSpMkLst>
        </pc:grpChg>
        <pc:grpChg chg="del mod">
          <ac:chgData name="Deepika Vatsa" userId="f7100972-27fe-4ee6-8fb4-ec9b7931b409" providerId="ADAL" clId="{43FC3250-EE2F-489E-970D-AD8C57589867}" dt="2025-07-31T03:20:53.510" v="5139" actId="478"/>
          <ac:grpSpMkLst>
            <pc:docMk/>
            <pc:sldMk cId="1298333677" sldId="600"/>
            <ac:grpSpMk id="21" creationId="{BC2900EE-11DA-43BF-042E-1CC056121D20}"/>
          </ac:grpSpMkLst>
        </pc:grpChg>
        <pc:inkChg chg="add del">
          <ac:chgData name="Deepika Vatsa" userId="f7100972-27fe-4ee6-8fb4-ec9b7931b409" providerId="ADAL" clId="{43FC3250-EE2F-489E-970D-AD8C57589867}" dt="2025-07-31T03:20:58.077" v="5141" actId="478"/>
          <ac:inkMkLst>
            <pc:docMk/>
            <pc:sldMk cId="1298333677" sldId="600"/>
            <ac:inkMk id="6" creationId="{C11BE904-865B-F6CC-CDDA-496CBE97A1D7}"/>
          </ac:inkMkLst>
        </pc:inkChg>
        <pc:inkChg chg="add mod">
          <ac:chgData name="Deepika Vatsa" userId="f7100972-27fe-4ee6-8fb4-ec9b7931b409" providerId="ADAL" clId="{43FC3250-EE2F-489E-970D-AD8C57589867}" dt="2025-07-30T11:21:26.448" v="5036"/>
          <ac:inkMkLst>
            <pc:docMk/>
            <pc:sldMk cId="1298333677" sldId="600"/>
            <ac:inkMk id="7" creationId="{8D85C4E3-7A1A-8069-C03A-85191545A3A0}"/>
          </ac:inkMkLst>
        </pc:inkChg>
        <pc:inkChg chg="add mod">
          <ac:chgData name="Deepika Vatsa" userId="f7100972-27fe-4ee6-8fb4-ec9b7931b409" providerId="ADAL" clId="{43FC3250-EE2F-489E-970D-AD8C57589867}" dt="2025-07-30T11:21:26.448" v="5036"/>
          <ac:inkMkLst>
            <pc:docMk/>
            <pc:sldMk cId="1298333677" sldId="600"/>
            <ac:inkMk id="8" creationId="{C0C06274-B730-4BD9-D0AC-E3568D8D1350}"/>
          </ac:inkMkLst>
        </pc:inkChg>
        <pc:inkChg chg="add mod">
          <ac:chgData name="Deepika Vatsa" userId="f7100972-27fe-4ee6-8fb4-ec9b7931b409" providerId="ADAL" clId="{43FC3250-EE2F-489E-970D-AD8C57589867}" dt="2025-07-30T11:21:26.448" v="5036"/>
          <ac:inkMkLst>
            <pc:docMk/>
            <pc:sldMk cId="1298333677" sldId="600"/>
            <ac:inkMk id="9" creationId="{0C21C965-798A-7368-4E80-5103B44E9F6C}"/>
          </ac:inkMkLst>
        </pc:inkChg>
        <pc:inkChg chg="add del">
          <ac:chgData name="Deepika Vatsa" userId="f7100972-27fe-4ee6-8fb4-ec9b7931b409" providerId="ADAL" clId="{43FC3250-EE2F-489E-970D-AD8C57589867}" dt="2025-07-31T03:20:53.510" v="5139" actId="478"/>
          <ac:inkMkLst>
            <pc:docMk/>
            <pc:sldMk cId="1298333677" sldId="600"/>
            <ac:inkMk id="10" creationId="{44E40ECE-1677-98AA-F5A3-0B9ED4EC0BDE}"/>
          </ac:inkMkLst>
        </pc:inkChg>
        <pc:inkChg chg="add del">
          <ac:chgData name="Deepika Vatsa" userId="f7100972-27fe-4ee6-8fb4-ec9b7931b409" providerId="ADAL" clId="{43FC3250-EE2F-489E-970D-AD8C57589867}" dt="2025-07-31T03:20:53.510" v="5139" actId="478"/>
          <ac:inkMkLst>
            <pc:docMk/>
            <pc:sldMk cId="1298333677" sldId="600"/>
            <ac:inkMk id="13" creationId="{C2BA873B-7D3F-64A4-D78B-7F25D1645616}"/>
          </ac:inkMkLst>
        </pc:inkChg>
        <pc:inkChg chg="add del">
          <ac:chgData name="Deepika Vatsa" userId="f7100972-27fe-4ee6-8fb4-ec9b7931b409" providerId="ADAL" clId="{43FC3250-EE2F-489E-970D-AD8C57589867}" dt="2025-07-31T03:20:53.510" v="5139" actId="478"/>
          <ac:inkMkLst>
            <pc:docMk/>
            <pc:sldMk cId="1298333677" sldId="600"/>
            <ac:inkMk id="14" creationId="{E4AA5845-3244-7746-EAE6-2A26846550EC}"/>
          </ac:inkMkLst>
        </pc:inkChg>
        <pc:inkChg chg="add del">
          <ac:chgData name="Deepika Vatsa" userId="f7100972-27fe-4ee6-8fb4-ec9b7931b409" providerId="ADAL" clId="{43FC3250-EE2F-489E-970D-AD8C57589867}" dt="2025-07-31T03:20:53.510" v="5139" actId="478"/>
          <ac:inkMkLst>
            <pc:docMk/>
            <pc:sldMk cId="1298333677" sldId="600"/>
            <ac:inkMk id="15" creationId="{A079FDBD-769B-1DF9-A5A6-C86173E28638}"/>
          </ac:inkMkLst>
        </pc:inkChg>
        <pc:inkChg chg="add del">
          <ac:chgData name="Deepika Vatsa" userId="f7100972-27fe-4ee6-8fb4-ec9b7931b409" providerId="ADAL" clId="{43FC3250-EE2F-489E-970D-AD8C57589867}" dt="2025-07-31T03:20:53.510" v="5139" actId="478"/>
          <ac:inkMkLst>
            <pc:docMk/>
            <pc:sldMk cId="1298333677" sldId="600"/>
            <ac:inkMk id="16" creationId="{C2E41533-8E23-6D8C-4917-9F587902B45B}"/>
          </ac:inkMkLst>
        </pc:inkChg>
        <pc:inkChg chg="add del">
          <ac:chgData name="Deepika Vatsa" userId="f7100972-27fe-4ee6-8fb4-ec9b7931b409" providerId="ADAL" clId="{43FC3250-EE2F-489E-970D-AD8C57589867}" dt="2025-07-31T03:20:53.510" v="5139" actId="478"/>
          <ac:inkMkLst>
            <pc:docMk/>
            <pc:sldMk cId="1298333677" sldId="600"/>
            <ac:inkMk id="17" creationId="{A52CD522-41AE-318D-91E8-17C7B47407FF}"/>
          </ac:inkMkLst>
        </pc:inkChg>
        <pc:inkChg chg="add del">
          <ac:chgData name="Deepika Vatsa" userId="f7100972-27fe-4ee6-8fb4-ec9b7931b409" providerId="ADAL" clId="{43FC3250-EE2F-489E-970D-AD8C57589867}" dt="2025-07-31T03:20:53.510" v="5139" actId="478"/>
          <ac:inkMkLst>
            <pc:docMk/>
            <pc:sldMk cId="1298333677" sldId="600"/>
            <ac:inkMk id="18" creationId="{242A4BFB-AF5B-EF22-9DB2-314E873A8EF7}"/>
          </ac:inkMkLst>
        </pc:inkChg>
        <pc:inkChg chg="add mod">
          <ac:chgData name="Deepika Vatsa" userId="f7100972-27fe-4ee6-8fb4-ec9b7931b409" providerId="ADAL" clId="{43FC3250-EE2F-489E-970D-AD8C57589867}" dt="2025-07-30T11:21:41.909" v="5045"/>
          <ac:inkMkLst>
            <pc:docMk/>
            <pc:sldMk cId="1298333677" sldId="600"/>
            <ac:inkMk id="19" creationId="{AACDE439-A57A-DFD2-7942-9E5162C57831}"/>
          </ac:inkMkLst>
        </pc:inkChg>
        <pc:inkChg chg="add mod">
          <ac:chgData name="Deepika Vatsa" userId="f7100972-27fe-4ee6-8fb4-ec9b7931b409" providerId="ADAL" clId="{43FC3250-EE2F-489E-970D-AD8C57589867}" dt="2025-07-30T11:21:41.909" v="5045"/>
          <ac:inkMkLst>
            <pc:docMk/>
            <pc:sldMk cId="1298333677" sldId="600"/>
            <ac:inkMk id="20" creationId="{B0851B7A-D5E9-417C-807F-E9D8D3B21C05}"/>
          </ac:inkMkLst>
        </pc:inkChg>
        <pc:inkChg chg="add">
          <ac:chgData name="Deepika Vatsa" userId="f7100972-27fe-4ee6-8fb4-ec9b7931b409" providerId="ADAL" clId="{43FC3250-EE2F-489E-970D-AD8C57589867}" dt="2025-07-30T11:22:00.812" v="5046" actId="9405"/>
          <ac:inkMkLst>
            <pc:docMk/>
            <pc:sldMk cId="1298333677" sldId="600"/>
            <ac:inkMk id="22" creationId="{F830007A-45E3-94D1-1107-EF9ADCB6EFE7}"/>
          </ac:inkMkLst>
        </pc:inkChg>
        <pc:inkChg chg="add">
          <ac:chgData name="Deepika Vatsa" userId="f7100972-27fe-4ee6-8fb4-ec9b7931b409" providerId="ADAL" clId="{43FC3250-EE2F-489E-970D-AD8C57589867}" dt="2025-07-30T11:22:01.216" v="5047" actId="9405"/>
          <ac:inkMkLst>
            <pc:docMk/>
            <pc:sldMk cId="1298333677" sldId="600"/>
            <ac:inkMk id="23" creationId="{051FD77A-1470-B5F5-BBEE-8BA362EF6342}"/>
          </ac:inkMkLst>
        </pc:inkChg>
        <pc:inkChg chg="add del">
          <ac:chgData name="Deepika Vatsa" userId="f7100972-27fe-4ee6-8fb4-ec9b7931b409" providerId="ADAL" clId="{43FC3250-EE2F-489E-970D-AD8C57589867}" dt="2025-07-31T03:20:59.956" v="5142" actId="478"/>
          <ac:inkMkLst>
            <pc:docMk/>
            <pc:sldMk cId="1298333677" sldId="600"/>
            <ac:inkMk id="24" creationId="{E9BDE784-9631-D040-27D7-085C4989FEE1}"/>
          </ac:inkMkLst>
        </pc:inkChg>
        <pc:inkChg chg="add del">
          <ac:chgData name="Deepika Vatsa" userId="f7100972-27fe-4ee6-8fb4-ec9b7931b409" providerId="ADAL" clId="{43FC3250-EE2F-489E-970D-AD8C57589867}" dt="2025-07-31T03:20:56.417" v="5140" actId="478"/>
          <ac:inkMkLst>
            <pc:docMk/>
            <pc:sldMk cId="1298333677" sldId="600"/>
            <ac:inkMk id="25" creationId="{61655763-B18B-429E-A152-62D1108A61E1}"/>
          </ac:inkMkLst>
        </pc:inkChg>
      </pc:sldChg>
      <pc:sldChg chg="del">
        <pc:chgData name="Deepika Vatsa" userId="f7100972-27fe-4ee6-8fb4-ec9b7931b409" providerId="ADAL" clId="{43FC3250-EE2F-489E-970D-AD8C57589867}" dt="2025-07-23T11:05:11.946" v="73" actId="47"/>
        <pc:sldMkLst>
          <pc:docMk/>
          <pc:sldMk cId="1407172059" sldId="600"/>
        </pc:sldMkLst>
      </pc:sldChg>
      <pc:sldChg chg="addSp delSp modSp add mod delAnim modAnim">
        <pc:chgData name="Deepika Vatsa" userId="f7100972-27fe-4ee6-8fb4-ec9b7931b409" providerId="ADAL" clId="{43FC3250-EE2F-489E-970D-AD8C57589867}" dt="2025-07-31T03:21:47.687" v="5144" actId="478"/>
        <pc:sldMkLst>
          <pc:docMk/>
          <pc:sldMk cId="2345028146" sldId="601"/>
        </pc:sldMkLst>
        <pc:spChg chg="del">
          <ac:chgData name="Deepika Vatsa" userId="f7100972-27fe-4ee6-8fb4-ec9b7931b409" providerId="ADAL" clId="{43FC3250-EE2F-489E-970D-AD8C57589867}" dt="2025-07-24T10:18:10.560" v="2632" actId="478"/>
          <ac:spMkLst>
            <pc:docMk/>
            <pc:sldMk cId="2345028146" sldId="601"/>
            <ac:spMk id="4" creationId="{5C722B7B-45D8-F737-2062-6EFF58819A4B}"/>
          </ac:spMkLst>
        </pc:spChg>
        <pc:spChg chg="del">
          <ac:chgData name="Deepika Vatsa" userId="f7100972-27fe-4ee6-8fb4-ec9b7931b409" providerId="ADAL" clId="{43FC3250-EE2F-489E-970D-AD8C57589867}" dt="2025-07-24T10:18:15.750" v="2634" actId="478"/>
          <ac:spMkLst>
            <pc:docMk/>
            <pc:sldMk cId="2345028146" sldId="601"/>
            <ac:spMk id="5" creationId="{076FCB26-F3DF-4A0C-4391-0D8C0697F42E}"/>
          </ac:spMkLst>
        </pc:spChg>
        <pc:spChg chg="add mod">
          <ac:chgData name="Deepika Vatsa" userId="f7100972-27fe-4ee6-8fb4-ec9b7931b409" providerId="ADAL" clId="{43FC3250-EE2F-489E-970D-AD8C57589867}" dt="2025-07-24T10:27:35.459" v="2829" actId="404"/>
          <ac:spMkLst>
            <pc:docMk/>
            <pc:sldMk cId="2345028146" sldId="601"/>
            <ac:spMk id="6" creationId="{1CEA8935-B2D0-3E5F-8357-3E29E96704C1}"/>
          </ac:spMkLst>
        </pc:spChg>
        <pc:spChg chg="add mod">
          <ac:chgData name="Deepika Vatsa" userId="f7100972-27fe-4ee6-8fb4-ec9b7931b409" providerId="ADAL" clId="{43FC3250-EE2F-489E-970D-AD8C57589867}" dt="2025-07-24T11:21:54.065" v="3292" actId="1076"/>
          <ac:spMkLst>
            <pc:docMk/>
            <pc:sldMk cId="2345028146" sldId="601"/>
            <ac:spMk id="7" creationId="{39BE2E7A-CD69-318B-C09C-711CA44B4A0B}"/>
          </ac:spMkLst>
        </pc:spChg>
        <pc:spChg chg="add mod">
          <ac:chgData name="Deepika Vatsa" userId="f7100972-27fe-4ee6-8fb4-ec9b7931b409" providerId="ADAL" clId="{43FC3250-EE2F-489E-970D-AD8C57589867}" dt="2025-07-24T11:21:35.313" v="3289" actId="20577"/>
          <ac:spMkLst>
            <pc:docMk/>
            <pc:sldMk cId="2345028146" sldId="601"/>
            <ac:spMk id="9" creationId="{0845D9B1-899B-55E5-A6D1-4AEEC958CFBC}"/>
          </ac:spMkLst>
        </pc:spChg>
        <pc:spChg chg="del">
          <ac:chgData name="Deepika Vatsa" userId="f7100972-27fe-4ee6-8fb4-ec9b7931b409" providerId="ADAL" clId="{43FC3250-EE2F-489E-970D-AD8C57589867}" dt="2025-07-24T10:18:19.726" v="2635" actId="478"/>
          <ac:spMkLst>
            <pc:docMk/>
            <pc:sldMk cId="2345028146" sldId="601"/>
            <ac:spMk id="11" creationId="{06381CCD-359B-D8A2-1997-A5B56A02FD41}"/>
          </ac:spMkLst>
        </pc:spChg>
        <pc:spChg chg="add mod">
          <ac:chgData name="Deepika Vatsa" userId="f7100972-27fe-4ee6-8fb4-ec9b7931b409" providerId="ADAL" clId="{43FC3250-EE2F-489E-970D-AD8C57589867}" dt="2025-07-24T11:21:44.591" v="3290" actId="1076"/>
          <ac:spMkLst>
            <pc:docMk/>
            <pc:sldMk cId="2345028146" sldId="601"/>
            <ac:spMk id="12" creationId="{306ACACD-7D5F-A652-89BC-479AE734681A}"/>
          </ac:spMkLst>
        </pc:spChg>
        <pc:spChg chg="add del mod">
          <ac:chgData name="Deepika Vatsa" userId="f7100972-27fe-4ee6-8fb4-ec9b7931b409" providerId="ADAL" clId="{43FC3250-EE2F-489E-970D-AD8C57589867}" dt="2025-07-24T10:45:28.493" v="2993" actId="478"/>
          <ac:spMkLst>
            <pc:docMk/>
            <pc:sldMk cId="2345028146" sldId="601"/>
            <ac:spMk id="14" creationId="{079250D1-8AC1-6400-4452-23FDE7B1E140}"/>
          </ac:spMkLst>
        </pc:spChg>
        <pc:grpChg chg="del mod">
          <ac:chgData name="Deepika Vatsa" userId="f7100972-27fe-4ee6-8fb4-ec9b7931b409" providerId="ADAL" clId="{43FC3250-EE2F-489E-970D-AD8C57589867}" dt="2025-07-31T03:21:36.567" v="5143" actId="478"/>
          <ac:grpSpMkLst>
            <pc:docMk/>
            <pc:sldMk cId="2345028146" sldId="601"/>
            <ac:grpSpMk id="19" creationId="{2868F3B0-82BB-5ABF-F02D-7AD10B060A26}"/>
          </ac:grpSpMkLst>
        </pc:grpChg>
        <pc:grpChg chg="del mod">
          <ac:chgData name="Deepika Vatsa" userId="f7100972-27fe-4ee6-8fb4-ec9b7931b409" providerId="ADAL" clId="{43FC3250-EE2F-489E-970D-AD8C57589867}" dt="2025-07-30T11:23:37.026" v="5067"/>
          <ac:grpSpMkLst>
            <pc:docMk/>
            <pc:sldMk cId="2345028146" sldId="601"/>
            <ac:grpSpMk id="23" creationId="{9F930B31-BE19-CE06-683C-E4BD0F149D73}"/>
          </ac:grpSpMkLst>
        </pc:grpChg>
        <pc:grpChg chg="del mod">
          <ac:chgData name="Deepika Vatsa" userId="f7100972-27fe-4ee6-8fb4-ec9b7931b409" providerId="ADAL" clId="{43FC3250-EE2F-489E-970D-AD8C57589867}" dt="2025-07-31T03:21:36.567" v="5143" actId="478"/>
          <ac:grpSpMkLst>
            <pc:docMk/>
            <pc:sldMk cId="2345028146" sldId="601"/>
            <ac:grpSpMk id="25" creationId="{92DBC0BC-3859-FB0C-EF3F-9D0F91C25FD3}"/>
          </ac:grpSpMkLst>
        </pc:grpChg>
        <pc:graphicFrameChg chg="add del mod">
          <ac:chgData name="Deepika Vatsa" userId="f7100972-27fe-4ee6-8fb4-ec9b7931b409" providerId="ADAL" clId="{43FC3250-EE2F-489E-970D-AD8C57589867}" dt="2025-07-24T10:45:31.107" v="2994" actId="478"/>
          <ac:graphicFrameMkLst>
            <pc:docMk/>
            <pc:sldMk cId="2345028146" sldId="601"/>
            <ac:graphicFrameMk id="10" creationId="{B37B5B77-07F8-EE65-399A-DBD323BE9ACE}"/>
          </ac:graphicFrameMkLst>
        </pc:graphicFrameChg>
        <pc:inkChg chg="add del">
          <ac:chgData name="Deepika Vatsa" userId="f7100972-27fe-4ee6-8fb4-ec9b7931b409" providerId="ADAL" clId="{43FC3250-EE2F-489E-970D-AD8C57589867}" dt="2025-07-31T03:21:36.567" v="5143" actId="478"/>
          <ac:inkMkLst>
            <pc:docMk/>
            <pc:sldMk cId="2345028146" sldId="601"/>
            <ac:inkMk id="4" creationId="{17E0AA1B-A00E-9939-FE0C-B4F97381E5B6}"/>
          </ac:inkMkLst>
        </pc:inkChg>
        <pc:inkChg chg="add del">
          <ac:chgData name="Deepika Vatsa" userId="f7100972-27fe-4ee6-8fb4-ec9b7931b409" providerId="ADAL" clId="{43FC3250-EE2F-489E-970D-AD8C57589867}" dt="2025-07-31T03:21:36.567" v="5143" actId="478"/>
          <ac:inkMkLst>
            <pc:docMk/>
            <pc:sldMk cId="2345028146" sldId="601"/>
            <ac:inkMk id="5" creationId="{050DC591-9626-1CBE-6BFD-3B2D6762F39A}"/>
          </ac:inkMkLst>
        </pc:inkChg>
        <pc:inkChg chg="add del">
          <ac:chgData name="Deepika Vatsa" userId="f7100972-27fe-4ee6-8fb4-ec9b7931b409" providerId="ADAL" clId="{43FC3250-EE2F-489E-970D-AD8C57589867}" dt="2025-07-31T03:21:36.567" v="5143" actId="478"/>
          <ac:inkMkLst>
            <pc:docMk/>
            <pc:sldMk cId="2345028146" sldId="601"/>
            <ac:inkMk id="8" creationId="{6777923C-A292-6DE5-9A9B-EAEFE10590F1}"/>
          </ac:inkMkLst>
        </pc:inkChg>
        <pc:inkChg chg="add mod">
          <ac:chgData name="Deepika Vatsa" userId="f7100972-27fe-4ee6-8fb4-ec9b7931b409" providerId="ADAL" clId="{43FC3250-EE2F-489E-970D-AD8C57589867}" dt="2025-07-30T11:23:28.122" v="5061"/>
          <ac:inkMkLst>
            <pc:docMk/>
            <pc:sldMk cId="2345028146" sldId="601"/>
            <ac:inkMk id="10" creationId="{EF195895-F360-0DA9-5255-151E46B2A359}"/>
          </ac:inkMkLst>
        </pc:inkChg>
        <pc:inkChg chg="add mod">
          <ac:chgData name="Deepika Vatsa" userId="f7100972-27fe-4ee6-8fb4-ec9b7931b409" providerId="ADAL" clId="{43FC3250-EE2F-489E-970D-AD8C57589867}" dt="2025-07-30T11:23:28.122" v="5061"/>
          <ac:inkMkLst>
            <pc:docMk/>
            <pc:sldMk cId="2345028146" sldId="601"/>
            <ac:inkMk id="11" creationId="{50288B3F-EEAE-2FA1-BB2B-C7C7D73A858B}"/>
          </ac:inkMkLst>
        </pc:inkChg>
        <pc:inkChg chg="add mod">
          <ac:chgData name="Deepika Vatsa" userId="f7100972-27fe-4ee6-8fb4-ec9b7931b409" providerId="ADAL" clId="{43FC3250-EE2F-489E-970D-AD8C57589867}" dt="2025-07-30T11:23:28.122" v="5061"/>
          <ac:inkMkLst>
            <pc:docMk/>
            <pc:sldMk cId="2345028146" sldId="601"/>
            <ac:inkMk id="13" creationId="{AF155DAD-AFEF-4DDF-C5AA-9176B5EE58FE}"/>
          </ac:inkMkLst>
        </pc:inkChg>
        <pc:inkChg chg="add mod">
          <ac:chgData name="Deepika Vatsa" userId="f7100972-27fe-4ee6-8fb4-ec9b7931b409" providerId="ADAL" clId="{43FC3250-EE2F-489E-970D-AD8C57589867}" dt="2025-07-30T11:23:28.122" v="5061"/>
          <ac:inkMkLst>
            <pc:docMk/>
            <pc:sldMk cId="2345028146" sldId="601"/>
            <ac:inkMk id="14" creationId="{FED45222-BDCB-53A1-7929-4EA5D0F61817}"/>
          </ac:inkMkLst>
        </pc:inkChg>
        <pc:inkChg chg="add mod">
          <ac:chgData name="Deepika Vatsa" userId="f7100972-27fe-4ee6-8fb4-ec9b7931b409" providerId="ADAL" clId="{43FC3250-EE2F-489E-970D-AD8C57589867}" dt="2025-07-30T11:23:28.122" v="5061"/>
          <ac:inkMkLst>
            <pc:docMk/>
            <pc:sldMk cId="2345028146" sldId="601"/>
            <ac:inkMk id="15" creationId="{A604115D-AC37-071B-3591-CB1024F26CBD}"/>
          </ac:inkMkLst>
        </pc:inkChg>
        <pc:inkChg chg="add mod">
          <ac:chgData name="Deepika Vatsa" userId="f7100972-27fe-4ee6-8fb4-ec9b7931b409" providerId="ADAL" clId="{43FC3250-EE2F-489E-970D-AD8C57589867}" dt="2025-07-30T11:23:28.122" v="5061"/>
          <ac:inkMkLst>
            <pc:docMk/>
            <pc:sldMk cId="2345028146" sldId="601"/>
            <ac:inkMk id="16" creationId="{D4061A2B-B78E-81C4-6E9B-DDC0AFC31A64}"/>
          </ac:inkMkLst>
        </pc:inkChg>
        <pc:inkChg chg="add mod">
          <ac:chgData name="Deepika Vatsa" userId="f7100972-27fe-4ee6-8fb4-ec9b7931b409" providerId="ADAL" clId="{43FC3250-EE2F-489E-970D-AD8C57589867}" dt="2025-07-30T11:23:28.122" v="5061"/>
          <ac:inkMkLst>
            <pc:docMk/>
            <pc:sldMk cId="2345028146" sldId="601"/>
            <ac:inkMk id="17" creationId="{5640C931-07BC-26E5-D427-959985B3393C}"/>
          </ac:inkMkLst>
        </pc:inkChg>
        <pc:inkChg chg="add mod">
          <ac:chgData name="Deepika Vatsa" userId="f7100972-27fe-4ee6-8fb4-ec9b7931b409" providerId="ADAL" clId="{43FC3250-EE2F-489E-970D-AD8C57589867}" dt="2025-07-30T11:23:28.122" v="5061"/>
          <ac:inkMkLst>
            <pc:docMk/>
            <pc:sldMk cId="2345028146" sldId="601"/>
            <ac:inkMk id="18" creationId="{BD47D964-5B9E-D281-9860-341536BD1BB1}"/>
          </ac:inkMkLst>
        </pc:inkChg>
        <pc:inkChg chg="add mod">
          <ac:chgData name="Deepika Vatsa" userId="f7100972-27fe-4ee6-8fb4-ec9b7931b409" providerId="ADAL" clId="{43FC3250-EE2F-489E-970D-AD8C57589867}" dt="2025-07-30T11:23:37.026" v="5067"/>
          <ac:inkMkLst>
            <pc:docMk/>
            <pc:sldMk cId="2345028146" sldId="601"/>
            <ac:inkMk id="20" creationId="{D1F4202E-EA34-0E02-952E-525D2454E5C9}"/>
          </ac:inkMkLst>
        </pc:inkChg>
        <pc:inkChg chg="add mod">
          <ac:chgData name="Deepika Vatsa" userId="f7100972-27fe-4ee6-8fb4-ec9b7931b409" providerId="ADAL" clId="{43FC3250-EE2F-489E-970D-AD8C57589867}" dt="2025-07-30T11:23:37.026" v="5067"/>
          <ac:inkMkLst>
            <pc:docMk/>
            <pc:sldMk cId="2345028146" sldId="601"/>
            <ac:inkMk id="21" creationId="{58453868-6D91-9F6F-F14E-3226E62987EE}"/>
          </ac:inkMkLst>
        </pc:inkChg>
        <pc:inkChg chg="add mod">
          <ac:chgData name="Deepika Vatsa" userId="f7100972-27fe-4ee6-8fb4-ec9b7931b409" providerId="ADAL" clId="{43FC3250-EE2F-489E-970D-AD8C57589867}" dt="2025-07-30T11:23:37.026" v="5067"/>
          <ac:inkMkLst>
            <pc:docMk/>
            <pc:sldMk cId="2345028146" sldId="601"/>
            <ac:inkMk id="22" creationId="{FCD14E34-F08C-93B7-CC28-817AB4EE9AC1}"/>
          </ac:inkMkLst>
        </pc:inkChg>
        <pc:inkChg chg="add mod">
          <ac:chgData name="Deepika Vatsa" userId="f7100972-27fe-4ee6-8fb4-ec9b7931b409" providerId="ADAL" clId="{43FC3250-EE2F-489E-970D-AD8C57589867}" dt="2025-07-30T11:23:37.026" v="5067"/>
          <ac:inkMkLst>
            <pc:docMk/>
            <pc:sldMk cId="2345028146" sldId="601"/>
            <ac:inkMk id="24" creationId="{ECAE878F-E40C-3A24-7BCE-2801FF76363F}"/>
          </ac:inkMkLst>
        </pc:inkChg>
        <pc:inkChg chg="add del">
          <ac:chgData name="Deepika Vatsa" userId="f7100972-27fe-4ee6-8fb4-ec9b7931b409" providerId="ADAL" clId="{43FC3250-EE2F-489E-970D-AD8C57589867}" dt="2025-07-31T03:21:36.567" v="5143" actId="478"/>
          <ac:inkMkLst>
            <pc:docMk/>
            <pc:sldMk cId="2345028146" sldId="601"/>
            <ac:inkMk id="26" creationId="{4D35CE20-BB6B-B42F-1755-67FB31D6461B}"/>
          </ac:inkMkLst>
        </pc:inkChg>
        <pc:inkChg chg="add del">
          <ac:chgData name="Deepika Vatsa" userId="f7100972-27fe-4ee6-8fb4-ec9b7931b409" providerId="ADAL" clId="{43FC3250-EE2F-489E-970D-AD8C57589867}" dt="2025-07-31T03:21:47.687" v="5144" actId="478"/>
          <ac:inkMkLst>
            <pc:docMk/>
            <pc:sldMk cId="2345028146" sldId="601"/>
            <ac:inkMk id="27" creationId="{314EF62E-D385-111A-5B5B-07EE0CCA285F}"/>
          </ac:inkMkLst>
        </pc:inkChg>
      </pc:sldChg>
      <pc:sldChg chg="del">
        <pc:chgData name="Deepika Vatsa" userId="f7100972-27fe-4ee6-8fb4-ec9b7931b409" providerId="ADAL" clId="{43FC3250-EE2F-489E-970D-AD8C57589867}" dt="2025-07-23T11:05:11.946" v="73" actId="47"/>
        <pc:sldMkLst>
          <pc:docMk/>
          <pc:sldMk cId="3854070128" sldId="601"/>
        </pc:sldMkLst>
      </pc:sldChg>
      <pc:sldChg chg="addSp delSp modSp add mod">
        <pc:chgData name="Deepika Vatsa" userId="f7100972-27fe-4ee6-8fb4-ec9b7931b409" providerId="ADAL" clId="{43FC3250-EE2F-489E-970D-AD8C57589867}" dt="2025-07-31T03:22:01.683" v="5147" actId="478"/>
        <pc:sldMkLst>
          <pc:docMk/>
          <pc:sldMk cId="886010047" sldId="602"/>
        </pc:sldMkLst>
        <pc:spChg chg="mod">
          <ac:chgData name="Deepika Vatsa" userId="f7100972-27fe-4ee6-8fb4-ec9b7931b409" providerId="ADAL" clId="{43FC3250-EE2F-489E-970D-AD8C57589867}" dt="2025-07-24T10:51:10.545" v="3021" actId="20577"/>
          <ac:spMkLst>
            <pc:docMk/>
            <pc:sldMk cId="886010047" sldId="602"/>
            <ac:spMk id="2" creationId="{00000000-0000-0000-0000-000000000000}"/>
          </ac:spMkLst>
        </pc:spChg>
        <pc:spChg chg="add mod">
          <ac:chgData name="Deepika Vatsa" userId="f7100972-27fe-4ee6-8fb4-ec9b7931b409" providerId="ADAL" clId="{43FC3250-EE2F-489E-970D-AD8C57589867}" dt="2025-07-25T06:46:25.396" v="4283" actId="20577"/>
          <ac:spMkLst>
            <pc:docMk/>
            <pc:sldMk cId="886010047" sldId="602"/>
            <ac:spMk id="5" creationId="{CC1083D5-B7AF-045F-7EAB-FD1411E3B290}"/>
          </ac:spMkLst>
        </pc:spChg>
        <pc:spChg chg="del">
          <ac:chgData name="Deepika Vatsa" userId="f7100972-27fe-4ee6-8fb4-ec9b7931b409" providerId="ADAL" clId="{43FC3250-EE2F-489E-970D-AD8C57589867}" dt="2025-07-24T10:50:47.777" v="3001" actId="478"/>
          <ac:spMkLst>
            <pc:docMk/>
            <pc:sldMk cId="886010047" sldId="602"/>
            <ac:spMk id="6" creationId="{1CEA8935-B2D0-3E5F-8357-3E29E96704C1}"/>
          </ac:spMkLst>
        </pc:spChg>
        <pc:spChg chg="add mod">
          <ac:chgData name="Deepika Vatsa" userId="f7100972-27fe-4ee6-8fb4-ec9b7931b409" providerId="ADAL" clId="{43FC3250-EE2F-489E-970D-AD8C57589867}" dt="2025-07-30T11:02:20.632" v="4852" actId="14100"/>
          <ac:spMkLst>
            <pc:docMk/>
            <pc:sldMk cId="886010047" sldId="602"/>
            <ac:spMk id="6" creationId="{6DB03E6E-EA1C-451F-4077-B842B37F02F6}"/>
          </ac:spMkLst>
        </pc:spChg>
        <pc:spChg chg="del">
          <ac:chgData name="Deepika Vatsa" userId="f7100972-27fe-4ee6-8fb4-ec9b7931b409" providerId="ADAL" clId="{43FC3250-EE2F-489E-970D-AD8C57589867}" dt="2025-07-24T10:50:45.305" v="3000" actId="478"/>
          <ac:spMkLst>
            <pc:docMk/>
            <pc:sldMk cId="886010047" sldId="602"/>
            <ac:spMk id="7" creationId="{39BE2E7A-CD69-318B-C09C-711CA44B4A0B}"/>
          </ac:spMkLst>
        </pc:spChg>
        <pc:spChg chg="del">
          <ac:chgData name="Deepika Vatsa" userId="f7100972-27fe-4ee6-8fb4-ec9b7931b409" providerId="ADAL" clId="{43FC3250-EE2F-489E-970D-AD8C57589867}" dt="2025-07-24T10:50:43.730" v="2999" actId="478"/>
          <ac:spMkLst>
            <pc:docMk/>
            <pc:sldMk cId="886010047" sldId="602"/>
            <ac:spMk id="9" creationId="{0845D9B1-899B-55E5-A6D1-4AEEC958CFBC}"/>
          </ac:spMkLst>
        </pc:spChg>
        <pc:spChg chg="del">
          <ac:chgData name="Deepika Vatsa" userId="f7100972-27fe-4ee6-8fb4-ec9b7931b409" providerId="ADAL" clId="{43FC3250-EE2F-489E-970D-AD8C57589867}" dt="2025-07-24T10:50:41.212" v="2998" actId="478"/>
          <ac:spMkLst>
            <pc:docMk/>
            <pc:sldMk cId="886010047" sldId="602"/>
            <ac:spMk id="12" creationId="{306ACACD-7D5F-A652-89BC-479AE734681A}"/>
          </ac:spMkLst>
        </pc:spChg>
        <pc:grpChg chg="del mod">
          <ac:chgData name="Deepika Vatsa" userId="f7100972-27fe-4ee6-8fb4-ec9b7931b409" providerId="ADAL" clId="{43FC3250-EE2F-489E-970D-AD8C57589867}" dt="2025-07-30T11:24:28.365" v="5080"/>
          <ac:grpSpMkLst>
            <pc:docMk/>
            <pc:sldMk cId="886010047" sldId="602"/>
            <ac:grpSpMk id="11" creationId="{737102C5-EF64-DDFE-3ACA-FB9F8874D89F}"/>
          </ac:grpSpMkLst>
        </pc:grpChg>
        <pc:grpChg chg="del mod">
          <ac:chgData name="Deepika Vatsa" userId="f7100972-27fe-4ee6-8fb4-ec9b7931b409" providerId="ADAL" clId="{43FC3250-EE2F-489E-970D-AD8C57589867}" dt="2025-07-31T03:21:58.456" v="5146" actId="478"/>
          <ac:grpSpMkLst>
            <pc:docMk/>
            <pc:sldMk cId="886010047" sldId="602"/>
            <ac:grpSpMk id="19" creationId="{57AD2E92-1B0B-C4C8-AF8E-2E9783CE6731}"/>
          </ac:grpSpMkLst>
        </pc:grpChg>
        <pc:grpChg chg="del mod">
          <ac:chgData name="Deepika Vatsa" userId="f7100972-27fe-4ee6-8fb4-ec9b7931b409" providerId="ADAL" clId="{43FC3250-EE2F-489E-970D-AD8C57589867}" dt="2025-07-31T03:21:58.456" v="5146" actId="478"/>
          <ac:grpSpMkLst>
            <pc:docMk/>
            <pc:sldMk cId="886010047" sldId="602"/>
            <ac:grpSpMk id="23" creationId="{C7135A48-2D13-6EDE-C944-C3CCD8EBF6A4}"/>
          </ac:grpSpMkLst>
        </pc:grpChg>
        <pc:grpChg chg="del mod">
          <ac:chgData name="Deepika Vatsa" userId="f7100972-27fe-4ee6-8fb4-ec9b7931b409" providerId="ADAL" clId="{43FC3250-EE2F-489E-970D-AD8C57589867}" dt="2025-07-30T11:24:43.654" v="5109"/>
          <ac:grpSpMkLst>
            <pc:docMk/>
            <pc:sldMk cId="886010047" sldId="602"/>
            <ac:grpSpMk id="48" creationId="{2AABFA85-755A-345B-520C-8883410498BF}"/>
          </ac:grpSpMkLst>
        </pc:grpChg>
        <pc:grpChg chg="del mod">
          <ac:chgData name="Deepika Vatsa" userId="f7100972-27fe-4ee6-8fb4-ec9b7931b409" providerId="ADAL" clId="{43FC3250-EE2F-489E-970D-AD8C57589867}" dt="2025-07-31T03:21:58.456" v="5146" actId="478"/>
          <ac:grpSpMkLst>
            <pc:docMk/>
            <pc:sldMk cId="886010047" sldId="602"/>
            <ac:grpSpMk id="49" creationId="{40F91D93-8F93-9FE6-A525-7C8DB7505EB6}"/>
          </ac:grpSpMkLst>
        </pc:grpChg>
        <pc:grpChg chg="del mod">
          <ac:chgData name="Deepika Vatsa" userId="f7100972-27fe-4ee6-8fb4-ec9b7931b409" providerId="ADAL" clId="{43FC3250-EE2F-489E-970D-AD8C57589867}" dt="2025-07-31T03:21:58.456" v="5146" actId="478"/>
          <ac:grpSpMkLst>
            <pc:docMk/>
            <pc:sldMk cId="886010047" sldId="602"/>
            <ac:grpSpMk id="50" creationId="{D2B7336C-F815-6E74-9FBD-CAAF5312B7A5}"/>
          </ac:grpSpMkLst>
        </pc:grpChg>
        <pc:grpChg chg="del mod">
          <ac:chgData name="Deepika Vatsa" userId="f7100972-27fe-4ee6-8fb4-ec9b7931b409" providerId="ADAL" clId="{43FC3250-EE2F-489E-970D-AD8C57589867}" dt="2025-07-31T03:21:58.456" v="5146" actId="478"/>
          <ac:grpSpMkLst>
            <pc:docMk/>
            <pc:sldMk cId="886010047" sldId="602"/>
            <ac:grpSpMk id="51" creationId="{08FCAA17-28B6-7E71-2ACC-54C4F42A50EC}"/>
          </ac:grpSpMkLst>
        </pc:grpChg>
        <pc:grpChg chg="del mod">
          <ac:chgData name="Deepika Vatsa" userId="f7100972-27fe-4ee6-8fb4-ec9b7931b409" providerId="ADAL" clId="{43FC3250-EE2F-489E-970D-AD8C57589867}" dt="2025-07-31T03:21:58.456" v="5146" actId="478"/>
          <ac:grpSpMkLst>
            <pc:docMk/>
            <pc:sldMk cId="886010047" sldId="602"/>
            <ac:grpSpMk id="52" creationId="{A54B38DB-BFDC-8083-126A-8F4B528C7286}"/>
          </ac:grpSpMkLst>
        </pc:grpChg>
        <pc:grpChg chg="del mod">
          <ac:chgData name="Deepika Vatsa" userId="f7100972-27fe-4ee6-8fb4-ec9b7931b409" providerId="ADAL" clId="{43FC3250-EE2F-489E-970D-AD8C57589867}" dt="2025-07-31T03:21:58.456" v="5146" actId="478"/>
          <ac:grpSpMkLst>
            <pc:docMk/>
            <pc:sldMk cId="886010047" sldId="602"/>
            <ac:grpSpMk id="53" creationId="{ED4BCEFD-121D-6D01-D014-9B1C08EF0B69}"/>
          </ac:grpSpMkLst>
        </pc:grpChg>
        <pc:grpChg chg="del mod">
          <ac:chgData name="Deepika Vatsa" userId="f7100972-27fe-4ee6-8fb4-ec9b7931b409" providerId="ADAL" clId="{43FC3250-EE2F-489E-970D-AD8C57589867}" dt="2025-07-31T03:21:58.456" v="5146" actId="478"/>
          <ac:grpSpMkLst>
            <pc:docMk/>
            <pc:sldMk cId="886010047" sldId="602"/>
            <ac:grpSpMk id="58" creationId="{98A069EE-A0D7-A5F3-0AF7-6CCBBCCD9F1B}"/>
          </ac:grpSpMkLst>
        </pc:grpChg>
        <pc:grpChg chg="del mod">
          <ac:chgData name="Deepika Vatsa" userId="f7100972-27fe-4ee6-8fb4-ec9b7931b409" providerId="ADAL" clId="{43FC3250-EE2F-489E-970D-AD8C57589867}" dt="2025-07-31T03:21:58.456" v="5146" actId="478"/>
          <ac:grpSpMkLst>
            <pc:docMk/>
            <pc:sldMk cId="886010047" sldId="602"/>
            <ac:grpSpMk id="65" creationId="{14A6B570-75DE-29DC-2893-3E7318ECD850}"/>
          </ac:grpSpMkLst>
        </pc:grpChg>
        <pc:picChg chg="add mod">
          <ac:chgData name="Deepika Vatsa" userId="f7100972-27fe-4ee6-8fb4-ec9b7931b409" providerId="ADAL" clId="{43FC3250-EE2F-489E-970D-AD8C57589867}" dt="2025-07-24T10:53:22.664" v="3084" actId="14100"/>
          <ac:picMkLst>
            <pc:docMk/>
            <pc:sldMk cId="886010047" sldId="602"/>
            <ac:picMk id="10" creationId="{2C8F8A8C-4CBE-F873-6787-5EB3002F5B68}"/>
          </ac:picMkLst>
        </pc:picChg>
        <pc:inkChg chg="add mod">
          <ac:chgData name="Deepika Vatsa" userId="f7100972-27fe-4ee6-8fb4-ec9b7931b409" providerId="ADAL" clId="{43FC3250-EE2F-489E-970D-AD8C57589867}" dt="2025-07-30T11:24:28.365" v="5080"/>
          <ac:inkMkLst>
            <pc:docMk/>
            <pc:sldMk cId="886010047" sldId="602"/>
            <ac:inkMk id="7" creationId="{77D1D47C-CE25-0C95-1A4A-F0090A00AC2F}"/>
          </ac:inkMkLst>
        </pc:inkChg>
        <pc:inkChg chg="add mod">
          <ac:chgData name="Deepika Vatsa" userId="f7100972-27fe-4ee6-8fb4-ec9b7931b409" providerId="ADAL" clId="{43FC3250-EE2F-489E-970D-AD8C57589867}" dt="2025-07-30T11:24:28.365" v="5080"/>
          <ac:inkMkLst>
            <pc:docMk/>
            <pc:sldMk cId="886010047" sldId="602"/>
            <ac:inkMk id="8" creationId="{FE679162-5C59-6FC5-C595-C65BAD04A524}"/>
          </ac:inkMkLst>
        </pc:inkChg>
        <pc:inkChg chg="add mod">
          <ac:chgData name="Deepika Vatsa" userId="f7100972-27fe-4ee6-8fb4-ec9b7931b409" providerId="ADAL" clId="{43FC3250-EE2F-489E-970D-AD8C57589867}" dt="2025-07-30T11:24:28.365" v="5080"/>
          <ac:inkMkLst>
            <pc:docMk/>
            <pc:sldMk cId="886010047" sldId="602"/>
            <ac:inkMk id="9" creationId="{A070C18D-DF9A-184E-C6AC-3C7FFCA14C65}"/>
          </ac:inkMkLst>
        </pc:inkChg>
        <pc:inkChg chg="add mod">
          <ac:chgData name="Deepika Vatsa" userId="f7100972-27fe-4ee6-8fb4-ec9b7931b409" providerId="ADAL" clId="{43FC3250-EE2F-489E-970D-AD8C57589867}" dt="2025-07-30T11:24:28.365" v="5080"/>
          <ac:inkMkLst>
            <pc:docMk/>
            <pc:sldMk cId="886010047" sldId="602"/>
            <ac:inkMk id="12" creationId="{80AF8BC1-F5A1-7375-9F2A-52845D4F1593}"/>
          </ac:inkMkLst>
        </pc:inkChg>
        <pc:inkChg chg="add mod">
          <ac:chgData name="Deepika Vatsa" userId="f7100972-27fe-4ee6-8fb4-ec9b7931b409" providerId="ADAL" clId="{43FC3250-EE2F-489E-970D-AD8C57589867}" dt="2025-07-30T11:24:43.654" v="5109"/>
          <ac:inkMkLst>
            <pc:docMk/>
            <pc:sldMk cId="886010047" sldId="602"/>
            <ac:inkMk id="13" creationId="{8BAFE205-9EC6-EFAC-4EAD-DA68895B64F0}"/>
          </ac:inkMkLst>
        </pc:inkChg>
        <pc:inkChg chg="add mod">
          <ac:chgData name="Deepika Vatsa" userId="f7100972-27fe-4ee6-8fb4-ec9b7931b409" providerId="ADAL" clId="{43FC3250-EE2F-489E-970D-AD8C57589867}" dt="2025-07-30T11:24:43.654" v="5109"/>
          <ac:inkMkLst>
            <pc:docMk/>
            <pc:sldMk cId="886010047" sldId="602"/>
            <ac:inkMk id="14" creationId="{53BE260A-26B5-5C57-AC1D-2E88D7B5008E}"/>
          </ac:inkMkLst>
        </pc:inkChg>
        <pc:inkChg chg="add mod">
          <ac:chgData name="Deepika Vatsa" userId="f7100972-27fe-4ee6-8fb4-ec9b7931b409" providerId="ADAL" clId="{43FC3250-EE2F-489E-970D-AD8C57589867}" dt="2025-07-30T11:24:43.654" v="5109"/>
          <ac:inkMkLst>
            <pc:docMk/>
            <pc:sldMk cId="886010047" sldId="602"/>
            <ac:inkMk id="15" creationId="{7F9D9B28-DB20-AE45-A6B0-8A79D27E96B2}"/>
          </ac:inkMkLst>
        </pc:inkChg>
        <pc:inkChg chg="add mod">
          <ac:chgData name="Deepika Vatsa" userId="f7100972-27fe-4ee6-8fb4-ec9b7931b409" providerId="ADAL" clId="{43FC3250-EE2F-489E-970D-AD8C57589867}" dt="2025-07-30T11:24:28.365" v="5080"/>
          <ac:inkMkLst>
            <pc:docMk/>
            <pc:sldMk cId="886010047" sldId="602"/>
            <ac:inkMk id="16" creationId="{CD3359BC-70E7-82A9-13AA-F66B7C0E93B7}"/>
          </ac:inkMkLst>
        </pc:inkChg>
        <pc:inkChg chg="add mod">
          <ac:chgData name="Deepika Vatsa" userId="f7100972-27fe-4ee6-8fb4-ec9b7931b409" providerId="ADAL" clId="{43FC3250-EE2F-489E-970D-AD8C57589867}" dt="2025-07-30T11:24:28.365" v="5080"/>
          <ac:inkMkLst>
            <pc:docMk/>
            <pc:sldMk cId="886010047" sldId="602"/>
            <ac:inkMk id="17" creationId="{D57FC0D9-24AA-F250-99F0-29CF581CAAED}"/>
          </ac:inkMkLst>
        </pc:inkChg>
        <pc:inkChg chg="add del">
          <ac:chgData name="Deepika Vatsa" userId="f7100972-27fe-4ee6-8fb4-ec9b7931b409" providerId="ADAL" clId="{43FC3250-EE2F-489E-970D-AD8C57589867}" dt="2025-07-31T03:21:58.456" v="5146" actId="478"/>
          <ac:inkMkLst>
            <pc:docMk/>
            <pc:sldMk cId="886010047" sldId="602"/>
            <ac:inkMk id="18" creationId="{C40CF86F-E017-AD7A-3C4A-E8FA1FD694A6}"/>
          </ac:inkMkLst>
        </pc:inkChg>
        <pc:inkChg chg="add mod">
          <ac:chgData name="Deepika Vatsa" userId="f7100972-27fe-4ee6-8fb4-ec9b7931b409" providerId="ADAL" clId="{43FC3250-EE2F-489E-970D-AD8C57589867}" dt="2025-07-30T11:24:30.348" v="5084"/>
          <ac:inkMkLst>
            <pc:docMk/>
            <pc:sldMk cId="886010047" sldId="602"/>
            <ac:inkMk id="20" creationId="{8DC9ACA1-897A-97C6-34C5-C756D90D8BEC}"/>
          </ac:inkMkLst>
        </pc:inkChg>
        <pc:inkChg chg="add del">
          <ac:chgData name="Deepika Vatsa" userId="f7100972-27fe-4ee6-8fb4-ec9b7931b409" providerId="ADAL" clId="{43FC3250-EE2F-489E-970D-AD8C57589867}" dt="2025-07-31T03:21:58.456" v="5146" actId="478"/>
          <ac:inkMkLst>
            <pc:docMk/>
            <pc:sldMk cId="886010047" sldId="602"/>
            <ac:inkMk id="21" creationId="{A209531D-BB15-BE98-81ED-903ADCAB5918}"/>
          </ac:inkMkLst>
        </pc:inkChg>
        <pc:inkChg chg="add mod">
          <ac:chgData name="Deepika Vatsa" userId="f7100972-27fe-4ee6-8fb4-ec9b7931b409" providerId="ADAL" clId="{43FC3250-EE2F-489E-970D-AD8C57589867}" dt="2025-07-30T11:24:30.348" v="5084"/>
          <ac:inkMkLst>
            <pc:docMk/>
            <pc:sldMk cId="886010047" sldId="602"/>
            <ac:inkMk id="22" creationId="{E22ED568-A691-7EB8-9165-7CFAAB46786B}"/>
          </ac:inkMkLst>
        </pc:inkChg>
        <pc:inkChg chg="add mod">
          <ac:chgData name="Deepika Vatsa" userId="f7100972-27fe-4ee6-8fb4-ec9b7931b409" providerId="ADAL" clId="{43FC3250-EE2F-489E-970D-AD8C57589867}" dt="2025-07-30T11:24:43.654" v="5109"/>
          <ac:inkMkLst>
            <pc:docMk/>
            <pc:sldMk cId="886010047" sldId="602"/>
            <ac:inkMk id="24" creationId="{DD5BCBFF-B6E2-0AB1-0A8F-342E8E2A2A99}"/>
          </ac:inkMkLst>
        </pc:inkChg>
        <pc:inkChg chg="add mod">
          <ac:chgData name="Deepika Vatsa" userId="f7100972-27fe-4ee6-8fb4-ec9b7931b409" providerId="ADAL" clId="{43FC3250-EE2F-489E-970D-AD8C57589867}" dt="2025-07-30T11:24:43.654" v="5109"/>
          <ac:inkMkLst>
            <pc:docMk/>
            <pc:sldMk cId="886010047" sldId="602"/>
            <ac:inkMk id="25" creationId="{ED65A6BC-72BE-DADB-4D48-A0D10FEC65A0}"/>
          </ac:inkMkLst>
        </pc:inkChg>
        <pc:inkChg chg="add mod">
          <ac:chgData name="Deepika Vatsa" userId="f7100972-27fe-4ee6-8fb4-ec9b7931b409" providerId="ADAL" clId="{43FC3250-EE2F-489E-970D-AD8C57589867}" dt="2025-07-30T11:24:43.654" v="5109"/>
          <ac:inkMkLst>
            <pc:docMk/>
            <pc:sldMk cId="886010047" sldId="602"/>
            <ac:inkMk id="26" creationId="{ADAE34F3-22F1-8A1B-312B-505E61953B27}"/>
          </ac:inkMkLst>
        </pc:inkChg>
        <pc:inkChg chg="add mod">
          <ac:chgData name="Deepika Vatsa" userId="f7100972-27fe-4ee6-8fb4-ec9b7931b409" providerId="ADAL" clId="{43FC3250-EE2F-489E-970D-AD8C57589867}" dt="2025-07-30T11:24:43.654" v="5109"/>
          <ac:inkMkLst>
            <pc:docMk/>
            <pc:sldMk cId="886010047" sldId="602"/>
            <ac:inkMk id="27" creationId="{B9BA2E96-0F59-D4AA-739F-5229C4B751F8}"/>
          </ac:inkMkLst>
        </pc:inkChg>
        <pc:inkChg chg="add mod">
          <ac:chgData name="Deepika Vatsa" userId="f7100972-27fe-4ee6-8fb4-ec9b7931b409" providerId="ADAL" clId="{43FC3250-EE2F-489E-970D-AD8C57589867}" dt="2025-07-30T11:24:43.654" v="5109"/>
          <ac:inkMkLst>
            <pc:docMk/>
            <pc:sldMk cId="886010047" sldId="602"/>
            <ac:inkMk id="28" creationId="{6365523F-C913-A39C-729D-38766D50FA07}"/>
          </ac:inkMkLst>
        </pc:inkChg>
        <pc:inkChg chg="add mod">
          <ac:chgData name="Deepika Vatsa" userId="f7100972-27fe-4ee6-8fb4-ec9b7931b409" providerId="ADAL" clId="{43FC3250-EE2F-489E-970D-AD8C57589867}" dt="2025-07-30T11:24:43.654" v="5109"/>
          <ac:inkMkLst>
            <pc:docMk/>
            <pc:sldMk cId="886010047" sldId="602"/>
            <ac:inkMk id="29" creationId="{B9AFED4D-6D8A-E1D3-C7A8-0C0957D40200}"/>
          </ac:inkMkLst>
        </pc:inkChg>
        <pc:inkChg chg="add mod">
          <ac:chgData name="Deepika Vatsa" userId="f7100972-27fe-4ee6-8fb4-ec9b7931b409" providerId="ADAL" clId="{43FC3250-EE2F-489E-970D-AD8C57589867}" dt="2025-07-30T11:24:43.654" v="5109"/>
          <ac:inkMkLst>
            <pc:docMk/>
            <pc:sldMk cId="886010047" sldId="602"/>
            <ac:inkMk id="30" creationId="{38DA219B-49AA-FB1A-FC60-F23D29D85DA5}"/>
          </ac:inkMkLst>
        </pc:inkChg>
        <pc:inkChg chg="add mod">
          <ac:chgData name="Deepika Vatsa" userId="f7100972-27fe-4ee6-8fb4-ec9b7931b409" providerId="ADAL" clId="{43FC3250-EE2F-489E-970D-AD8C57589867}" dt="2025-07-30T11:24:43.654" v="5109"/>
          <ac:inkMkLst>
            <pc:docMk/>
            <pc:sldMk cId="886010047" sldId="602"/>
            <ac:inkMk id="31" creationId="{F4B46658-4F39-55F3-22EC-B58047D316BF}"/>
          </ac:inkMkLst>
        </pc:inkChg>
        <pc:inkChg chg="add mod">
          <ac:chgData name="Deepika Vatsa" userId="f7100972-27fe-4ee6-8fb4-ec9b7931b409" providerId="ADAL" clId="{43FC3250-EE2F-489E-970D-AD8C57589867}" dt="2025-07-30T11:24:43.654" v="5109"/>
          <ac:inkMkLst>
            <pc:docMk/>
            <pc:sldMk cId="886010047" sldId="602"/>
            <ac:inkMk id="32" creationId="{29ADBD88-7BF5-3963-EB39-80D3596BCCBE}"/>
          </ac:inkMkLst>
        </pc:inkChg>
        <pc:inkChg chg="add mod">
          <ac:chgData name="Deepika Vatsa" userId="f7100972-27fe-4ee6-8fb4-ec9b7931b409" providerId="ADAL" clId="{43FC3250-EE2F-489E-970D-AD8C57589867}" dt="2025-07-30T11:24:43.654" v="5109"/>
          <ac:inkMkLst>
            <pc:docMk/>
            <pc:sldMk cId="886010047" sldId="602"/>
            <ac:inkMk id="33" creationId="{4E4252B8-1F19-6D56-621B-4C4AC04C63DB}"/>
          </ac:inkMkLst>
        </pc:inkChg>
        <pc:inkChg chg="add mod">
          <ac:chgData name="Deepika Vatsa" userId="f7100972-27fe-4ee6-8fb4-ec9b7931b409" providerId="ADAL" clId="{43FC3250-EE2F-489E-970D-AD8C57589867}" dt="2025-07-30T11:24:43.654" v="5109"/>
          <ac:inkMkLst>
            <pc:docMk/>
            <pc:sldMk cId="886010047" sldId="602"/>
            <ac:inkMk id="34" creationId="{5CA1F1A7-3610-7C4B-50D6-70D8D1841E61}"/>
          </ac:inkMkLst>
        </pc:inkChg>
        <pc:inkChg chg="add mod">
          <ac:chgData name="Deepika Vatsa" userId="f7100972-27fe-4ee6-8fb4-ec9b7931b409" providerId="ADAL" clId="{43FC3250-EE2F-489E-970D-AD8C57589867}" dt="2025-07-30T11:24:43.654" v="5109"/>
          <ac:inkMkLst>
            <pc:docMk/>
            <pc:sldMk cId="886010047" sldId="602"/>
            <ac:inkMk id="35" creationId="{B60F7734-7A1F-733E-B7EB-11092EC27D64}"/>
          </ac:inkMkLst>
        </pc:inkChg>
        <pc:inkChg chg="add mod">
          <ac:chgData name="Deepika Vatsa" userId="f7100972-27fe-4ee6-8fb4-ec9b7931b409" providerId="ADAL" clId="{43FC3250-EE2F-489E-970D-AD8C57589867}" dt="2025-07-30T11:24:43.654" v="5109"/>
          <ac:inkMkLst>
            <pc:docMk/>
            <pc:sldMk cId="886010047" sldId="602"/>
            <ac:inkMk id="36" creationId="{53AB7C3E-B660-5610-C7AC-0538CBEEEE6B}"/>
          </ac:inkMkLst>
        </pc:inkChg>
        <pc:inkChg chg="add mod">
          <ac:chgData name="Deepika Vatsa" userId="f7100972-27fe-4ee6-8fb4-ec9b7931b409" providerId="ADAL" clId="{43FC3250-EE2F-489E-970D-AD8C57589867}" dt="2025-07-30T11:24:43.654" v="5109"/>
          <ac:inkMkLst>
            <pc:docMk/>
            <pc:sldMk cId="886010047" sldId="602"/>
            <ac:inkMk id="37" creationId="{8173337F-8EB2-3F94-0D23-8AF9F43A374B}"/>
          </ac:inkMkLst>
        </pc:inkChg>
        <pc:inkChg chg="add mod">
          <ac:chgData name="Deepika Vatsa" userId="f7100972-27fe-4ee6-8fb4-ec9b7931b409" providerId="ADAL" clId="{43FC3250-EE2F-489E-970D-AD8C57589867}" dt="2025-07-30T11:24:43.654" v="5109"/>
          <ac:inkMkLst>
            <pc:docMk/>
            <pc:sldMk cId="886010047" sldId="602"/>
            <ac:inkMk id="38" creationId="{8ACE3C35-3E82-FEC5-4B2F-2878A7944C9C}"/>
          </ac:inkMkLst>
        </pc:inkChg>
        <pc:inkChg chg="add mod">
          <ac:chgData name="Deepika Vatsa" userId="f7100972-27fe-4ee6-8fb4-ec9b7931b409" providerId="ADAL" clId="{43FC3250-EE2F-489E-970D-AD8C57589867}" dt="2025-07-30T11:24:43.654" v="5109"/>
          <ac:inkMkLst>
            <pc:docMk/>
            <pc:sldMk cId="886010047" sldId="602"/>
            <ac:inkMk id="39" creationId="{08EB2709-F3E8-996D-580E-21BA0545FDAA}"/>
          </ac:inkMkLst>
        </pc:inkChg>
        <pc:inkChg chg="add mod">
          <ac:chgData name="Deepika Vatsa" userId="f7100972-27fe-4ee6-8fb4-ec9b7931b409" providerId="ADAL" clId="{43FC3250-EE2F-489E-970D-AD8C57589867}" dt="2025-07-30T11:24:43.654" v="5109"/>
          <ac:inkMkLst>
            <pc:docMk/>
            <pc:sldMk cId="886010047" sldId="602"/>
            <ac:inkMk id="40" creationId="{2CA79349-A185-63E0-CE35-7975D0330F95}"/>
          </ac:inkMkLst>
        </pc:inkChg>
        <pc:inkChg chg="add mod">
          <ac:chgData name="Deepika Vatsa" userId="f7100972-27fe-4ee6-8fb4-ec9b7931b409" providerId="ADAL" clId="{43FC3250-EE2F-489E-970D-AD8C57589867}" dt="2025-07-30T11:24:43.654" v="5109"/>
          <ac:inkMkLst>
            <pc:docMk/>
            <pc:sldMk cId="886010047" sldId="602"/>
            <ac:inkMk id="41" creationId="{733809BB-8EC1-C2DF-197A-E23243DFA498}"/>
          </ac:inkMkLst>
        </pc:inkChg>
        <pc:inkChg chg="add mod">
          <ac:chgData name="Deepika Vatsa" userId="f7100972-27fe-4ee6-8fb4-ec9b7931b409" providerId="ADAL" clId="{43FC3250-EE2F-489E-970D-AD8C57589867}" dt="2025-07-30T11:24:43.654" v="5109"/>
          <ac:inkMkLst>
            <pc:docMk/>
            <pc:sldMk cId="886010047" sldId="602"/>
            <ac:inkMk id="42" creationId="{60699C46-1D91-0053-A00E-BF8BDCD90B03}"/>
          </ac:inkMkLst>
        </pc:inkChg>
        <pc:inkChg chg="add mod">
          <ac:chgData name="Deepika Vatsa" userId="f7100972-27fe-4ee6-8fb4-ec9b7931b409" providerId="ADAL" clId="{43FC3250-EE2F-489E-970D-AD8C57589867}" dt="2025-07-30T11:24:43.654" v="5109"/>
          <ac:inkMkLst>
            <pc:docMk/>
            <pc:sldMk cId="886010047" sldId="602"/>
            <ac:inkMk id="43" creationId="{6782598E-FD65-876A-3824-404BF77DE9C5}"/>
          </ac:inkMkLst>
        </pc:inkChg>
        <pc:inkChg chg="add mod">
          <ac:chgData name="Deepika Vatsa" userId="f7100972-27fe-4ee6-8fb4-ec9b7931b409" providerId="ADAL" clId="{43FC3250-EE2F-489E-970D-AD8C57589867}" dt="2025-07-30T11:24:43.654" v="5109"/>
          <ac:inkMkLst>
            <pc:docMk/>
            <pc:sldMk cId="886010047" sldId="602"/>
            <ac:inkMk id="44" creationId="{BF7257EE-EE49-ED62-4634-F0AD201CA77A}"/>
          </ac:inkMkLst>
        </pc:inkChg>
        <pc:inkChg chg="add mod">
          <ac:chgData name="Deepika Vatsa" userId="f7100972-27fe-4ee6-8fb4-ec9b7931b409" providerId="ADAL" clId="{43FC3250-EE2F-489E-970D-AD8C57589867}" dt="2025-07-30T11:24:43.654" v="5109"/>
          <ac:inkMkLst>
            <pc:docMk/>
            <pc:sldMk cId="886010047" sldId="602"/>
            <ac:inkMk id="45" creationId="{93946685-08B6-CB78-B9B2-740B5BB02A86}"/>
          </ac:inkMkLst>
        </pc:inkChg>
        <pc:inkChg chg="add mod">
          <ac:chgData name="Deepika Vatsa" userId="f7100972-27fe-4ee6-8fb4-ec9b7931b409" providerId="ADAL" clId="{43FC3250-EE2F-489E-970D-AD8C57589867}" dt="2025-07-30T11:24:43.654" v="5109"/>
          <ac:inkMkLst>
            <pc:docMk/>
            <pc:sldMk cId="886010047" sldId="602"/>
            <ac:inkMk id="46" creationId="{A145CD41-4BAC-C341-F925-B3251ECE9D79}"/>
          </ac:inkMkLst>
        </pc:inkChg>
        <pc:inkChg chg="add mod">
          <ac:chgData name="Deepika Vatsa" userId="f7100972-27fe-4ee6-8fb4-ec9b7931b409" providerId="ADAL" clId="{43FC3250-EE2F-489E-970D-AD8C57589867}" dt="2025-07-30T11:24:43.654" v="5109"/>
          <ac:inkMkLst>
            <pc:docMk/>
            <pc:sldMk cId="886010047" sldId="602"/>
            <ac:inkMk id="47" creationId="{13EBBA59-AC09-37C9-F0AB-51DAA1037325}"/>
          </ac:inkMkLst>
        </pc:inkChg>
        <pc:inkChg chg="add mod">
          <ac:chgData name="Deepika Vatsa" userId="f7100972-27fe-4ee6-8fb4-ec9b7931b409" providerId="ADAL" clId="{43FC3250-EE2F-489E-970D-AD8C57589867}" dt="2025-07-30T11:24:45.793" v="5114"/>
          <ac:inkMkLst>
            <pc:docMk/>
            <pc:sldMk cId="886010047" sldId="602"/>
            <ac:inkMk id="54" creationId="{A594385C-1DC0-FE5D-7A25-548AA5D88FFB}"/>
          </ac:inkMkLst>
        </pc:inkChg>
        <pc:inkChg chg="add mod">
          <ac:chgData name="Deepika Vatsa" userId="f7100972-27fe-4ee6-8fb4-ec9b7931b409" providerId="ADAL" clId="{43FC3250-EE2F-489E-970D-AD8C57589867}" dt="2025-07-30T11:24:45.793" v="5114"/>
          <ac:inkMkLst>
            <pc:docMk/>
            <pc:sldMk cId="886010047" sldId="602"/>
            <ac:inkMk id="55" creationId="{E0639422-4B7E-6A64-6F67-92733F77D231}"/>
          </ac:inkMkLst>
        </pc:inkChg>
        <pc:inkChg chg="add mod">
          <ac:chgData name="Deepika Vatsa" userId="f7100972-27fe-4ee6-8fb4-ec9b7931b409" providerId="ADAL" clId="{43FC3250-EE2F-489E-970D-AD8C57589867}" dt="2025-07-30T11:24:45.793" v="5114"/>
          <ac:inkMkLst>
            <pc:docMk/>
            <pc:sldMk cId="886010047" sldId="602"/>
            <ac:inkMk id="56" creationId="{D3FAD631-5FCF-7F4D-9CEA-D0A3DB2F9AC5}"/>
          </ac:inkMkLst>
        </pc:inkChg>
        <pc:inkChg chg="add mod">
          <ac:chgData name="Deepika Vatsa" userId="f7100972-27fe-4ee6-8fb4-ec9b7931b409" providerId="ADAL" clId="{43FC3250-EE2F-489E-970D-AD8C57589867}" dt="2025-07-30T11:24:45.793" v="5114"/>
          <ac:inkMkLst>
            <pc:docMk/>
            <pc:sldMk cId="886010047" sldId="602"/>
            <ac:inkMk id="57" creationId="{EE3A3A6A-2B8F-4ABE-778F-82E977D0C616}"/>
          </ac:inkMkLst>
        </pc:inkChg>
        <pc:inkChg chg="add mod">
          <ac:chgData name="Deepika Vatsa" userId="f7100972-27fe-4ee6-8fb4-ec9b7931b409" providerId="ADAL" clId="{43FC3250-EE2F-489E-970D-AD8C57589867}" dt="2025-07-30T11:25:07.675" v="5121"/>
          <ac:inkMkLst>
            <pc:docMk/>
            <pc:sldMk cId="886010047" sldId="602"/>
            <ac:inkMk id="59" creationId="{073A5B15-6E25-301E-9F5C-DC6461BF6FC6}"/>
          </ac:inkMkLst>
        </pc:inkChg>
        <pc:inkChg chg="add mod">
          <ac:chgData name="Deepika Vatsa" userId="f7100972-27fe-4ee6-8fb4-ec9b7931b409" providerId="ADAL" clId="{43FC3250-EE2F-489E-970D-AD8C57589867}" dt="2025-07-30T11:25:07.675" v="5121"/>
          <ac:inkMkLst>
            <pc:docMk/>
            <pc:sldMk cId="886010047" sldId="602"/>
            <ac:inkMk id="60" creationId="{2AA6E4AD-39FE-9896-BFA1-391A730AB93E}"/>
          </ac:inkMkLst>
        </pc:inkChg>
        <pc:inkChg chg="add mod">
          <ac:chgData name="Deepika Vatsa" userId="f7100972-27fe-4ee6-8fb4-ec9b7931b409" providerId="ADAL" clId="{43FC3250-EE2F-489E-970D-AD8C57589867}" dt="2025-07-30T11:25:07.675" v="5121"/>
          <ac:inkMkLst>
            <pc:docMk/>
            <pc:sldMk cId="886010047" sldId="602"/>
            <ac:inkMk id="61" creationId="{EA7B69A7-F83E-5981-BFCB-C39A3413198B}"/>
          </ac:inkMkLst>
        </pc:inkChg>
        <pc:inkChg chg="add mod">
          <ac:chgData name="Deepika Vatsa" userId="f7100972-27fe-4ee6-8fb4-ec9b7931b409" providerId="ADAL" clId="{43FC3250-EE2F-489E-970D-AD8C57589867}" dt="2025-07-30T11:25:07.675" v="5121"/>
          <ac:inkMkLst>
            <pc:docMk/>
            <pc:sldMk cId="886010047" sldId="602"/>
            <ac:inkMk id="62" creationId="{19A1C645-2016-482C-303C-E640143464D0}"/>
          </ac:inkMkLst>
        </pc:inkChg>
        <pc:inkChg chg="add mod">
          <ac:chgData name="Deepika Vatsa" userId="f7100972-27fe-4ee6-8fb4-ec9b7931b409" providerId="ADAL" clId="{43FC3250-EE2F-489E-970D-AD8C57589867}" dt="2025-07-30T11:25:07.675" v="5121"/>
          <ac:inkMkLst>
            <pc:docMk/>
            <pc:sldMk cId="886010047" sldId="602"/>
            <ac:inkMk id="63" creationId="{538E2AE8-3A25-B752-D408-5E529DDA7B76}"/>
          </ac:inkMkLst>
        </pc:inkChg>
        <pc:inkChg chg="add mod">
          <ac:chgData name="Deepika Vatsa" userId="f7100972-27fe-4ee6-8fb4-ec9b7931b409" providerId="ADAL" clId="{43FC3250-EE2F-489E-970D-AD8C57589867}" dt="2025-07-30T11:25:07.675" v="5121"/>
          <ac:inkMkLst>
            <pc:docMk/>
            <pc:sldMk cId="886010047" sldId="602"/>
            <ac:inkMk id="64" creationId="{756F2833-E6E1-287C-80D6-B02A90F45EE1}"/>
          </ac:inkMkLst>
        </pc:inkChg>
        <pc:inkChg chg="add del">
          <ac:chgData name="Deepika Vatsa" userId="f7100972-27fe-4ee6-8fb4-ec9b7931b409" providerId="ADAL" clId="{43FC3250-EE2F-489E-970D-AD8C57589867}" dt="2025-07-31T03:21:54.415" v="5145" actId="478"/>
          <ac:inkMkLst>
            <pc:docMk/>
            <pc:sldMk cId="886010047" sldId="602"/>
            <ac:inkMk id="66" creationId="{6E958762-7A95-9562-3E5C-CC1F2380AA41}"/>
          </ac:inkMkLst>
        </pc:inkChg>
        <pc:inkChg chg="add del">
          <ac:chgData name="Deepika Vatsa" userId="f7100972-27fe-4ee6-8fb4-ec9b7931b409" providerId="ADAL" clId="{43FC3250-EE2F-489E-970D-AD8C57589867}" dt="2025-07-31T03:22:01.683" v="5147" actId="478"/>
          <ac:inkMkLst>
            <pc:docMk/>
            <pc:sldMk cId="886010047" sldId="602"/>
            <ac:inkMk id="67" creationId="{DD7A5BBF-E577-3B0F-0EB2-45B5BED67247}"/>
          </ac:inkMkLst>
        </pc:inkChg>
      </pc:sldChg>
      <pc:sldChg chg="del">
        <pc:chgData name="Deepika Vatsa" userId="f7100972-27fe-4ee6-8fb4-ec9b7931b409" providerId="ADAL" clId="{43FC3250-EE2F-489E-970D-AD8C57589867}" dt="2025-07-23T11:05:11.946" v="73" actId="47"/>
        <pc:sldMkLst>
          <pc:docMk/>
          <pc:sldMk cId="3816700751" sldId="602"/>
        </pc:sldMkLst>
      </pc:sldChg>
      <pc:sldChg chg="addSp delSp modSp add mod">
        <pc:chgData name="Deepika Vatsa" userId="f7100972-27fe-4ee6-8fb4-ec9b7931b409" providerId="ADAL" clId="{43FC3250-EE2F-489E-970D-AD8C57589867}" dt="2025-07-31T03:22:07.067" v="5148" actId="478"/>
        <pc:sldMkLst>
          <pc:docMk/>
          <pc:sldMk cId="1900874624" sldId="603"/>
        </pc:sldMkLst>
        <pc:spChg chg="mod">
          <ac:chgData name="Deepika Vatsa" userId="f7100972-27fe-4ee6-8fb4-ec9b7931b409" providerId="ADAL" clId="{43FC3250-EE2F-489E-970D-AD8C57589867}" dt="2025-07-24T10:55:48.527" v="3140" actId="2711"/>
          <ac:spMkLst>
            <pc:docMk/>
            <pc:sldMk cId="1900874624" sldId="603"/>
            <ac:spMk id="5" creationId="{CC1083D5-B7AF-045F-7EAB-FD1411E3B290}"/>
          </ac:spMkLst>
        </pc:spChg>
        <pc:spChg chg="add mod">
          <ac:chgData name="Deepika Vatsa" userId="f7100972-27fe-4ee6-8fb4-ec9b7931b409" providerId="ADAL" clId="{43FC3250-EE2F-489E-970D-AD8C57589867}" dt="2025-07-24T11:52:37.966" v="3628" actId="1076"/>
          <ac:spMkLst>
            <pc:docMk/>
            <pc:sldMk cId="1900874624" sldId="603"/>
            <ac:spMk id="9" creationId="{CCAC1D88-4F5A-C1DF-D1C4-11D9B4B06BA5}"/>
          </ac:spMkLst>
        </pc:spChg>
        <pc:picChg chg="add mod">
          <ac:chgData name="Deepika Vatsa" userId="f7100972-27fe-4ee6-8fb4-ec9b7931b409" providerId="ADAL" clId="{43FC3250-EE2F-489E-970D-AD8C57589867}" dt="2025-07-24T11:51:59.171" v="3599" actId="1076"/>
          <ac:picMkLst>
            <pc:docMk/>
            <pc:sldMk cId="1900874624" sldId="603"/>
            <ac:picMk id="6" creationId="{5E347412-CBFA-DA73-915B-E742041667EB}"/>
          </ac:picMkLst>
        </pc:picChg>
        <pc:picChg chg="add mod">
          <ac:chgData name="Deepika Vatsa" userId="f7100972-27fe-4ee6-8fb4-ec9b7931b409" providerId="ADAL" clId="{43FC3250-EE2F-489E-970D-AD8C57589867}" dt="2025-07-24T11:52:07.262" v="3602" actId="14100"/>
          <ac:picMkLst>
            <pc:docMk/>
            <pc:sldMk cId="1900874624" sldId="603"/>
            <ac:picMk id="8" creationId="{A25986A4-FC58-2B08-DF6B-EC64FFFDFCA5}"/>
          </ac:picMkLst>
        </pc:picChg>
        <pc:picChg chg="del">
          <ac:chgData name="Deepika Vatsa" userId="f7100972-27fe-4ee6-8fb4-ec9b7931b409" providerId="ADAL" clId="{43FC3250-EE2F-489E-970D-AD8C57589867}" dt="2025-07-24T10:55:16.265" v="3133" actId="478"/>
          <ac:picMkLst>
            <pc:docMk/>
            <pc:sldMk cId="1900874624" sldId="603"/>
            <ac:picMk id="10" creationId="{2C8F8A8C-4CBE-F873-6787-5EB3002F5B68}"/>
          </ac:picMkLst>
        </pc:picChg>
        <pc:inkChg chg="add del">
          <ac:chgData name="Deepika Vatsa" userId="f7100972-27fe-4ee6-8fb4-ec9b7931b409" providerId="ADAL" clId="{43FC3250-EE2F-489E-970D-AD8C57589867}" dt="2025-07-31T03:22:07.067" v="5148" actId="478"/>
          <ac:inkMkLst>
            <pc:docMk/>
            <pc:sldMk cId="1900874624" sldId="603"/>
            <ac:inkMk id="4" creationId="{F3BB0138-CCD1-0C0C-A067-F41D030F9149}"/>
          </ac:inkMkLst>
        </pc:inkChg>
        <pc:cxnChg chg="add mod">
          <ac:chgData name="Deepika Vatsa" userId="f7100972-27fe-4ee6-8fb4-ec9b7931b409" providerId="ADAL" clId="{43FC3250-EE2F-489E-970D-AD8C57589867}" dt="2025-07-24T11:53:00.665" v="3631" actId="1582"/>
          <ac:cxnSpMkLst>
            <pc:docMk/>
            <pc:sldMk cId="1900874624" sldId="603"/>
            <ac:cxnSpMk id="12" creationId="{57242450-156C-9942-E006-2331D09B8452}"/>
          </ac:cxnSpMkLst>
        </pc:cxnChg>
      </pc:sldChg>
      <pc:sldChg chg="del">
        <pc:chgData name="Deepika Vatsa" userId="f7100972-27fe-4ee6-8fb4-ec9b7931b409" providerId="ADAL" clId="{43FC3250-EE2F-489E-970D-AD8C57589867}" dt="2025-07-23T11:05:11.946" v="73" actId="47"/>
        <pc:sldMkLst>
          <pc:docMk/>
          <pc:sldMk cId="3109653638" sldId="603"/>
        </pc:sldMkLst>
      </pc:sldChg>
      <pc:sldChg chg="del">
        <pc:chgData name="Deepika Vatsa" userId="f7100972-27fe-4ee6-8fb4-ec9b7931b409" providerId="ADAL" clId="{43FC3250-EE2F-489E-970D-AD8C57589867}" dt="2025-07-23T11:05:11.946" v="73" actId="47"/>
        <pc:sldMkLst>
          <pc:docMk/>
          <pc:sldMk cId="649285932" sldId="604"/>
        </pc:sldMkLst>
      </pc:sldChg>
      <pc:sldChg chg="addSp delSp modSp add mod">
        <pc:chgData name="Deepika Vatsa" userId="f7100972-27fe-4ee6-8fb4-ec9b7931b409" providerId="ADAL" clId="{43FC3250-EE2F-489E-970D-AD8C57589867}" dt="2025-07-31T03:22:13.276" v="5149" actId="478"/>
        <pc:sldMkLst>
          <pc:docMk/>
          <pc:sldMk cId="1874286721" sldId="604"/>
        </pc:sldMkLst>
        <pc:spChg chg="mod">
          <ac:chgData name="Deepika Vatsa" userId="f7100972-27fe-4ee6-8fb4-ec9b7931b409" providerId="ADAL" clId="{43FC3250-EE2F-489E-970D-AD8C57589867}" dt="2025-07-25T06:26:21.166" v="3770" actId="1076"/>
          <ac:spMkLst>
            <pc:docMk/>
            <pc:sldMk cId="1874286721" sldId="604"/>
            <ac:spMk id="5" creationId="{CC1083D5-B7AF-045F-7EAB-FD1411E3B290}"/>
          </ac:spMkLst>
        </pc:spChg>
        <pc:picChg chg="del">
          <ac:chgData name="Deepika Vatsa" userId="f7100972-27fe-4ee6-8fb4-ec9b7931b409" providerId="ADAL" clId="{43FC3250-EE2F-489E-970D-AD8C57589867}" dt="2025-07-24T10:56:32.938" v="3141" actId="478"/>
          <ac:picMkLst>
            <pc:docMk/>
            <pc:sldMk cId="1874286721" sldId="604"/>
            <ac:picMk id="6" creationId="{5E347412-CBFA-DA73-915B-E742041667EB}"/>
          </ac:picMkLst>
        </pc:picChg>
        <pc:picChg chg="add mod">
          <ac:chgData name="Deepika Vatsa" userId="f7100972-27fe-4ee6-8fb4-ec9b7931b409" providerId="ADAL" clId="{43FC3250-EE2F-489E-970D-AD8C57589867}" dt="2025-07-24T10:56:44.883" v="3149" actId="1037"/>
          <ac:picMkLst>
            <pc:docMk/>
            <pc:sldMk cId="1874286721" sldId="604"/>
            <ac:picMk id="7" creationId="{97F75AB9-1D31-DE6E-BC70-6217AEB8A431}"/>
          </ac:picMkLst>
        </pc:picChg>
        <pc:inkChg chg="add del">
          <ac:chgData name="Deepika Vatsa" userId="f7100972-27fe-4ee6-8fb4-ec9b7931b409" providerId="ADAL" clId="{43FC3250-EE2F-489E-970D-AD8C57589867}" dt="2025-07-31T03:22:13.276" v="5149" actId="478"/>
          <ac:inkMkLst>
            <pc:docMk/>
            <pc:sldMk cId="1874286721" sldId="604"/>
            <ac:inkMk id="4" creationId="{5E73F207-02B2-3CFF-A74D-A904062BDB9C}"/>
          </ac:inkMkLst>
        </pc:inkChg>
      </pc:sldChg>
      <pc:sldChg chg="addSp delSp modSp add mod">
        <pc:chgData name="Deepika Vatsa" userId="f7100972-27fe-4ee6-8fb4-ec9b7931b409" providerId="ADAL" clId="{43FC3250-EE2F-489E-970D-AD8C57589867}" dt="2025-07-31T03:22:16.699" v="5150" actId="478"/>
        <pc:sldMkLst>
          <pc:docMk/>
          <pc:sldMk cId="2436058904" sldId="605"/>
        </pc:sldMkLst>
        <pc:spChg chg="mod">
          <ac:chgData name="Deepika Vatsa" userId="f7100972-27fe-4ee6-8fb4-ec9b7931b409" providerId="ADAL" clId="{43FC3250-EE2F-489E-970D-AD8C57589867}" dt="2025-07-24T11:22:06.459" v="3293" actId="58"/>
          <ac:spMkLst>
            <pc:docMk/>
            <pc:sldMk cId="2436058904" sldId="605"/>
            <ac:spMk id="5" creationId="{CC1083D5-B7AF-045F-7EAB-FD1411E3B290}"/>
          </ac:spMkLst>
        </pc:spChg>
        <pc:picChg chg="add mod">
          <ac:chgData name="Deepika Vatsa" userId="f7100972-27fe-4ee6-8fb4-ec9b7931b409" providerId="ADAL" clId="{43FC3250-EE2F-489E-970D-AD8C57589867}" dt="2025-07-24T11:00:25.218" v="3196" actId="1037"/>
          <ac:picMkLst>
            <pc:docMk/>
            <pc:sldMk cId="2436058904" sldId="605"/>
            <ac:picMk id="6" creationId="{9542A4B5-39E6-D2FB-47CE-3134BB4938FC}"/>
          </ac:picMkLst>
        </pc:picChg>
        <pc:picChg chg="del">
          <ac:chgData name="Deepika Vatsa" userId="f7100972-27fe-4ee6-8fb4-ec9b7931b409" providerId="ADAL" clId="{43FC3250-EE2F-489E-970D-AD8C57589867}" dt="2025-07-24T11:00:13.287" v="3188" actId="478"/>
          <ac:picMkLst>
            <pc:docMk/>
            <pc:sldMk cId="2436058904" sldId="605"/>
            <ac:picMk id="7" creationId="{97F75AB9-1D31-DE6E-BC70-6217AEB8A431}"/>
          </ac:picMkLst>
        </pc:picChg>
        <pc:inkChg chg="add del">
          <ac:chgData name="Deepika Vatsa" userId="f7100972-27fe-4ee6-8fb4-ec9b7931b409" providerId="ADAL" clId="{43FC3250-EE2F-489E-970D-AD8C57589867}" dt="2025-07-31T03:22:16.699" v="5150" actId="478"/>
          <ac:inkMkLst>
            <pc:docMk/>
            <pc:sldMk cId="2436058904" sldId="605"/>
            <ac:inkMk id="4" creationId="{40C20B08-60C7-D9BE-41DF-56B84582B374}"/>
          </ac:inkMkLst>
        </pc:inkChg>
      </pc:sldChg>
      <pc:sldChg chg="del">
        <pc:chgData name="Deepika Vatsa" userId="f7100972-27fe-4ee6-8fb4-ec9b7931b409" providerId="ADAL" clId="{43FC3250-EE2F-489E-970D-AD8C57589867}" dt="2025-07-23T11:05:11.946" v="73" actId="47"/>
        <pc:sldMkLst>
          <pc:docMk/>
          <pc:sldMk cId="2666969699" sldId="605"/>
        </pc:sldMkLst>
      </pc:sldChg>
      <pc:sldChg chg="del">
        <pc:chgData name="Deepika Vatsa" userId="f7100972-27fe-4ee6-8fb4-ec9b7931b409" providerId="ADAL" clId="{43FC3250-EE2F-489E-970D-AD8C57589867}" dt="2025-07-23T11:05:11.946" v="73" actId="47"/>
        <pc:sldMkLst>
          <pc:docMk/>
          <pc:sldMk cId="1055965943" sldId="606"/>
        </pc:sldMkLst>
      </pc:sldChg>
      <pc:sldChg chg="addSp delSp modSp add mod ord">
        <pc:chgData name="Deepika Vatsa" userId="f7100972-27fe-4ee6-8fb4-ec9b7931b409" providerId="ADAL" clId="{43FC3250-EE2F-489E-970D-AD8C57589867}" dt="2025-07-31T03:22:28.263" v="5152" actId="478"/>
        <pc:sldMkLst>
          <pc:docMk/>
          <pc:sldMk cId="2038364896" sldId="606"/>
        </pc:sldMkLst>
        <pc:spChg chg="mod">
          <ac:chgData name="Deepika Vatsa" userId="f7100972-27fe-4ee6-8fb4-ec9b7931b409" providerId="ADAL" clId="{43FC3250-EE2F-489E-970D-AD8C57589867}" dt="2025-07-24T11:37:55.586" v="3337" actId="20577"/>
          <ac:spMkLst>
            <pc:docMk/>
            <pc:sldMk cId="2038364896" sldId="606"/>
            <ac:spMk id="2" creationId="{00000000-0000-0000-0000-000000000000}"/>
          </ac:spMkLst>
        </pc:spChg>
        <pc:spChg chg="mod">
          <ac:chgData name="Deepika Vatsa" userId="f7100972-27fe-4ee6-8fb4-ec9b7931b409" providerId="ADAL" clId="{43FC3250-EE2F-489E-970D-AD8C57589867}" dt="2025-07-25T06:42:50.194" v="4069" actId="20577"/>
          <ac:spMkLst>
            <pc:docMk/>
            <pc:sldMk cId="2038364896" sldId="606"/>
            <ac:spMk id="5" creationId="{CC1083D5-B7AF-045F-7EAB-FD1411E3B290}"/>
          </ac:spMkLst>
        </pc:spChg>
        <pc:picChg chg="del">
          <ac:chgData name="Deepika Vatsa" userId="f7100972-27fe-4ee6-8fb4-ec9b7931b409" providerId="ADAL" clId="{43FC3250-EE2F-489E-970D-AD8C57589867}" dt="2025-07-24T11:22:43.873" v="3313" actId="478"/>
          <ac:picMkLst>
            <pc:docMk/>
            <pc:sldMk cId="2038364896" sldId="606"/>
            <ac:picMk id="6" creationId="{9542A4B5-39E6-D2FB-47CE-3134BB4938FC}"/>
          </ac:picMkLst>
        </pc:picChg>
        <pc:picChg chg="add mod">
          <ac:chgData name="Deepika Vatsa" userId="f7100972-27fe-4ee6-8fb4-ec9b7931b409" providerId="ADAL" clId="{43FC3250-EE2F-489E-970D-AD8C57589867}" dt="2025-07-25T06:42:58.032" v="4071" actId="14100"/>
          <ac:picMkLst>
            <pc:docMk/>
            <pc:sldMk cId="2038364896" sldId="606"/>
            <ac:picMk id="7" creationId="{BB5D4909-C339-2D76-23A3-98B71B053D48}"/>
          </ac:picMkLst>
        </pc:picChg>
        <pc:inkChg chg="add del">
          <ac:chgData name="Deepika Vatsa" userId="f7100972-27fe-4ee6-8fb4-ec9b7931b409" providerId="ADAL" clId="{43FC3250-EE2F-489E-970D-AD8C57589867}" dt="2025-07-31T03:22:28.263" v="5152" actId="478"/>
          <ac:inkMkLst>
            <pc:docMk/>
            <pc:sldMk cId="2038364896" sldId="606"/>
            <ac:inkMk id="4" creationId="{D5FEF06F-B2C7-E97B-EF06-31BC0097C5D3}"/>
          </ac:inkMkLst>
        </pc:inkChg>
      </pc:sldChg>
      <pc:sldChg chg="addSp delSp modSp add mod">
        <pc:chgData name="Deepika Vatsa" userId="f7100972-27fe-4ee6-8fb4-ec9b7931b409" providerId="ADAL" clId="{43FC3250-EE2F-489E-970D-AD8C57589867}" dt="2025-07-31T03:22:20.269" v="5151" actId="478"/>
        <pc:sldMkLst>
          <pc:docMk/>
          <pc:sldMk cId="1748403446" sldId="607"/>
        </pc:sldMkLst>
        <pc:spChg chg="mod">
          <ac:chgData name="Deepika Vatsa" userId="f7100972-27fe-4ee6-8fb4-ec9b7931b409" providerId="ADAL" clId="{43FC3250-EE2F-489E-970D-AD8C57589867}" dt="2025-07-25T06:42:05.894" v="4034" actId="20577"/>
          <ac:spMkLst>
            <pc:docMk/>
            <pc:sldMk cId="1748403446" sldId="607"/>
            <ac:spMk id="5" creationId="{CC1083D5-B7AF-045F-7EAB-FD1411E3B290}"/>
          </ac:spMkLst>
        </pc:spChg>
        <pc:spChg chg="add del mod">
          <ac:chgData name="Deepika Vatsa" userId="f7100972-27fe-4ee6-8fb4-ec9b7931b409" providerId="ADAL" clId="{43FC3250-EE2F-489E-970D-AD8C57589867}" dt="2025-07-25T06:34:02.491" v="3909" actId="478"/>
          <ac:spMkLst>
            <pc:docMk/>
            <pc:sldMk cId="1748403446" sldId="607"/>
            <ac:spMk id="10" creationId="{3FAE005D-3CFC-EEAA-ED2D-EF813024F8F8}"/>
          </ac:spMkLst>
        </pc:spChg>
        <pc:spChg chg="add del">
          <ac:chgData name="Deepika Vatsa" userId="f7100972-27fe-4ee6-8fb4-ec9b7931b409" providerId="ADAL" clId="{43FC3250-EE2F-489E-970D-AD8C57589867}" dt="2025-07-25T06:33:30.051" v="3874"/>
          <ac:spMkLst>
            <pc:docMk/>
            <pc:sldMk cId="1748403446" sldId="607"/>
            <ac:spMk id="11" creationId="{654270B0-BB9E-6673-8A23-2D85A649ACB1}"/>
          </ac:spMkLst>
        </pc:spChg>
        <pc:spChg chg="add del mod">
          <ac:chgData name="Deepika Vatsa" userId="f7100972-27fe-4ee6-8fb4-ec9b7931b409" providerId="ADAL" clId="{43FC3250-EE2F-489E-970D-AD8C57589867}" dt="2025-07-25T06:33:27.820" v="3872"/>
          <ac:spMkLst>
            <pc:docMk/>
            <pc:sldMk cId="1748403446" sldId="607"/>
            <ac:spMk id="12" creationId="{CE854B7F-AD17-A879-172B-CDFB83F08EF0}"/>
          </ac:spMkLst>
        </pc:spChg>
        <pc:spChg chg="add mod">
          <ac:chgData name="Deepika Vatsa" userId="f7100972-27fe-4ee6-8fb4-ec9b7931b409" providerId="ADAL" clId="{43FC3250-EE2F-489E-970D-AD8C57589867}" dt="2025-07-25T06:42:18.768" v="4035" actId="1076"/>
          <ac:spMkLst>
            <pc:docMk/>
            <pc:sldMk cId="1748403446" sldId="607"/>
            <ac:spMk id="13" creationId="{70986103-B215-563E-7363-18E61472D0F6}"/>
          </ac:spMkLst>
        </pc:spChg>
        <pc:picChg chg="add del mod">
          <ac:chgData name="Deepika Vatsa" userId="f7100972-27fe-4ee6-8fb4-ec9b7931b409" providerId="ADAL" clId="{43FC3250-EE2F-489E-970D-AD8C57589867}" dt="2025-07-24T11:47:07.172" v="3598" actId="478"/>
          <ac:picMkLst>
            <pc:docMk/>
            <pc:sldMk cId="1748403446" sldId="607"/>
            <ac:picMk id="6" creationId="{A13E8D7B-4A52-0721-BC59-29B338739EB1}"/>
          </ac:picMkLst>
        </pc:picChg>
        <pc:picChg chg="del">
          <ac:chgData name="Deepika Vatsa" userId="f7100972-27fe-4ee6-8fb4-ec9b7931b409" providerId="ADAL" clId="{43FC3250-EE2F-489E-970D-AD8C57589867}" dt="2025-07-24T11:42:49.039" v="3485" actId="478"/>
          <ac:picMkLst>
            <pc:docMk/>
            <pc:sldMk cId="1748403446" sldId="607"/>
            <ac:picMk id="7" creationId="{BB5D4909-C339-2D76-23A3-98B71B053D48}"/>
          </ac:picMkLst>
        </pc:picChg>
        <pc:picChg chg="add mod">
          <ac:chgData name="Deepika Vatsa" userId="f7100972-27fe-4ee6-8fb4-ec9b7931b409" providerId="ADAL" clId="{43FC3250-EE2F-489E-970D-AD8C57589867}" dt="2025-07-25T06:43:04.276" v="4072" actId="14100"/>
          <ac:picMkLst>
            <pc:docMk/>
            <pc:sldMk cId="1748403446" sldId="607"/>
            <ac:picMk id="9" creationId="{32F6E1FF-15F1-A1E0-E331-2C1F8A441D0A}"/>
          </ac:picMkLst>
        </pc:picChg>
        <pc:inkChg chg="add del">
          <ac:chgData name="Deepika Vatsa" userId="f7100972-27fe-4ee6-8fb4-ec9b7931b409" providerId="ADAL" clId="{43FC3250-EE2F-489E-970D-AD8C57589867}" dt="2025-07-31T03:22:20.269" v="5151" actId="478"/>
          <ac:inkMkLst>
            <pc:docMk/>
            <pc:sldMk cId="1748403446" sldId="607"/>
            <ac:inkMk id="4" creationId="{6D2DAF5D-2AD8-9F3A-AD48-2DA240DA9DB6}"/>
          </ac:inkMkLst>
        </pc:inkChg>
      </pc:sldChg>
      <pc:sldChg chg="del">
        <pc:chgData name="Deepika Vatsa" userId="f7100972-27fe-4ee6-8fb4-ec9b7931b409" providerId="ADAL" clId="{43FC3250-EE2F-489E-970D-AD8C57589867}" dt="2025-07-23T11:05:11.946" v="73" actId="47"/>
        <pc:sldMkLst>
          <pc:docMk/>
          <pc:sldMk cId="3928892522" sldId="607"/>
        </pc:sldMkLst>
      </pc:sldChg>
      <pc:sldChg chg="addSp delSp modSp add mod">
        <pc:chgData name="Deepika Vatsa" userId="f7100972-27fe-4ee6-8fb4-ec9b7931b409" providerId="ADAL" clId="{43FC3250-EE2F-489E-970D-AD8C57589867}" dt="2025-07-31T04:12:32.264" v="5154" actId="478"/>
        <pc:sldMkLst>
          <pc:docMk/>
          <pc:sldMk cId="875425397" sldId="608"/>
        </pc:sldMkLst>
        <pc:spChg chg="mod">
          <ac:chgData name="Deepika Vatsa" userId="f7100972-27fe-4ee6-8fb4-ec9b7931b409" providerId="ADAL" clId="{43FC3250-EE2F-489E-970D-AD8C57589867}" dt="2025-07-24T11:46:24.653" v="3538" actId="20577"/>
          <ac:spMkLst>
            <pc:docMk/>
            <pc:sldMk cId="875425397" sldId="608"/>
            <ac:spMk id="2" creationId="{00000000-0000-0000-0000-000000000000}"/>
          </ac:spMkLst>
        </pc:spChg>
        <pc:spChg chg="mod">
          <ac:chgData name="Deepika Vatsa" userId="f7100972-27fe-4ee6-8fb4-ec9b7931b409" providerId="ADAL" clId="{43FC3250-EE2F-489E-970D-AD8C57589867}" dt="2025-07-24T11:46:33.897" v="3541" actId="1076"/>
          <ac:spMkLst>
            <pc:docMk/>
            <pc:sldMk cId="875425397" sldId="608"/>
            <ac:spMk id="5" creationId="{CC1083D5-B7AF-045F-7EAB-FD1411E3B290}"/>
          </ac:spMkLst>
        </pc:spChg>
        <pc:picChg chg="del">
          <ac:chgData name="Deepika Vatsa" userId="f7100972-27fe-4ee6-8fb4-ec9b7931b409" providerId="ADAL" clId="{43FC3250-EE2F-489E-970D-AD8C57589867}" dt="2025-07-24T11:46:28.740" v="3540" actId="478"/>
          <ac:picMkLst>
            <pc:docMk/>
            <pc:sldMk cId="875425397" sldId="608"/>
            <ac:picMk id="6" creationId="{A13E8D7B-4A52-0721-BC59-29B338739EB1}"/>
          </ac:picMkLst>
        </pc:picChg>
        <pc:inkChg chg="add del">
          <ac:chgData name="Deepika Vatsa" userId="f7100972-27fe-4ee6-8fb4-ec9b7931b409" providerId="ADAL" clId="{43FC3250-EE2F-489E-970D-AD8C57589867}" dt="2025-07-31T04:12:32.264" v="5154" actId="478"/>
          <ac:inkMkLst>
            <pc:docMk/>
            <pc:sldMk cId="875425397" sldId="608"/>
            <ac:inkMk id="4" creationId="{A403426F-F021-3620-E64C-72BB553D3F80}"/>
          </ac:inkMkLst>
        </pc:inkChg>
      </pc:sldChg>
      <pc:sldChg chg="del">
        <pc:chgData name="Deepika Vatsa" userId="f7100972-27fe-4ee6-8fb4-ec9b7931b409" providerId="ADAL" clId="{43FC3250-EE2F-489E-970D-AD8C57589867}" dt="2025-07-23T11:05:11.946" v="73" actId="47"/>
        <pc:sldMkLst>
          <pc:docMk/>
          <pc:sldMk cId="2914318388" sldId="608"/>
        </pc:sldMkLst>
      </pc:sldChg>
      <pc:sldChg chg="del">
        <pc:chgData name="Deepika Vatsa" userId="f7100972-27fe-4ee6-8fb4-ec9b7931b409" providerId="ADAL" clId="{43FC3250-EE2F-489E-970D-AD8C57589867}" dt="2025-07-23T11:05:11.946" v="73" actId="47"/>
        <pc:sldMkLst>
          <pc:docMk/>
          <pc:sldMk cId="726719763" sldId="609"/>
        </pc:sldMkLst>
      </pc:sldChg>
      <pc:sldChg chg="addSp delSp modSp add mod">
        <pc:chgData name="Deepika Vatsa" userId="f7100972-27fe-4ee6-8fb4-ec9b7931b409" providerId="ADAL" clId="{43FC3250-EE2F-489E-970D-AD8C57589867}" dt="2025-07-31T03:22:31.345" v="5153" actId="478"/>
        <pc:sldMkLst>
          <pc:docMk/>
          <pc:sldMk cId="2661033047" sldId="609"/>
        </pc:sldMkLst>
        <pc:spChg chg="mod">
          <ac:chgData name="Deepika Vatsa" userId="f7100972-27fe-4ee6-8fb4-ec9b7931b409" providerId="ADAL" clId="{43FC3250-EE2F-489E-970D-AD8C57589867}" dt="2025-07-25T06:43:18.452" v="4073" actId="20577"/>
          <ac:spMkLst>
            <pc:docMk/>
            <pc:sldMk cId="2661033047" sldId="609"/>
            <ac:spMk id="5" creationId="{CC1083D5-B7AF-045F-7EAB-FD1411E3B290}"/>
          </ac:spMkLst>
        </pc:spChg>
        <pc:picChg chg="mod">
          <ac:chgData name="Deepika Vatsa" userId="f7100972-27fe-4ee6-8fb4-ec9b7931b409" providerId="ADAL" clId="{43FC3250-EE2F-489E-970D-AD8C57589867}" dt="2025-07-25T06:43:23.529" v="4075" actId="14100"/>
          <ac:picMkLst>
            <pc:docMk/>
            <pc:sldMk cId="2661033047" sldId="609"/>
            <ac:picMk id="6" creationId="{A13E8D7B-4A52-0721-BC59-29B338739EB1}"/>
          </ac:picMkLst>
        </pc:picChg>
        <pc:inkChg chg="add del">
          <ac:chgData name="Deepika Vatsa" userId="f7100972-27fe-4ee6-8fb4-ec9b7931b409" providerId="ADAL" clId="{43FC3250-EE2F-489E-970D-AD8C57589867}" dt="2025-07-31T03:22:31.345" v="5153" actId="478"/>
          <ac:inkMkLst>
            <pc:docMk/>
            <pc:sldMk cId="2661033047" sldId="609"/>
            <ac:inkMk id="4" creationId="{62AE56D4-FC9A-0AEB-43A7-FAE9356B9CDA}"/>
          </ac:inkMkLst>
        </pc:inkChg>
      </pc:sldChg>
      <pc:sldChg chg="addSp delSp modSp add mod">
        <pc:chgData name="Deepika Vatsa" userId="f7100972-27fe-4ee6-8fb4-ec9b7931b409" providerId="ADAL" clId="{43FC3250-EE2F-489E-970D-AD8C57589867}" dt="2025-07-31T04:12:42.796" v="5158" actId="478"/>
        <pc:sldMkLst>
          <pc:docMk/>
          <pc:sldMk cId="1244221787" sldId="610"/>
        </pc:sldMkLst>
        <pc:spChg chg="mod">
          <ac:chgData name="Deepika Vatsa" userId="f7100972-27fe-4ee6-8fb4-ec9b7931b409" providerId="ADAL" clId="{43FC3250-EE2F-489E-970D-AD8C57589867}" dt="2025-07-29T09:26:29.034" v="4318" actId="20577"/>
          <ac:spMkLst>
            <pc:docMk/>
            <pc:sldMk cId="1244221787" sldId="610"/>
            <ac:spMk id="2" creationId="{00000000-0000-0000-0000-000000000000}"/>
          </ac:spMkLst>
        </pc:spChg>
        <pc:spChg chg="add mod">
          <ac:chgData name="Deepika Vatsa" userId="f7100972-27fe-4ee6-8fb4-ec9b7931b409" providerId="ADAL" clId="{43FC3250-EE2F-489E-970D-AD8C57589867}" dt="2025-07-29T09:36:07.618" v="4601" actId="403"/>
          <ac:spMkLst>
            <pc:docMk/>
            <pc:sldMk cId="1244221787" sldId="610"/>
            <ac:spMk id="5" creationId="{1310D0E2-75BF-6154-37D8-B2D38B76B72D}"/>
          </ac:spMkLst>
        </pc:spChg>
        <pc:spChg chg="add mod">
          <ac:chgData name="Deepika Vatsa" userId="f7100972-27fe-4ee6-8fb4-ec9b7931b409" providerId="ADAL" clId="{43FC3250-EE2F-489E-970D-AD8C57589867}" dt="2025-07-29T09:36:25.546" v="4604" actId="1076"/>
          <ac:spMkLst>
            <pc:docMk/>
            <pc:sldMk cId="1244221787" sldId="610"/>
            <ac:spMk id="10" creationId="{9B627254-09D3-20DB-9C07-F8310D90C8F0}"/>
          </ac:spMkLst>
        </pc:spChg>
        <pc:spChg chg="del mod">
          <ac:chgData name="Deepika Vatsa" userId="f7100972-27fe-4ee6-8fb4-ec9b7931b409" providerId="ADAL" clId="{43FC3250-EE2F-489E-970D-AD8C57589867}" dt="2025-07-29T09:27:42.845" v="4340"/>
          <ac:spMkLst>
            <pc:docMk/>
            <pc:sldMk cId="1244221787" sldId="610"/>
            <ac:spMk id="11" creationId="{06381CCD-359B-D8A2-1997-A5B56A02FD41}"/>
          </ac:spMkLst>
        </pc:spChg>
        <pc:graphicFrameChg chg="add mod modGraphic">
          <ac:chgData name="Deepika Vatsa" userId="f7100972-27fe-4ee6-8fb4-ec9b7931b409" providerId="ADAL" clId="{43FC3250-EE2F-489E-970D-AD8C57589867}" dt="2025-07-29T09:36:02.277" v="4600" actId="403"/>
          <ac:graphicFrameMkLst>
            <pc:docMk/>
            <pc:sldMk cId="1244221787" sldId="610"/>
            <ac:graphicFrameMk id="4" creationId="{9A61CFB2-8DA7-5321-4636-0B27883190EC}"/>
          </ac:graphicFrameMkLst>
        </pc:graphicFrameChg>
        <pc:picChg chg="add mod">
          <ac:chgData name="Deepika Vatsa" userId="f7100972-27fe-4ee6-8fb4-ec9b7931b409" providerId="ADAL" clId="{43FC3250-EE2F-489E-970D-AD8C57589867}" dt="2025-07-29T09:36:17.650" v="4602" actId="1076"/>
          <ac:picMkLst>
            <pc:docMk/>
            <pc:sldMk cId="1244221787" sldId="610"/>
            <ac:picMk id="7" creationId="{EB1BC7D7-2A8B-FDFE-19D5-5060E82A5057}"/>
          </ac:picMkLst>
        </pc:picChg>
        <pc:picChg chg="add mod">
          <ac:chgData name="Deepika Vatsa" userId="f7100972-27fe-4ee6-8fb4-ec9b7931b409" providerId="ADAL" clId="{43FC3250-EE2F-489E-970D-AD8C57589867}" dt="2025-07-29T09:31:32.976" v="4489" actId="1076"/>
          <ac:picMkLst>
            <pc:docMk/>
            <pc:sldMk cId="1244221787" sldId="610"/>
            <ac:picMk id="9" creationId="{2225503A-7575-0D3B-5B98-909C48A2EA7C}"/>
          </ac:picMkLst>
        </pc:picChg>
        <pc:inkChg chg="add del">
          <ac:chgData name="Deepika Vatsa" userId="f7100972-27fe-4ee6-8fb4-ec9b7931b409" providerId="ADAL" clId="{43FC3250-EE2F-489E-970D-AD8C57589867}" dt="2025-07-31T04:12:42.796" v="5158" actId="478"/>
          <ac:inkMkLst>
            <pc:docMk/>
            <pc:sldMk cId="1244221787" sldId="610"/>
            <ac:inkMk id="6" creationId="{17296517-C49C-BE35-E114-9B88F69E82AE}"/>
          </ac:inkMkLst>
        </pc:inkChg>
      </pc:sldChg>
      <pc:sldChg chg="del">
        <pc:chgData name="Deepika Vatsa" userId="f7100972-27fe-4ee6-8fb4-ec9b7931b409" providerId="ADAL" clId="{43FC3250-EE2F-489E-970D-AD8C57589867}" dt="2025-07-23T11:05:11.946" v="73" actId="47"/>
        <pc:sldMkLst>
          <pc:docMk/>
          <pc:sldMk cId="3648386067" sldId="610"/>
        </pc:sldMkLst>
      </pc:sldChg>
      <pc:sldChg chg="del">
        <pc:chgData name="Deepika Vatsa" userId="f7100972-27fe-4ee6-8fb4-ec9b7931b409" providerId="ADAL" clId="{43FC3250-EE2F-489E-970D-AD8C57589867}" dt="2025-07-23T11:05:11.946" v="73" actId="47"/>
        <pc:sldMkLst>
          <pc:docMk/>
          <pc:sldMk cId="1440736019" sldId="611"/>
        </pc:sldMkLst>
      </pc:sldChg>
      <pc:sldChg chg="addSp delSp modSp add mod">
        <pc:chgData name="Deepika Vatsa" userId="f7100972-27fe-4ee6-8fb4-ec9b7931b409" providerId="ADAL" clId="{43FC3250-EE2F-489E-970D-AD8C57589867}" dt="2025-07-31T04:12:45.263" v="5159" actId="478"/>
        <pc:sldMkLst>
          <pc:docMk/>
          <pc:sldMk cId="2742127447" sldId="611"/>
        </pc:sldMkLst>
        <pc:spChg chg="del">
          <ac:chgData name="Deepika Vatsa" userId="f7100972-27fe-4ee6-8fb4-ec9b7931b409" providerId="ADAL" clId="{43FC3250-EE2F-489E-970D-AD8C57589867}" dt="2025-07-29T09:32:25.211" v="4503" actId="478"/>
          <ac:spMkLst>
            <pc:docMk/>
            <pc:sldMk cId="2742127447" sldId="611"/>
            <ac:spMk id="5" creationId="{1310D0E2-75BF-6154-37D8-B2D38B76B72D}"/>
          </ac:spMkLst>
        </pc:spChg>
        <pc:spChg chg="del">
          <ac:chgData name="Deepika Vatsa" userId="f7100972-27fe-4ee6-8fb4-ec9b7931b409" providerId="ADAL" clId="{43FC3250-EE2F-489E-970D-AD8C57589867}" dt="2025-07-29T09:34:11.259" v="4534" actId="478"/>
          <ac:spMkLst>
            <pc:docMk/>
            <pc:sldMk cId="2742127447" sldId="611"/>
            <ac:spMk id="10" creationId="{9B627254-09D3-20DB-9C07-F8310D90C8F0}"/>
          </ac:spMkLst>
        </pc:spChg>
        <pc:spChg chg="add mod">
          <ac:chgData name="Deepika Vatsa" userId="f7100972-27fe-4ee6-8fb4-ec9b7931b409" providerId="ADAL" clId="{43FC3250-EE2F-489E-970D-AD8C57589867}" dt="2025-07-29T09:35:34.289" v="4592" actId="1076"/>
          <ac:spMkLst>
            <pc:docMk/>
            <pc:sldMk cId="2742127447" sldId="611"/>
            <ac:spMk id="13" creationId="{23851624-7BA7-D9E9-9B51-6B881D7FA9DF}"/>
          </ac:spMkLst>
        </pc:spChg>
        <pc:spChg chg="add mod">
          <ac:chgData name="Deepika Vatsa" userId="f7100972-27fe-4ee6-8fb4-ec9b7931b409" providerId="ADAL" clId="{43FC3250-EE2F-489E-970D-AD8C57589867}" dt="2025-07-29T09:37:49.194" v="4654" actId="207"/>
          <ac:spMkLst>
            <pc:docMk/>
            <pc:sldMk cId="2742127447" sldId="611"/>
            <ac:spMk id="14" creationId="{43B25EF5-3577-32AA-6B1A-D68FD42FC287}"/>
          </ac:spMkLst>
        </pc:spChg>
        <pc:spChg chg="add ord">
          <ac:chgData name="Deepika Vatsa" userId="f7100972-27fe-4ee6-8fb4-ec9b7931b409" providerId="ADAL" clId="{43FC3250-EE2F-489E-970D-AD8C57589867}" dt="2025-07-29T09:37:36.859" v="4653" actId="167"/>
          <ac:spMkLst>
            <pc:docMk/>
            <pc:sldMk cId="2742127447" sldId="611"/>
            <ac:spMk id="15" creationId="{2CE8AD81-DD82-EE2A-E8D7-0BB3644121DD}"/>
          </ac:spMkLst>
        </pc:spChg>
        <pc:spChg chg="add mod">
          <ac:chgData name="Deepika Vatsa" userId="f7100972-27fe-4ee6-8fb4-ec9b7931b409" providerId="ADAL" clId="{43FC3250-EE2F-489E-970D-AD8C57589867}" dt="2025-07-29T09:41:36.752" v="4730" actId="1035"/>
          <ac:spMkLst>
            <pc:docMk/>
            <pc:sldMk cId="2742127447" sldId="611"/>
            <ac:spMk id="17" creationId="{6655A525-0B6E-1B3B-7EA3-03ED36A9FA6E}"/>
          </ac:spMkLst>
        </pc:spChg>
        <pc:graphicFrameChg chg="mod modGraphic">
          <ac:chgData name="Deepika Vatsa" userId="f7100972-27fe-4ee6-8fb4-ec9b7931b409" providerId="ADAL" clId="{43FC3250-EE2F-489E-970D-AD8C57589867}" dt="2025-07-29T09:41:45.078" v="4734" actId="20577"/>
          <ac:graphicFrameMkLst>
            <pc:docMk/>
            <pc:sldMk cId="2742127447" sldId="611"/>
            <ac:graphicFrameMk id="4" creationId="{9A61CFB2-8DA7-5321-4636-0B27883190EC}"/>
          </ac:graphicFrameMkLst>
        </pc:graphicFrameChg>
        <pc:picChg chg="del mod">
          <ac:chgData name="Deepika Vatsa" userId="f7100972-27fe-4ee6-8fb4-ec9b7931b409" providerId="ADAL" clId="{43FC3250-EE2F-489E-970D-AD8C57589867}" dt="2025-07-29T09:34:31.428" v="4536" actId="478"/>
          <ac:picMkLst>
            <pc:docMk/>
            <pc:sldMk cId="2742127447" sldId="611"/>
            <ac:picMk id="7" creationId="{EB1BC7D7-2A8B-FDFE-19D5-5060E82A5057}"/>
          </ac:picMkLst>
        </pc:picChg>
        <pc:picChg chg="add mod">
          <ac:chgData name="Deepika Vatsa" userId="f7100972-27fe-4ee6-8fb4-ec9b7931b409" providerId="ADAL" clId="{43FC3250-EE2F-489E-970D-AD8C57589867}" dt="2025-07-29T09:36:40.742" v="4605" actId="1076"/>
          <ac:picMkLst>
            <pc:docMk/>
            <pc:sldMk cId="2742127447" sldId="611"/>
            <ac:picMk id="8" creationId="{FA071716-76D5-8A2B-8EE9-A42CAE268218}"/>
          </ac:picMkLst>
        </pc:picChg>
        <pc:picChg chg="del">
          <ac:chgData name="Deepika Vatsa" userId="f7100972-27fe-4ee6-8fb4-ec9b7931b409" providerId="ADAL" clId="{43FC3250-EE2F-489E-970D-AD8C57589867}" dt="2025-07-29T09:34:50.527" v="4541" actId="478"/>
          <ac:picMkLst>
            <pc:docMk/>
            <pc:sldMk cId="2742127447" sldId="611"/>
            <ac:picMk id="9" creationId="{2225503A-7575-0D3B-5B98-909C48A2EA7C}"/>
          </ac:picMkLst>
        </pc:picChg>
        <pc:picChg chg="add mod">
          <ac:chgData name="Deepika Vatsa" userId="f7100972-27fe-4ee6-8fb4-ec9b7931b409" providerId="ADAL" clId="{43FC3250-EE2F-489E-970D-AD8C57589867}" dt="2025-07-29T09:36:44.087" v="4606" actId="1076"/>
          <ac:picMkLst>
            <pc:docMk/>
            <pc:sldMk cId="2742127447" sldId="611"/>
            <ac:picMk id="12" creationId="{9671BB86-45FA-B811-5C54-C67DFC998E03}"/>
          </ac:picMkLst>
        </pc:picChg>
        <pc:inkChg chg="add del">
          <ac:chgData name="Deepika Vatsa" userId="f7100972-27fe-4ee6-8fb4-ec9b7931b409" providerId="ADAL" clId="{43FC3250-EE2F-489E-970D-AD8C57589867}" dt="2025-07-31T04:12:45.263" v="5159" actId="478"/>
          <ac:inkMkLst>
            <pc:docMk/>
            <pc:sldMk cId="2742127447" sldId="611"/>
            <ac:inkMk id="5" creationId="{E08C7AAA-E092-49E6-4948-4A81A952906A}"/>
          </ac:inkMkLst>
        </pc:inkChg>
      </pc:sldChg>
      <pc:sldChg chg="del">
        <pc:chgData name="Deepika Vatsa" userId="f7100972-27fe-4ee6-8fb4-ec9b7931b409" providerId="ADAL" clId="{43FC3250-EE2F-489E-970D-AD8C57589867}" dt="2025-07-23T11:05:11.946" v="73" actId="47"/>
        <pc:sldMkLst>
          <pc:docMk/>
          <pc:sldMk cId="1106724558" sldId="612"/>
        </pc:sldMkLst>
      </pc:sldChg>
      <pc:sldChg chg="addSp delSp modSp add mod ord">
        <pc:chgData name="Deepika Vatsa" userId="f7100972-27fe-4ee6-8fb4-ec9b7931b409" providerId="ADAL" clId="{43FC3250-EE2F-489E-970D-AD8C57589867}" dt="2025-07-31T04:12:47.743" v="5160" actId="478"/>
        <pc:sldMkLst>
          <pc:docMk/>
          <pc:sldMk cId="4043674681" sldId="612"/>
        </pc:sldMkLst>
        <pc:spChg chg="mod">
          <ac:chgData name="Deepika Vatsa" userId="f7100972-27fe-4ee6-8fb4-ec9b7931b409" providerId="ADAL" clId="{43FC3250-EE2F-489E-970D-AD8C57589867}" dt="2025-07-29T09:38:28.921" v="4685" actId="20577"/>
          <ac:spMkLst>
            <pc:docMk/>
            <pc:sldMk cId="4043674681" sldId="612"/>
            <ac:spMk id="2" creationId="{00000000-0000-0000-0000-000000000000}"/>
          </ac:spMkLst>
        </pc:spChg>
        <pc:spChg chg="mod">
          <ac:chgData name="Deepika Vatsa" userId="f7100972-27fe-4ee6-8fb4-ec9b7931b409" providerId="ADAL" clId="{43FC3250-EE2F-489E-970D-AD8C57589867}" dt="2025-07-29T09:39:44.773" v="4710" actId="33524"/>
          <ac:spMkLst>
            <pc:docMk/>
            <pc:sldMk cId="4043674681" sldId="612"/>
            <ac:spMk id="11" creationId="{06381CCD-359B-D8A2-1997-A5B56A02FD41}"/>
          </ac:spMkLst>
        </pc:spChg>
        <pc:picChg chg="add mod">
          <ac:chgData name="Deepika Vatsa" userId="f7100972-27fe-4ee6-8fb4-ec9b7931b409" providerId="ADAL" clId="{43FC3250-EE2F-489E-970D-AD8C57589867}" dt="2025-07-29T09:39:19.646" v="4703" actId="14100"/>
          <ac:picMkLst>
            <pc:docMk/>
            <pc:sldMk cId="4043674681" sldId="612"/>
            <ac:picMk id="5" creationId="{AD39B31F-221A-4EE5-E9C0-CA98D418592E}"/>
          </ac:picMkLst>
        </pc:picChg>
        <pc:inkChg chg="add del">
          <ac:chgData name="Deepika Vatsa" userId="f7100972-27fe-4ee6-8fb4-ec9b7931b409" providerId="ADAL" clId="{43FC3250-EE2F-489E-970D-AD8C57589867}" dt="2025-07-31T04:12:47.743" v="5160" actId="478"/>
          <ac:inkMkLst>
            <pc:docMk/>
            <pc:sldMk cId="4043674681" sldId="612"/>
            <ac:inkMk id="4" creationId="{A8043A15-5AAE-0CE7-99FB-3682E96C3B02}"/>
          </ac:inkMkLst>
        </pc:inkChg>
      </pc:sldChg>
      <pc:sldChg chg="addSp delSp modSp add mod">
        <pc:chgData name="Deepika Vatsa" userId="f7100972-27fe-4ee6-8fb4-ec9b7931b409" providerId="ADAL" clId="{43FC3250-EE2F-489E-970D-AD8C57589867}" dt="2025-07-31T04:12:37.373" v="5156" actId="478"/>
        <pc:sldMkLst>
          <pc:docMk/>
          <pc:sldMk cId="1338937673" sldId="613"/>
        </pc:sldMkLst>
        <pc:spChg chg="mod">
          <ac:chgData name="Deepika Vatsa" userId="f7100972-27fe-4ee6-8fb4-ec9b7931b409" providerId="ADAL" clId="{43FC3250-EE2F-489E-970D-AD8C57589867}" dt="2025-07-29T10:27:18.134" v="4759" actId="20577"/>
          <ac:spMkLst>
            <pc:docMk/>
            <pc:sldMk cId="1338937673" sldId="613"/>
            <ac:spMk id="2" creationId="{00000000-0000-0000-0000-000000000000}"/>
          </ac:spMkLst>
        </pc:spChg>
        <pc:spChg chg="del">
          <ac:chgData name="Deepika Vatsa" userId="f7100972-27fe-4ee6-8fb4-ec9b7931b409" providerId="ADAL" clId="{43FC3250-EE2F-489E-970D-AD8C57589867}" dt="2025-07-29T10:27:04.458" v="4736" actId="478"/>
          <ac:spMkLst>
            <pc:docMk/>
            <pc:sldMk cId="1338937673" sldId="613"/>
            <ac:spMk id="11" creationId="{06381CCD-359B-D8A2-1997-A5B56A02FD41}"/>
          </ac:spMkLst>
        </pc:spChg>
        <pc:picChg chg="add mod">
          <ac:chgData name="Deepika Vatsa" userId="f7100972-27fe-4ee6-8fb4-ec9b7931b409" providerId="ADAL" clId="{43FC3250-EE2F-489E-970D-AD8C57589867}" dt="2025-07-29T10:27:12.530" v="4740" actId="1076"/>
          <ac:picMkLst>
            <pc:docMk/>
            <pc:sldMk cId="1338937673" sldId="613"/>
            <ac:picMk id="5" creationId="{509DEF52-9B59-357F-07A6-14702C7BE81D}"/>
          </ac:picMkLst>
        </pc:picChg>
        <pc:inkChg chg="add del">
          <ac:chgData name="Deepika Vatsa" userId="f7100972-27fe-4ee6-8fb4-ec9b7931b409" providerId="ADAL" clId="{43FC3250-EE2F-489E-970D-AD8C57589867}" dt="2025-07-31T04:12:37.373" v="5156" actId="478"/>
          <ac:inkMkLst>
            <pc:docMk/>
            <pc:sldMk cId="1338937673" sldId="613"/>
            <ac:inkMk id="4" creationId="{1066EE53-2164-F1CA-3C63-294ED66450CC}"/>
          </ac:inkMkLst>
        </pc:inkChg>
      </pc:sldChg>
      <pc:sldChg chg="addSp delSp modSp add mod">
        <pc:chgData name="Deepika Vatsa" userId="f7100972-27fe-4ee6-8fb4-ec9b7931b409" providerId="ADAL" clId="{43FC3250-EE2F-489E-970D-AD8C57589867}" dt="2025-07-31T04:12:40.251" v="5157" actId="478"/>
        <pc:sldMkLst>
          <pc:docMk/>
          <pc:sldMk cId="1180035275" sldId="614"/>
        </pc:sldMkLst>
        <pc:picChg chg="del">
          <ac:chgData name="Deepika Vatsa" userId="f7100972-27fe-4ee6-8fb4-ec9b7931b409" providerId="ADAL" clId="{43FC3250-EE2F-489E-970D-AD8C57589867}" dt="2025-07-29T10:27:41.297" v="4761" actId="478"/>
          <ac:picMkLst>
            <pc:docMk/>
            <pc:sldMk cId="1180035275" sldId="614"/>
            <ac:picMk id="5" creationId="{509DEF52-9B59-357F-07A6-14702C7BE81D}"/>
          </ac:picMkLst>
        </pc:picChg>
        <pc:picChg chg="add mod">
          <ac:chgData name="Deepika Vatsa" userId="f7100972-27fe-4ee6-8fb4-ec9b7931b409" providerId="ADAL" clId="{43FC3250-EE2F-489E-970D-AD8C57589867}" dt="2025-07-29T10:27:46.511" v="4764" actId="1076"/>
          <ac:picMkLst>
            <pc:docMk/>
            <pc:sldMk cId="1180035275" sldId="614"/>
            <ac:picMk id="6" creationId="{7241F030-7566-2C7C-08F8-43ECA3E40FF6}"/>
          </ac:picMkLst>
        </pc:picChg>
        <pc:inkChg chg="add del">
          <ac:chgData name="Deepika Vatsa" userId="f7100972-27fe-4ee6-8fb4-ec9b7931b409" providerId="ADAL" clId="{43FC3250-EE2F-489E-970D-AD8C57589867}" dt="2025-07-31T04:12:40.251" v="5157" actId="478"/>
          <ac:inkMkLst>
            <pc:docMk/>
            <pc:sldMk cId="1180035275" sldId="614"/>
            <ac:inkMk id="4" creationId="{BD21F7C1-37DA-B6FC-4346-1E7E5ABBB1B3}"/>
          </ac:inkMkLst>
        </pc:inkChg>
      </pc:sldChg>
    </pc:docChg>
  </pc:docChgLst>
  <pc:docChgLst>
    <pc:chgData name="Deepika Vatsa" userId="f7100972-27fe-4ee6-8fb4-ec9b7931b409" providerId="ADAL" clId="{FECAADD6-485A-4B66-AEA2-DF6E35DB16E2}"/>
    <pc:docChg chg="custSel addSld delSld modSld sldOrd">
      <pc:chgData name="Deepika Vatsa" userId="f7100972-27fe-4ee6-8fb4-ec9b7931b409" providerId="ADAL" clId="{FECAADD6-485A-4B66-AEA2-DF6E35DB16E2}" dt="2025-08-18T12:27:52.721" v="556" actId="20577"/>
      <pc:docMkLst>
        <pc:docMk/>
      </pc:docMkLst>
      <pc:sldChg chg="modSp mod">
        <pc:chgData name="Deepika Vatsa" userId="f7100972-27fe-4ee6-8fb4-ec9b7931b409" providerId="ADAL" clId="{FECAADD6-485A-4B66-AEA2-DF6E35DB16E2}" dt="2025-08-18T12:07:10.708" v="25" actId="20577"/>
        <pc:sldMkLst>
          <pc:docMk/>
          <pc:sldMk cId="0" sldId="395"/>
        </pc:sldMkLst>
        <pc:spChg chg="mod">
          <ac:chgData name="Deepika Vatsa" userId="f7100972-27fe-4ee6-8fb4-ec9b7931b409" providerId="ADAL" clId="{FECAADD6-485A-4B66-AEA2-DF6E35DB16E2}" dt="2025-08-18T12:07:10.708" v="25" actId="20577"/>
          <ac:spMkLst>
            <pc:docMk/>
            <pc:sldMk cId="0" sldId="395"/>
            <ac:spMk id="2" creationId="{00000000-0000-0000-0000-000000000000}"/>
          </ac:spMkLst>
        </pc:spChg>
      </pc:sldChg>
      <pc:sldChg chg="modSp mod">
        <pc:chgData name="Deepika Vatsa" userId="f7100972-27fe-4ee6-8fb4-ec9b7931b409" providerId="ADAL" clId="{FECAADD6-485A-4B66-AEA2-DF6E35DB16E2}" dt="2025-08-18T12:27:52.721" v="556" actId="20577"/>
        <pc:sldMkLst>
          <pc:docMk/>
          <pc:sldMk cId="3439049211" sldId="591"/>
        </pc:sldMkLst>
        <pc:spChg chg="mod">
          <ac:chgData name="Deepika Vatsa" userId="f7100972-27fe-4ee6-8fb4-ec9b7931b409" providerId="ADAL" clId="{FECAADD6-485A-4B66-AEA2-DF6E35DB16E2}" dt="2025-08-18T12:07:52.149" v="101" actId="20577"/>
          <ac:spMkLst>
            <pc:docMk/>
            <pc:sldMk cId="3439049211" sldId="591"/>
            <ac:spMk id="2" creationId="{00000000-0000-0000-0000-000000000000}"/>
          </ac:spMkLst>
        </pc:spChg>
        <pc:spChg chg="mod">
          <ac:chgData name="Deepika Vatsa" userId="f7100972-27fe-4ee6-8fb4-ec9b7931b409" providerId="ADAL" clId="{FECAADD6-485A-4B66-AEA2-DF6E35DB16E2}" dt="2025-08-18T12:27:52.721" v="556" actId="20577"/>
          <ac:spMkLst>
            <pc:docMk/>
            <pc:sldMk cId="3439049211" sldId="591"/>
            <ac:spMk id="11" creationId="{06381CCD-359B-D8A2-1997-A5B56A02FD41}"/>
          </ac:spMkLst>
        </pc:spChg>
      </pc:sldChg>
      <pc:sldChg chg="del">
        <pc:chgData name="Deepika Vatsa" userId="f7100972-27fe-4ee6-8fb4-ec9b7931b409" providerId="ADAL" clId="{FECAADD6-485A-4B66-AEA2-DF6E35DB16E2}" dt="2025-08-18T12:25:16.312" v="483" actId="47"/>
        <pc:sldMkLst>
          <pc:docMk/>
          <pc:sldMk cId="2432536662" sldId="592"/>
        </pc:sldMkLst>
      </pc:sldChg>
      <pc:sldChg chg="addSp delSp modSp mod">
        <pc:chgData name="Deepika Vatsa" userId="f7100972-27fe-4ee6-8fb4-ec9b7931b409" providerId="ADAL" clId="{FECAADD6-485A-4B66-AEA2-DF6E35DB16E2}" dt="2025-08-18T12:21:57.865" v="418" actId="14100"/>
        <pc:sldMkLst>
          <pc:docMk/>
          <pc:sldMk cId="3198423911" sldId="593"/>
        </pc:sldMkLst>
        <pc:spChg chg="mod">
          <ac:chgData name="Deepika Vatsa" userId="f7100972-27fe-4ee6-8fb4-ec9b7931b409" providerId="ADAL" clId="{FECAADD6-485A-4B66-AEA2-DF6E35DB16E2}" dt="2025-08-18T12:21:40.079" v="415" actId="20577"/>
          <ac:spMkLst>
            <pc:docMk/>
            <pc:sldMk cId="3198423911" sldId="593"/>
            <ac:spMk id="2" creationId="{00000000-0000-0000-0000-000000000000}"/>
          </ac:spMkLst>
        </pc:spChg>
        <pc:spChg chg="del">
          <ac:chgData name="Deepika Vatsa" userId="f7100972-27fe-4ee6-8fb4-ec9b7931b409" providerId="ADAL" clId="{FECAADD6-485A-4B66-AEA2-DF6E35DB16E2}" dt="2025-08-18T12:08:46.420" v="140" actId="478"/>
          <ac:spMkLst>
            <pc:docMk/>
            <pc:sldMk cId="3198423911" sldId="593"/>
            <ac:spMk id="11" creationId="{06381CCD-359B-D8A2-1997-A5B56A02FD41}"/>
          </ac:spMkLst>
        </pc:spChg>
        <pc:picChg chg="add del mod">
          <ac:chgData name="Deepika Vatsa" userId="f7100972-27fe-4ee6-8fb4-ec9b7931b409" providerId="ADAL" clId="{FECAADD6-485A-4B66-AEA2-DF6E35DB16E2}" dt="2025-08-18T12:09:17.408" v="144" actId="478"/>
          <ac:picMkLst>
            <pc:docMk/>
            <pc:sldMk cId="3198423911" sldId="593"/>
            <ac:picMk id="5" creationId="{0A24C55F-7A92-6287-5865-B01B27F658BA}"/>
          </ac:picMkLst>
        </pc:picChg>
        <pc:picChg chg="add del mod">
          <ac:chgData name="Deepika Vatsa" userId="f7100972-27fe-4ee6-8fb4-ec9b7931b409" providerId="ADAL" clId="{FECAADD6-485A-4B66-AEA2-DF6E35DB16E2}" dt="2025-08-18T12:20:44.843" v="380" actId="478"/>
          <ac:picMkLst>
            <pc:docMk/>
            <pc:sldMk cId="3198423911" sldId="593"/>
            <ac:picMk id="7" creationId="{31B87EC0-4ADE-A96C-B968-87A230E18EEA}"/>
          </ac:picMkLst>
        </pc:picChg>
        <pc:picChg chg="add mod">
          <ac:chgData name="Deepika Vatsa" userId="f7100972-27fe-4ee6-8fb4-ec9b7931b409" providerId="ADAL" clId="{FECAADD6-485A-4B66-AEA2-DF6E35DB16E2}" dt="2025-08-18T12:21:57.865" v="418" actId="14100"/>
          <ac:picMkLst>
            <pc:docMk/>
            <pc:sldMk cId="3198423911" sldId="593"/>
            <ac:picMk id="9" creationId="{D35FFCD6-253F-CEEB-E0FE-880344B9FA65}"/>
          </ac:picMkLst>
        </pc:picChg>
      </pc:sldChg>
      <pc:sldChg chg="addSp delSp modSp mod">
        <pc:chgData name="Deepika Vatsa" userId="f7100972-27fe-4ee6-8fb4-ec9b7931b409" providerId="ADAL" clId="{FECAADD6-485A-4B66-AEA2-DF6E35DB16E2}" dt="2025-08-18T12:18:33.216" v="347" actId="1076"/>
        <pc:sldMkLst>
          <pc:docMk/>
          <pc:sldMk cId="815781673" sldId="595"/>
        </pc:sldMkLst>
        <pc:spChg chg="mod">
          <ac:chgData name="Deepika Vatsa" userId="f7100972-27fe-4ee6-8fb4-ec9b7931b409" providerId="ADAL" clId="{FECAADD6-485A-4B66-AEA2-DF6E35DB16E2}" dt="2025-08-18T12:18:18.990" v="340" actId="20577"/>
          <ac:spMkLst>
            <pc:docMk/>
            <pc:sldMk cId="815781673" sldId="595"/>
            <ac:spMk id="2" creationId="{00000000-0000-0000-0000-000000000000}"/>
          </ac:spMkLst>
        </pc:spChg>
        <pc:spChg chg="del">
          <ac:chgData name="Deepika Vatsa" userId="f7100972-27fe-4ee6-8fb4-ec9b7931b409" providerId="ADAL" clId="{FECAADD6-485A-4B66-AEA2-DF6E35DB16E2}" dt="2025-08-18T12:18:27.905" v="344" actId="478"/>
          <ac:spMkLst>
            <pc:docMk/>
            <pc:sldMk cId="815781673" sldId="595"/>
            <ac:spMk id="7" creationId="{BCBAFA03-3862-AA92-2365-76BF8A47DE8D}"/>
          </ac:spMkLst>
        </pc:spChg>
        <pc:spChg chg="del">
          <ac:chgData name="Deepika Vatsa" userId="f7100972-27fe-4ee6-8fb4-ec9b7931b409" providerId="ADAL" clId="{FECAADD6-485A-4B66-AEA2-DF6E35DB16E2}" dt="2025-08-18T12:18:23.748" v="342" actId="478"/>
          <ac:spMkLst>
            <pc:docMk/>
            <pc:sldMk cId="815781673" sldId="595"/>
            <ac:spMk id="11" creationId="{06381CCD-359B-D8A2-1997-A5B56A02FD41}"/>
          </ac:spMkLst>
        </pc:spChg>
        <pc:picChg chg="add mod">
          <ac:chgData name="Deepika Vatsa" userId="f7100972-27fe-4ee6-8fb4-ec9b7931b409" providerId="ADAL" clId="{FECAADD6-485A-4B66-AEA2-DF6E35DB16E2}" dt="2025-08-18T12:18:33.216" v="347" actId="1076"/>
          <ac:picMkLst>
            <pc:docMk/>
            <pc:sldMk cId="815781673" sldId="595"/>
            <ac:picMk id="5" creationId="{CBB23C75-79E3-DF1C-D40A-D199F6F0FF07}"/>
          </ac:picMkLst>
        </pc:picChg>
        <pc:picChg chg="del">
          <ac:chgData name="Deepika Vatsa" userId="f7100972-27fe-4ee6-8fb4-ec9b7931b409" providerId="ADAL" clId="{FECAADD6-485A-4B66-AEA2-DF6E35DB16E2}" dt="2025-08-18T12:18:21.201" v="341" actId="478"/>
          <ac:picMkLst>
            <pc:docMk/>
            <pc:sldMk cId="815781673" sldId="595"/>
            <ac:picMk id="2050" creationId="{0B7501EB-9B8B-1F43-B280-F1F29C89922A}"/>
          </ac:picMkLst>
        </pc:picChg>
        <pc:inkChg chg="del">
          <ac:chgData name="Deepika Vatsa" userId="f7100972-27fe-4ee6-8fb4-ec9b7931b409" providerId="ADAL" clId="{FECAADD6-485A-4B66-AEA2-DF6E35DB16E2}" dt="2025-08-18T12:18:27.905" v="344" actId="478"/>
          <ac:inkMkLst>
            <pc:docMk/>
            <pc:sldMk cId="815781673" sldId="595"/>
            <ac:inkMk id="8" creationId="{EEACF910-633C-AE8B-0642-C71E5B84C041}"/>
          </ac:inkMkLst>
        </pc:inkChg>
        <pc:inkChg chg="del">
          <ac:chgData name="Deepika Vatsa" userId="f7100972-27fe-4ee6-8fb4-ec9b7931b409" providerId="ADAL" clId="{FECAADD6-485A-4B66-AEA2-DF6E35DB16E2}" dt="2025-08-18T12:18:27.905" v="344" actId="478"/>
          <ac:inkMkLst>
            <pc:docMk/>
            <pc:sldMk cId="815781673" sldId="595"/>
            <ac:inkMk id="9" creationId="{C39F76D6-5DCC-CD24-131E-897F8204AFE4}"/>
          </ac:inkMkLst>
        </pc:inkChg>
        <pc:inkChg chg="del">
          <ac:chgData name="Deepika Vatsa" userId="f7100972-27fe-4ee6-8fb4-ec9b7931b409" providerId="ADAL" clId="{FECAADD6-485A-4B66-AEA2-DF6E35DB16E2}" dt="2025-08-18T12:18:27.905" v="344" actId="478"/>
          <ac:inkMkLst>
            <pc:docMk/>
            <pc:sldMk cId="815781673" sldId="595"/>
            <ac:inkMk id="10" creationId="{2BFED832-E34E-9A8D-7B76-1D5566960974}"/>
          </ac:inkMkLst>
        </pc:inkChg>
        <pc:inkChg chg="del">
          <ac:chgData name="Deepika Vatsa" userId="f7100972-27fe-4ee6-8fb4-ec9b7931b409" providerId="ADAL" clId="{FECAADD6-485A-4B66-AEA2-DF6E35DB16E2}" dt="2025-08-18T12:18:25.586" v="343" actId="478"/>
          <ac:inkMkLst>
            <pc:docMk/>
            <pc:sldMk cId="815781673" sldId="595"/>
            <ac:inkMk id="12" creationId="{CD91F783-8135-9CCE-7DBA-385AF0289E46}"/>
          </ac:inkMkLst>
        </pc:inkChg>
        <pc:inkChg chg="del">
          <ac:chgData name="Deepika Vatsa" userId="f7100972-27fe-4ee6-8fb4-ec9b7931b409" providerId="ADAL" clId="{FECAADD6-485A-4B66-AEA2-DF6E35DB16E2}" dt="2025-08-18T12:18:27.905" v="344" actId="478"/>
          <ac:inkMkLst>
            <pc:docMk/>
            <pc:sldMk cId="815781673" sldId="595"/>
            <ac:inkMk id="13" creationId="{20D17564-0F72-D4C2-BF4A-7D9EDF592976}"/>
          </ac:inkMkLst>
        </pc:inkChg>
      </pc:sldChg>
      <pc:sldChg chg="del">
        <pc:chgData name="Deepika Vatsa" userId="f7100972-27fe-4ee6-8fb4-ec9b7931b409" providerId="ADAL" clId="{FECAADD6-485A-4B66-AEA2-DF6E35DB16E2}" dt="2025-08-18T12:25:16.312" v="483" actId="47"/>
        <pc:sldMkLst>
          <pc:docMk/>
          <pc:sldMk cId="2532030908" sldId="596"/>
        </pc:sldMkLst>
      </pc:sldChg>
      <pc:sldChg chg="del">
        <pc:chgData name="Deepika Vatsa" userId="f7100972-27fe-4ee6-8fb4-ec9b7931b409" providerId="ADAL" clId="{FECAADD6-485A-4B66-AEA2-DF6E35DB16E2}" dt="2025-08-18T12:25:16.312" v="483" actId="47"/>
        <pc:sldMkLst>
          <pc:docMk/>
          <pc:sldMk cId="3825282558" sldId="597"/>
        </pc:sldMkLst>
      </pc:sldChg>
      <pc:sldChg chg="del">
        <pc:chgData name="Deepika Vatsa" userId="f7100972-27fe-4ee6-8fb4-ec9b7931b409" providerId="ADAL" clId="{FECAADD6-485A-4B66-AEA2-DF6E35DB16E2}" dt="2025-08-18T12:25:16.312" v="483" actId="47"/>
        <pc:sldMkLst>
          <pc:docMk/>
          <pc:sldMk cId="1827776172" sldId="598"/>
        </pc:sldMkLst>
      </pc:sldChg>
      <pc:sldChg chg="del">
        <pc:chgData name="Deepika Vatsa" userId="f7100972-27fe-4ee6-8fb4-ec9b7931b409" providerId="ADAL" clId="{FECAADD6-485A-4B66-AEA2-DF6E35DB16E2}" dt="2025-08-18T12:25:16.312" v="483" actId="47"/>
        <pc:sldMkLst>
          <pc:docMk/>
          <pc:sldMk cId="3105522451" sldId="599"/>
        </pc:sldMkLst>
      </pc:sldChg>
      <pc:sldChg chg="del">
        <pc:chgData name="Deepika Vatsa" userId="f7100972-27fe-4ee6-8fb4-ec9b7931b409" providerId="ADAL" clId="{FECAADD6-485A-4B66-AEA2-DF6E35DB16E2}" dt="2025-08-18T12:25:16.312" v="483" actId="47"/>
        <pc:sldMkLst>
          <pc:docMk/>
          <pc:sldMk cId="1298333677" sldId="600"/>
        </pc:sldMkLst>
      </pc:sldChg>
      <pc:sldChg chg="del">
        <pc:chgData name="Deepika Vatsa" userId="f7100972-27fe-4ee6-8fb4-ec9b7931b409" providerId="ADAL" clId="{FECAADD6-485A-4B66-AEA2-DF6E35DB16E2}" dt="2025-08-18T12:25:16.312" v="483" actId="47"/>
        <pc:sldMkLst>
          <pc:docMk/>
          <pc:sldMk cId="2345028146" sldId="601"/>
        </pc:sldMkLst>
      </pc:sldChg>
      <pc:sldChg chg="del">
        <pc:chgData name="Deepika Vatsa" userId="f7100972-27fe-4ee6-8fb4-ec9b7931b409" providerId="ADAL" clId="{FECAADD6-485A-4B66-AEA2-DF6E35DB16E2}" dt="2025-08-18T12:25:16.312" v="483" actId="47"/>
        <pc:sldMkLst>
          <pc:docMk/>
          <pc:sldMk cId="886010047" sldId="602"/>
        </pc:sldMkLst>
      </pc:sldChg>
      <pc:sldChg chg="del">
        <pc:chgData name="Deepika Vatsa" userId="f7100972-27fe-4ee6-8fb4-ec9b7931b409" providerId="ADAL" clId="{FECAADD6-485A-4B66-AEA2-DF6E35DB16E2}" dt="2025-08-18T12:25:16.312" v="483" actId="47"/>
        <pc:sldMkLst>
          <pc:docMk/>
          <pc:sldMk cId="1900874624" sldId="603"/>
        </pc:sldMkLst>
      </pc:sldChg>
      <pc:sldChg chg="del">
        <pc:chgData name="Deepika Vatsa" userId="f7100972-27fe-4ee6-8fb4-ec9b7931b409" providerId="ADAL" clId="{FECAADD6-485A-4B66-AEA2-DF6E35DB16E2}" dt="2025-08-18T12:25:16.312" v="483" actId="47"/>
        <pc:sldMkLst>
          <pc:docMk/>
          <pc:sldMk cId="1874286721" sldId="604"/>
        </pc:sldMkLst>
      </pc:sldChg>
      <pc:sldChg chg="del">
        <pc:chgData name="Deepika Vatsa" userId="f7100972-27fe-4ee6-8fb4-ec9b7931b409" providerId="ADAL" clId="{FECAADD6-485A-4B66-AEA2-DF6E35DB16E2}" dt="2025-08-18T12:25:16.312" v="483" actId="47"/>
        <pc:sldMkLst>
          <pc:docMk/>
          <pc:sldMk cId="2436058904" sldId="605"/>
        </pc:sldMkLst>
      </pc:sldChg>
      <pc:sldChg chg="del">
        <pc:chgData name="Deepika Vatsa" userId="f7100972-27fe-4ee6-8fb4-ec9b7931b409" providerId="ADAL" clId="{FECAADD6-485A-4B66-AEA2-DF6E35DB16E2}" dt="2025-08-18T12:25:16.312" v="483" actId="47"/>
        <pc:sldMkLst>
          <pc:docMk/>
          <pc:sldMk cId="2038364896" sldId="606"/>
        </pc:sldMkLst>
      </pc:sldChg>
      <pc:sldChg chg="del">
        <pc:chgData name="Deepika Vatsa" userId="f7100972-27fe-4ee6-8fb4-ec9b7931b409" providerId="ADAL" clId="{FECAADD6-485A-4B66-AEA2-DF6E35DB16E2}" dt="2025-08-18T12:25:16.312" v="483" actId="47"/>
        <pc:sldMkLst>
          <pc:docMk/>
          <pc:sldMk cId="1748403446" sldId="607"/>
        </pc:sldMkLst>
      </pc:sldChg>
      <pc:sldChg chg="del">
        <pc:chgData name="Deepika Vatsa" userId="f7100972-27fe-4ee6-8fb4-ec9b7931b409" providerId="ADAL" clId="{FECAADD6-485A-4B66-AEA2-DF6E35DB16E2}" dt="2025-08-18T12:25:16.312" v="483" actId="47"/>
        <pc:sldMkLst>
          <pc:docMk/>
          <pc:sldMk cId="875425397" sldId="608"/>
        </pc:sldMkLst>
      </pc:sldChg>
      <pc:sldChg chg="del">
        <pc:chgData name="Deepika Vatsa" userId="f7100972-27fe-4ee6-8fb4-ec9b7931b409" providerId="ADAL" clId="{FECAADD6-485A-4B66-AEA2-DF6E35DB16E2}" dt="2025-08-18T12:25:16.312" v="483" actId="47"/>
        <pc:sldMkLst>
          <pc:docMk/>
          <pc:sldMk cId="2661033047" sldId="609"/>
        </pc:sldMkLst>
      </pc:sldChg>
      <pc:sldChg chg="del">
        <pc:chgData name="Deepika Vatsa" userId="f7100972-27fe-4ee6-8fb4-ec9b7931b409" providerId="ADAL" clId="{FECAADD6-485A-4B66-AEA2-DF6E35DB16E2}" dt="2025-08-18T12:25:16.312" v="483" actId="47"/>
        <pc:sldMkLst>
          <pc:docMk/>
          <pc:sldMk cId="1244221787" sldId="610"/>
        </pc:sldMkLst>
      </pc:sldChg>
      <pc:sldChg chg="del">
        <pc:chgData name="Deepika Vatsa" userId="f7100972-27fe-4ee6-8fb4-ec9b7931b409" providerId="ADAL" clId="{FECAADD6-485A-4B66-AEA2-DF6E35DB16E2}" dt="2025-08-18T12:25:16.312" v="483" actId="47"/>
        <pc:sldMkLst>
          <pc:docMk/>
          <pc:sldMk cId="2742127447" sldId="611"/>
        </pc:sldMkLst>
      </pc:sldChg>
      <pc:sldChg chg="del">
        <pc:chgData name="Deepika Vatsa" userId="f7100972-27fe-4ee6-8fb4-ec9b7931b409" providerId="ADAL" clId="{FECAADD6-485A-4B66-AEA2-DF6E35DB16E2}" dt="2025-08-18T12:25:16.312" v="483" actId="47"/>
        <pc:sldMkLst>
          <pc:docMk/>
          <pc:sldMk cId="4043674681" sldId="612"/>
        </pc:sldMkLst>
      </pc:sldChg>
      <pc:sldChg chg="del">
        <pc:chgData name="Deepika Vatsa" userId="f7100972-27fe-4ee6-8fb4-ec9b7931b409" providerId="ADAL" clId="{FECAADD6-485A-4B66-AEA2-DF6E35DB16E2}" dt="2025-08-18T12:25:16.312" v="483" actId="47"/>
        <pc:sldMkLst>
          <pc:docMk/>
          <pc:sldMk cId="1338937673" sldId="613"/>
        </pc:sldMkLst>
      </pc:sldChg>
      <pc:sldChg chg="del">
        <pc:chgData name="Deepika Vatsa" userId="f7100972-27fe-4ee6-8fb4-ec9b7931b409" providerId="ADAL" clId="{FECAADD6-485A-4B66-AEA2-DF6E35DB16E2}" dt="2025-08-18T12:25:16.312" v="483" actId="47"/>
        <pc:sldMkLst>
          <pc:docMk/>
          <pc:sldMk cId="1180035275" sldId="614"/>
        </pc:sldMkLst>
      </pc:sldChg>
      <pc:sldChg chg="addSp delSp modSp add mod">
        <pc:chgData name="Deepika Vatsa" userId="f7100972-27fe-4ee6-8fb4-ec9b7931b409" providerId="ADAL" clId="{FECAADD6-485A-4B66-AEA2-DF6E35DB16E2}" dt="2025-08-18T12:15:37.578" v="278" actId="1076"/>
        <pc:sldMkLst>
          <pc:docMk/>
          <pc:sldMk cId="3468002330" sldId="615"/>
        </pc:sldMkLst>
        <pc:spChg chg="mod">
          <ac:chgData name="Deepika Vatsa" userId="f7100972-27fe-4ee6-8fb4-ec9b7931b409" providerId="ADAL" clId="{FECAADD6-485A-4B66-AEA2-DF6E35DB16E2}" dt="2025-08-18T12:10:28.116" v="217" actId="20577"/>
          <ac:spMkLst>
            <pc:docMk/>
            <pc:sldMk cId="3468002330" sldId="615"/>
            <ac:spMk id="2" creationId="{00000000-0000-0000-0000-000000000000}"/>
          </ac:spMkLst>
        </pc:spChg>
        <pc:picChg chg="add mod modCrop">
          <ac:chgData name="Deepika Vatsa" userId="f7100972-27fe-4ee6-8fb4-ec9b7931b409" providerId="ADAL" clId="{FECAADD6-485A-4B66-AEA2-DF6E35DB16E2}" dt="2025-08-18T12:12:44.301" v="244" actId="1076"/>
          <ac:picMkLst>
            <pc:docMk/>
            <pc:sldMk cId="3468002330" sldId="615"/>
            <ac:picMk id="5" creationId="{2CC44FAA-E59D-50D6-3358-2471E4514BBB}"/>
          </ac:picMkLst>
        </pc:picChg>
        <pc:picChg chg="del">
          <ac:chgData name="Deepika Vatsa" userId="f7100972-27fe-4ee6-8fb4-ec9b7931b409" providerId="ADAL" clId="{FECAADD6-485A-4B66-AEA2-DF6E35DB16E2}" dt="2025-08-18T12:10:04.152" v="165" actId="478"/>
          <ac:picMkLst>
            <pc:docMk/>
            <pc:sldMk cId="3468002330" sldId="615"/>
            <ac:picMk id="7" creationId="{31B87EC0-4ADE-A96C-B968-87A230E18EEA}"/>
          </ac:picMkLst>
        </pc:picChg>
        <pc:picChg chg="add mod">
          <ac:chgData name="Deepika Vatsa" userId="f7100972-27fe-4ee6-8fb4-ec9b7931b409" providerId="ADAL" clId="{FECAADD6-485A-4B66-AEA2-DF6E35DB16E2}" dt="2025-08-18T12:12:52.958" v="246" actId="1076"/>
          <ac:picMkLst>
            <pc:docMk/>
            <pc:sldMk cId="3468002330" sldId="615"/>
            <ac:picMk id="8" creationId="{AC26D618-238D-B539-BF07-568502E06F15}"/>
          </ac:picMkLst>
        </pc:picChg>
        <pc:picChg chg="add mod">
          <ac:chgData name="Deepika Vatsa" userId="f7100972-27fe-4ee6-8fb4-ec9b7931b409" providerId="ADAL" clId="{FECAADD6-485A-4B66-AEA2-DF6E35DB16E2}" dt="2025-08-18T12:12:56.495" v="247" actId="1076"/>
          <ac:picMkLst>
            <pc:docMk/>
            <pc:sldMk cId="3468002330" sldId="615"/>
            <ac:picMk id="10" creationId="{51273CA3-0887-342D-F8FA-5EDE2B21A557}"/>
          </ac:picMkLst>
        </pc:picChg>
        <pc:picChg chg="add mod">
          <ac:chgData name="Deepika Vatsa" userId="f7100972-27fe-4ee6-8fb4-ec9b7931b409" providerId="ADAL" clId="{FECAADD6-485A-4B66-AEA2-DF6E35DB16E2}" dt="2025-08-18T12:13:13.361" v="251" actId="14100"/>
          <ac:picMkLst>
            <pc:docMk/>
            <pc:sldMk cId="3468002330" sldId="615"/>
            <ac:picMk id="12" creationId="{AEA0B93D-A73B-22B4-5A61-8B5DBA7A0C9E}"/>
          </ac:picMkLst>
        </pc:picChg>
        <pc:picChg chg="add mod">
          <ac:chgData name="Deepika Vatsa" userId="f7100972-27fe-4ee6-8fb4-ec9b7931b409" providerId="ADAL" clId="{FECAADD6-485A-4B66-AEA2-DF6E35DB16E2}" dt="2025-08-18T12:13:20.601" v="252" actId="14100"/>
          <ac:picMkLst>
            <pc:docMk/>
            <pc:sldMk cId="3468002330" sldId="615"/>
            <ac:picMk id="14" creationId="{19067CCF-8C03-819F-576B-A43A43E1791D}"/>
          </ac:picMkLst>
        </pc:picChg>
        <pc:picChg chg="add mod">
          <ac:chgData name="Deepika Vatsa" userId="f7100972-27fe-4ee6-8fb4-ec9b7931b409" providerId="ADAL" clId="{FECAADD6-485A-4B66-AEA2-DF6E35DB16E2}" dt="2025-08-18T12:13:28.539" v="259" actId="1037"/>
          <ac:picMkLst>
            <pc:docMk/>
            <pc:sldMk cId="3468002330" sldId="615"/>
            <ac:picMk id="16" creationId="{CC9484A8-7883-649E-C20B-8A897E7B6116}"/>
          </ac:picMkLst>
        </pc:picChg>
        <pc:cxnChg chg="add mod">
          <ac:chgData name="Deepika Vatsa" userId="f7100972-27fe-4ee6-8fb4-ec9b7931b409" providerId="ADAL" clId="{FECAADD6-485A-4B66-AEA2-DF6E35DB16E2}" dt="2025-08-18T12:14:58.033" v="264" actId="14100"/>
          <ac:cxnSpMkLst>
            <pc:docMk/>
            <pc:sldMk cId="3468002330" sldId="615"/>
            <ac:cxnSpMk id="18" creationId="{C7CA4674-FCF8-F505-2833-DDDACC470EEC}"/>
          </ac:cxnSpMkLst>
        </pc:cxnChg>
        <pc:cxnChg chg="add mod">
          <ac:chgData name="Deepika Vatsa" userId="f7100972-27fe-4ee6-8fb4-ec9b7931b409" providerId="ADAL" clId="{FECAADD6-485A-4B66-AEA2-DF6E35DB16E2}" dt="2025-08-18T12:15:05.495" v="266" actId="1076"/>
          <ac:cxnSpMkLst>
            <pc:docMk/>
            <pc:sldMk cId="3468002330" sldId="615"/>
            <ac:cxnSpMk id="20" creationId="{FBCE1A6C-EA7A-A3BB-E665-CC14CC750C1D}"/>
          </ac:cxnSpMkLst>
        </pc:cxnChg>
        <pc:cxnChg chg="add mod">
          <ac:chgData name="Deepika Vatsa" userId="f7100972-27fe-4ee6-8fb4-ec9b7931b409" providerId="ADAL" clId="{FECAADD6-485A-4B66-AEA2-DF6E35DB16E2}" dt="2025-08-18T12:15:17.877" v="270" actId="1076"/>
          <ac:cxnSpMkLst>
            <pc:docMk/>
            <pc:sldMk cId="3468002330" sldId="615"/>
            <ac:cxnSpMk id="21" creationId="{DF8FE725-8023-6324-8D77-E557C4114EF8}"/>
          </ac:cxnSpMkLst>
        </pc:cxnChg>
        <pc:cxnChg chg="add mod">
          <ac:chgData name="Deepika Vatsa" userId="f7100972-27fe-4ee6-8fb4-ec9b7931b409" providerId="ADAL" clId="{FECAADD6-485A-4B66-AEA2-DF6E35DB16E2}" dt="2025-08-18T12:15:30.511" v="276" actId="1076"/>
          <ac:cxnSpMkLst>
            <pc:docMk/>
            <pc:sldMk cId="3468002330" sldId="615"/>
            <ac:cxnSpMk id="23" creationId="{06F46995-D9EE-AB0E-2F95-9B01A574D060}"/>
          </ac:cxnSpMkLst>
        </pc:cxnChg>
        <pc:cxnChg chg="add mod">
          <ac:chgData name="Deepika Vatsa" userId="f7100972-27fe-4ee6-8fb4-ec9b7931b409" providerId="ADAL" clId="{FECAADD6-485A-4B66-AEA2-DF6E35DB16E2}" dt="2025-08-18T12:15:37.578" v="278" actId="1076"/>
          <ac:cxnSpMkLst>
            <pc:docMk/>
            <pc:sldMk cId="3468002330" sldId="615"/>
            <ac:cxnSpMk id="26" creationId="{5D1B6595-BDA8-94AC-023D-22A548C4E7B3}"/>
          </ac:cxnSpMkLst>
        </pc:cxnChg>
      </pc:sldChg>
      <pc:sldChg chg="addSp delSp modSp add mod ord">
        <pc:chgData name="Deepika Vatsa" userId="f7100972-27fe-4ee6-8fb4-ec9b7931b409" providerId="ADAL" clId="{FECAADD6-485A-4B66-AEA2-DF6E35DB16E2}" dt="2025-08-18T12:16:40.109" v="303" actId="1076"/>
        <pc:sldMkLst>
          <pc:docMk/>
          <pc:sldMk cId="2334307004" sldId="616"/>
        </pc:sldMkLst>
        <pc:spChg chg="mod">
          <ac:chgData name="Deepika Vatsa" userId="f7100972-27fe-4ee6-8fb4-ec9b7931b409" providerId="ADAL" clId="{FECAADD6-485A-4B66-AEA2-DF6E35DB16E2}" dt="2025-08-18T12:16:02.793" v="290" actId="20577"/>
          <ac:spMkLst>
            <pc:docMk/>
            <pc:sldMk cId="2334307004" sldId="616"/>
            <ac:spMk id="2" creationId="{00000000-0000-0000-0000-000000000000}"/>
          </ac:spMkLst>
        </pc:spChg>
        <pc:picChg chg="add del mod">
          <ac:chgData name="Deepika Vatsa" userId="f7100972-27fe-4ee6-8fb4-ec9b7931b409" providerId="ADAL" clId="{FECAADD6-485A-4B66-AEA2-DF6E35DB16E2}" dt="2025-08-18T12:16:34.659" v="300" actId="478"/>
          <ac:picMkLst>
            <pc:docMk/>
            <pc:sldMk cId="2334307004" sldId="616"/>
            <ac:picMk id="5" creationId="{FCF334FB-A364-8AF1-7656-34923DFBE8FE}"/>
          </ac:picMkLst>
        </pc:picChg>
        <pc:picChg chg="del">
          <ac:chgData name="Deepika Vatsa" userId="f7100972-27fe-4ee6-8fb4-ec9b7931b409" providerId="ADAL" clId="{FECAADD6-485A-4B66-AEA2-DF6E35DB16E2}" dt="2025-08-18T12:16:04.377" v="291" actId="478"/>
          <ac:picMkLst>
            <pc:docMk/>
            <pc:sldMk cId="2334307004" sldId="616"/>
            <ac:picMk id="7" creationId="{31B87EC0-4ADE-A96C-B968-87A230E18EEA}"/>
          </ac:picMkLst>
        </pc:picChg>
        <pc:picChg chg="add mod">
          <ac:chgData name="Deepika Vatsa" userId="f7100972-27fe-4ee6-8fb4-ec9b7931b409" providerId="ADAL" clId="{FECAADD6-485A-4B66-AEA2-DF6E35DB16E2}" dt="2025-08-18T12:16:40.109" v="303" actId="1076"/>
          <ac:picMkLst>
            <pc:docMk/>
            <pc:sldMk cId="2334307004" sldId="616"/>
            <ac:picMk id="8" creationId="{6D806ACB-E7DB-68C3-CB5F-56E2EA8890DA}"/>
          </ac:picMkLst>
        </pc:picChg>
      </pc:sldChg>
      <pc:sldChg chg="addSp delSp modSp add mod">
        <pc:chgData name="Deepika Vatsa" userId="f7100972-27fe-4ee6-8fb4-ec9b7931b409" providerId="ADAL" clId="{FECAADD6-485A-4B66-AEA2-DF6E35DB16E2}" dt="2025-08-18T12:22:31.378" v="419" actId="478"/>
        <pc:sldMkLst>
          <pc:docMk/>
          <pc:sldMk cId="3542099841" sldId="617"/>
        </pc:sldMkLst>
        <pc:spChg chg="del">
          <ac:chgData name="Deepika Vatsa" userId="f7100972-27fe-4ee6-8fb4-ec9b7931b409" providerId="ADAL" clId="{FECAADD6-485A-4B66-AEA2-DF6E35DB16E2}" dt="2025-08-18T12:17:24.988" v="309" actId="478"/>
          <ac:spMkLst>
            <pc:docMk/>
            <pc:sldMk cId="3542099841" sldId="617"/>
            <ac:spMk id="2" creationId="{00000000-0000-0000-0000-000000000000}"/>
          </ac:spMkLst>
        </pc:spChg>
        <pc:spChg chg="add del mod">
          <ac:chgData name="Deepika Vatsa" userId="f7100972-27fe-4ee6-8fb4-ec9b7931b409" providerId="ADAL" clId="{FECAADD6-485A-4B66-AEA2-DF6E35DB16E2}" dt="2025-08-18T12:22:31.378" v="419" actId="478"/>
          <ac:spMkLst>
            <pc:docMk/>
            <pc:sldMk cId="3542099841" sldId="617"/>
            <ac:spMk id="7" creationId="{91DEEBB9-3AC3-4A9E-CF86-989F90816E47}"/>
          </ac:spMkLst>
        </pc:spChg>
        <pc:spChg chg="add mod">
          <ac:chgData name="Deepika Vatsa" userId="f7100972-27fe-4ee6-8fb4-ec9b7931b409" providerId="ADAL" clId="{FECAADD6-485A-4B66-AEA2-DF6E35DB16E2}" dt="2025-08-18T12:17:30.462" v="319" actId="20577"/>
          <ac:spMkLst>
            <pc:docMk/>
            <pc:sldMk cId="3542099841" sldId="617"/>
            <ac:spMk id="9" creationId="{C253D9F7-5718-29E9-229A-BBDE1A6BAEC3}"/>
          </ac:spMkLst>
        </pc:spChg>
        <pc:picChg chg="add mod">
          <ac:chgData name="Deepika Vatsa" userId="f7100972-27fe-4ee6-8fb4-ec9b7931b409" providerId="ADAL" clId="{FECAADD6-485A-4B66-AEA2-DF6E35DB16E2}" dt="2025-08-18T12:17:17.761" v="308" actId="1076"/>
          <ac:picMkLst>
            <pc:docMk/>
            <pc:sldMk cId="3542099841" sldId="617"/>
            <ac:picMk id="5" creationId="{2112331D-2B54-394C-1B8B-69BDD8D2D700}"/>
          </ac:picMkLst>
        </pc:picChg>
        <pc:picChg chg="del">
          <ac:chgData name="Deepika Vatsa" userId="f7100972-27fe-4ee6-8fb4-ec9b7931b409" providerId="ADAL" clId="{FECAADD6-485A-4B66-AEA2-DF6E35DB16E2}" dt="2025-08-18T12:17:12.224" v="305" actId="478"/>
          <ac:picMkLst>
            <pc:docMk/>
            <pc:sldMk cId="3542099841" sldId="617"/>
            <ac:picMk id="8" creationId="{6D806ACB-E7DB-68C3-CB5F-56E2EA8890DA}"/>
          </ac:picMkLst>
        </pc:picChg>
      </pc:sldChg>
      <pc:sldChg chg="addSp delSp modSp add mod">
        <pc:chgData name="Deepika Vatsa" userId="f7100972-27fe-4ee6-8fb4-ec9b7931b409" providerId="ADAL" clId="{FECAADD6-485A-4B66-AEA2-DF6E35DB16E2}" dt="2025-08-18T12:19:35.605" v="371" actId="1076"/>
        <pc:sldMkLst>
          <pc:docMk/>
          <pc:sldMk cId="3991955979" sldId="618"/>
        </pc:sldMkLst>
        <pc:spChg chg="mod">
          <ac:chgData name="Deepika Vatsa" userId="f7100972-27fe-4ee6-8fb4-ec9b7931b409" providerId="ADAL" clId="{FECAADD6-485A-4B66-AEA2-DF6E35DB16E2}" dt="2025-08-18T12:19:10.680" v="364" actId="20577"/>
          <ac:spMkLst>
            <pc:docMk/>
            <pc:sldMk cId="3991955979" sldId="618"/>
            <ac:spMk id="2" creationId="{00000000-0000-0000-0000-000000000000}"/>
          </ac:spMkLst>
        </pc:spChg>
        <pc:picChg chg="del">
          <ac:chgData name="Deepika Vatsa" userId="f7100972-27fe-4ee6-8fb4-ec9b7931b409" providerId="ADAL" clId="{FECAADD6-485A-4B66-AEA2-DF6E35DB16E2}" dt="2025-08-18T12:19:12.145" v="365" actId="478"/>
          <ac:picMkLst>
            <pc:docMk/>
            <pc:sldMk cId="3991955979" sldId="618"/>
            <ac:picMk id="5" creationId="{CBB23C75-79E3-DF1C-D40A-D199F6F0FF07}"/>
          </ac:picMkLst>
        </pc:picChg>
        <pc:picChg chg="add mod">
          <ac:chgData name="Deepika Vatsa" userId="f7100972-27fe-4ee6-8fb4-ec9b7931b409" providerId="ADAL" clId="{FECAADD6-485A-4B66-AEA2-DF6E35DB16E2}" dt="2025-08-18T12:19:18.708" v="369" actId="14100"/>
          <ac:picMkLst>
            <pc:docMk/>
            <pc:sldMk cId="3991955979" sldId="618"/>
            <ac:picMk id="6" creationId="{7F5BB2CF-D3D0-72A8-63E3-727EEFD25493}"/>
          </ac:picMkLst>
        </pc:picChg>
        <pc:picChg chg="add mod">
          <ac:chgData name="Deepika Vatsa" userId="f7100972-27fe-4ee6-8fb4-ec9b7931b409" providerId="ADAL" clId="{FECAADD6-485A-4B66-AEA2-DF6E35DB16E2}" dt="2025-08-18T12:19:35.605" v="371" actId="1076"/>
          <ac:picMkLst>
            <pc:docMk/>
            <pc:sldMk cId="3991955979" sldId="618"/>
            <ac:picMk id="8" creationId="{B9A0C6AF-A876-1DCD-2348-A7B28B921520}"/>
          </ac:picMkLst>
        </pc:picChg>
      </pc:sldChg>
      <pc:sldChg chg="addSp delSp modSp add mod">
        <pc:chgData name="Deepika Vatsa" userId="f7100972-27fe-4ee6-8fb4-ec9b7931b409" providerId="ADAL" clId="{FECAADD6-485A-4B66-AEA2-DF6E35DB16E2}" dt="2025-08-18T12:20:13.153" v="378" actId="1076"/>
        <pc:sldMkLst>
          <pc:docMk/>
          <pc:sldMk cId="3912900456" sldId="619"/>
        </pc:sldMkLst>
        <pc:picChg chg="add mod">
          <ac:chgData name="Deepika Vatsa" userId="f7100972-27fe-4ee6-8fb4-ec9b7931b409" providerId="ADAL" clId="{FECAADD6-485A-4B66-AEA2-DF6E35DB16E2}" dt="2025-08-18T12:20:03.557" v="376" actId="14100"/>
          <ac:picMkLst>
            <pc:docMk/>
            <pc:sldMk cId="3912900456" sldId="619"/>
            <ac:picMk id="5" creationId="{B9D85BF9-2634-8C6B-1C54-FA92545D2984}"/>
          </ac:picMkLst>
        </pc:picChg>
        <pc:picChg chg="del">
          <ac:chgData name="Deepika Vatsa" userId="f7100972-27fe-4ee6-8fb4-ec9b7931b409" providerId="ADAL" clId="{FECAADD6-485A-4B66-AEA2-DF6E35DB16E2}" dt="2025-08-18T12:19:57.897" v="373" actId="478"/>
          <ac:picMkLst>
            <pc:docMk/>
            <pc:sldMk cId="3912900456" sldId="619"/>
            <ac:picMk id="6" creationId="{7F5BB2CF-D3D0-72A8-63E3-727EEFD25493}"/>
          </ac:picMkLst>
        </pc:picChg>
        <pc:picChg chg="add mod">
          <ac:chgData name="Deepika Vatsa" userId="f7100972-27fe-4ee6-8fb4-ec9b7931b409" providerId="ADAL" clId="{FECAADD6-485A-4B66-AEA2-DF6E35DB16E2}" dt="2025-08-18T12:20:13.153" v="378" actId="1076"/>
          <ac:picMkLst>
            <pc:docMk/>
            <pc:sldMk cId="3912900456" sldId="619"/>
            <ac:picMk id="9" creationId="{6C68254F-11DA-AC9D-812C-5397EBBEA39E}"/>
          </ac:picMkLst>
        </pc:picChg>
      </pc:sldChg>
      <pc:sldChg chg="add">
        <pc:chgData name="Deepika Vatsa" userId="f7100972-27fe-4ee6-8fb4-ec9b7931b409" providerId="ADAL" clId="{FECAADD6-485A-4B66-AEA2-DF6E35DB16E2}" dt="2025-08-18T12:20:43.270" v="379" actId="2890"/>
        <pc:sldMkLst>
          <pc:docMk/>
          <pc:sldMk cId="4060805478" sldId="620"/>
        </pc:sldMkLst>
      </pc:sldChg>
      <pc:sldChg chg="addSp delSp modSp add mod">
        <pc:chgData name="Deepika Vatsa" userId="f7100972-27fe-4ee6-8fb4-ec9b7931b409" providerId="ADAL" clId="{FECAADD6-485A-4B66-AEA2-DF6E35DB16E2}" dt="2025-08-18T12:23:33.340" v="453" actId="14100"/>
        <pc:sldMkLst>
          <pc:docMk/>
          <pc:sldMk cId="3334835650" sldId="621"/>
        </pc:sldMkLst>
        <pc:spChg chg="mod">
          <ac:chgData name="Deepika Vatsa" userId="f7100972-27fe-4ee6-8fb4-ec9b7931b409" providerId="ADAL" clId="{FECAADD6-485A-4B66-AEA2-DF6E35DB16E2}" dt="2025-08-18T12:23:26.085" v="449" actId="5793"/>
          <ac:spMkLst>
            <pc:docMk/>
            <pc:sldMk cId="3334835650" sldId="621"/>
            <ac:spMk id="2" creationId="{00000000-0000-0000-0000-000000000000}"/>
          </ac:spMkLst>
        </pc:spChg>
        <pc:picChg chg="del">
          <ac:chgData name="Deepika Vatsa" userId="f7100972-27fe-4ee6-8fb4-ec9b7931b409" providerId="ADAL" clId="{FECAADD6-485A-4B66-AEA2-DF6E35DB16E2}" dt="2025-08-18T12:23:27.827" v="450" actId="478"/>
          <ac:picMkLst>
            <pc:docMk/>
            <pc:sldMk cId="3334835650" sldId="621"/>
            <ac:picMk id="5" creationId="{B9D85BF9-2634-8C6B-1C54-FA92545D2984}"/>
          </ac:picMkLst>
        </pc:picChg>
        <pc:picChg chg="add mod">
          <ac:chgData name="Deepika Vatsa" userId="f7100972-27fe-4ee6-8fb4-ec9b7931b409" providerId="ADAL" clId="{FECAADD6-485A-4B66-AEA2-DF6E35DB16E2}" dt="2025-08-18T12:23:33.340" v="453" actId="14100"/>
          <ac:picMkLst>
            <pc:docMk/>
            <pc:sldMk cId="3334835650" sldId="621"/>
            <ac:picMk id="6" creationId="{45AC247E-DBE5-6911-F887-A62BC46F4370}"/>
          </ac:picMkLst>
        </pc:picChg>
      </pc:sldChg>
      <pc:sldChg chg="addSp delSp modSp add mod">
        <pc:chgData name="Deepika Vatsa" userId="f7100972-27fe-4ee6-8fb4-ec9b7931b409" providerId="ADAL" clId="{FECAADD6-485A-4B66-AEA2-DF6E35DB16E2}" dt="2025-08-18T12:23:58.850" v="458" actId="14100"/>
        <pc:sldMkLst>
          <pc:docMk/>
          <pc:sldMk cId="3976936197" sldId="622"/>
        </pc:sldMkLst>
        <pc:picChg chg="add mod">
          <ac:chgData name="Deepika Vatsa" userId="f7100972-27fe-4ee6-8fb4-ec9b7931b409" providerId="ADAL" clId="{FECAADD6-485A-4B66-AEA2-DF6E35DB16E2}" dt="2025-08-18T12:23:58.850" v="458" actId="14100"/>
          <ac:picMkLst>
            <pc:docMk/>
            <pc:sldMk cId="3976936197" sldId="622"/>
            <ac:picMk id="5" creationId="{FC06E42A-5E65-5F01-9A82-45CA807E2DDE}"/>
          </ac:picMkLst>
        </pc:picChg>
        <pc:picChg chg="del">
          <ac:chgData name="Deepika Vatsa" userId="f7100972-27fe-4ee6-8fb4-ec9b7931b409" providerId="ADAL" clId="{FECAADD6-485A-4B66-AEA2-DF6E35DB16E2}" dt="2025-08-18T12:23:51.057" v="455" actId="478"/>
          <ac:picMkLst>
            <pc:docMk/>
            <pc:sldMk cId="3976936197" sldId="622"/>
            <ac:picMk id="6" creationId="{45AC247E-DBE5-6911-F887-A62BC46F4370}"/>
          </ac:picMkLst>
        </pc:picChg>
      </pc:sldChg>
      <pc:sldChg chg="addSp delSp modSp add mod">
        <pc:chgData name="Deepika Vatsa" userId="f7100972-27fe-4ee6-8fb4-ec9b7931b409" providerId="ADAL" clId="{FECAADD6-485A-4B66-AEA2-DF6E35DB16E2}" dt="2025-08-18T12:27:36.423" v="551" actId="14100"/>
        <pc:sldMkLst>
          <pc:docMk/>
          <pc:sldMk cId="1533333801" sldId="623"/>
        </pc:sldMkLst>
        <pc:spChg chg="mod">
          <ac:chgData name="Deepika Vatsa" userId="f7100972-27fe-4ee6-8fb4-ec9b7931b409" providerId="ADAL" clId="{FECAADD6-485A-4B66-AEA2-DF6E35DB16E2}" dt="2025-08-18T12:24:18.547" v="476" actId="20577"/>
          <ac:spMkLst>
            <pc:docMk/>
            <pc:sldMk cId="1533333801" sldId="623"/>
            <ac:spMk id="2" creationId="{00000000-0000-0000-0000-000000000000}"/>
          </ac:spMkLst>
        </pc:spChg>
        <pc:picChg chg="del">
          <ac:chgData name="Deepika Vatsa" userId="f7100972-27fe-4ee6-8fb4-ec9b7931b409" providerId="ADAL" clId="{FECAADD6-485A-4B66-AEA2-DF6E35DB16E2}" dt="2025-08-18T12:24:20.167" v="477" actId="478"/>
          <ac:picMkLst>
            <pc:docMk/>
            <pc:sldMk cId="1533333801" sldId="623"/>
            <ac:picMk id="5" creationId="{FC06E42A-5E65-5F01-9A82-45CA807E2DDE}"/>
          </ac:picMkLst>
        </pc:picChg>
        <pc:picChg chg="add mod">
          <ac:chgData name="Deepika Vatsa" userId="f7100972-27fe-4ee6-8fb4-ec9b7931b409" providerId="ADAL" clId="{FECAADD6-485A-4B66-AEA2-DF6E35DB16E2}" dt="2025-08-18T12:27:36.423" v="551" actId="14100"/>
          <ac:picMkLst>
            <pc:docMk/>
            <pc:sldMk cId="1533333801" sldId="623"/>
            <ac:picMk id="6" creationId="{7F10BE66-5BD9-07F6-1AA0-14F9ADA14CAD}"/>
          </ac:picMkLst>
        </pc:picChg>
      </pc:sldChg>
      <pc:sldChg chg="delSp add del mod">
        <pc:chgData name="Deepika Vatsa" userId="f7100972-27fe-4ee6-8fb4-ec9b7931b409" providerId="ADAL" clId="{FECAADD6-485A-4B66-AEA2-DF6E35DB16E2}" dt="2025-08-18T12:26:38.626" v="522" actId="2696"/>
        <pc:sldMkLst>
          <pc:docMk/>
          <pc:sldMk cId="2367265284" sldId="624"/>
        </pc:sldMkLst>
        <pc:picChg chg="del">
          <ac:chgData name="Deepika Vatsa" userId="f7100972-27fe-4ee6-8fb4-ec9b7931b409" providerId="ADAL" clId="{FECAADD6-485A-4B66-AEA2-DF6E35DB16E2}" dt="2025-08-18T12:25:27.883" v="487" actId="478"/>
          <ac:picMkLst>
            <pc:docMk/>
            <pc:sldMk cId="2367265284" sldId="624"/>
            <ac:picMk id="6" creationId="{7F10BE66-5BD9-07F6-1AA0-14F9ADA14CAD}"/>
          </ac:picMkLst>
        </pc:picChg>
      </pc:sldChg>
      <pc:sldChg chg="delSp add del mod">
        <pc:chgData name="Deepika Vatsa" userId="f7100972-27fe-4ee6-8fb4-ec9b7931b409" providerId="ADAL" clId="{FECAADD6-485A-4B66-AEA2-DF6E35DB16E2}" dt="2025-08-18T12:26:38.626" v="522" actId="2696"/>
        <pc:sldMkLst>
          <pc:docMk/>
          <pc:sldMk cId="1967559052" sldId="625"/>
        </pc:sldMkLst>
        <pc:picChg chg="del">
          <ac:chgData name="Deepika Vatsa" userId="f7100972-27fe-4ee6-8fb4-ec9b7931b409" providerId="ADAL" clId="{FECAADD6-485A-4B66-AEA2-DF6E35DB16E2}" dt="2025-08-18T12:25:30.077" v="488" actId="478"/>
          <ac:picMkLst>
            <pc:docMk/>
            <pc:sldMk cId="1967559052" sldId="625"/>
            <ac:picMk id="6" creationId="{7F10BE66-5BD9-07F6-1AA0-14F9ADA14CAD}"/>
          </ac:picMkLst>
        </pc:picChg>
      </pc:sldChg>
      <pc:sldChg chg="addSp delSp modSp add mod">
        <pc:chgData name="Deepika Vatsa" userId="f7100972-27fe-4ee6-8fb4-ec9b7931b409" providerId="ADAL" clId="{FECAADD6-485A-4B66-AEA2-DF6E35DB16E2}" dt="2025-08-18T12:26:34.745" v="521" actId="20577"/>
        <pc:sldMkLst>
          <pc:docMk/>
          <pc:sldMk cId="3549948443" sldId="626"/>
        </pc:sldMkLst>
        <pc:spChg chg="mod">
          <ac:chgData name="Deepika Vatsa" userId="f7100972-27fe-4ee6-8fb4-ec9b7931b409" providerId="ADAL" clId="{FECAADD6-485A-4B66-AEA2-DF6E35DB16E2}" dt="2025-08-18T12:26:34.745" v="521" actId="20577"/>
          <ac:spMkLst>
            <pc:docMk/>
            <pc:sldMk cId="3549948443" sldId="626"/>
            <ac:spMk id="2" creationId="{00000000-0000-0000-0000-000000000000}"/>
          </ac:spMkLst>
        </pc:spChg>
        <pc:picChg chg="add mod">
          <ac:chgData name="Deepika Vatsa" userId="f7100972-27fe-4ee6-8fb4-ec9b7931b409" providerId="ADAL" clId="{FECAADD6-485A-4B66-AEA2-DF6E35DB16E2}" dt="2025-08-18T12:25:59.255" v="494" actId="1076"/>
          <ac:picMkLst>
            <pc:docMk/>
            <pc:sldMk cId="3549948443" sldId="626"/>
            <ac:picMk id="5" creationId="{9F257CC6-C275-8610-3C49-0F57B9EED705}"/>
          </ac:picMkLst>
        </pc:picChg>
        <pc:picChg chg="del">
          <ac:chgData name="Deepika Vatsa" userId="f7100972-27fe-4ee6-8fb4-ec9b7931b409" providerId="ADAL" clId="{FECAADD6-485A-4B66-AEA2-DF6E35DB16E2}" dt="2025-08-18T12:25:32.117" v="489" actId="478"/>
          <ac:picMkLst>
            <pc:docMk/>
            <pc:sldMk cId="3549948443" sldId="626"/>
            <ac:picMk id="6" creationId="{7F10BE66-5BD9-07F6-1AA0-14F9ADA14CAD}"/>
          </ac:picMkLst>
        </pc:picChg>
      </pc:sldChg>
      <pc:sldChg chg="addSp delSp modSp add mod">
        <pc:chgData name="Deepika Vatsa" userId="f7100972-27fe-4ee6-8fb4-ec9b7931b409" providerId="ADAL" clId="{FECAADD6-485A-4B66-AEA2-DF6E35DB16E2}" dt="2025-08-18T12:26:29.619" v="508" actId="14100"/>
        <pc:sldMkLst>
          <pc:docMk/>
          <pc:sldMk cId="1492384228" sldId="627"/>
        </pc:sldMkLst>
        <pc:spChg chg="mod">
          <ac:chgData name="Deepika Vatsa" userId="f7100972-27fe-4ee6-8fb4-ec9b7931b409" providerId="ADAL" clId="{FECAADD6-485A-4B66-AEA2-DF6E35DB16E2}" dt="2025-08-18T12:26:23.477" v="504" actId="20577"/>
          <ac:spMkLst>
            <pc:docMk/>
            <pc:sldMk cId="1492384228" sldId="627"/>
            <ac:spMk id="2" creationId="{00000000-0000-0000-0000-000000000000}"/>
          </ac:spMkLst>
        </pc:spChg>
        <pc:picChg chg="del">
          <ac:chgData name="Deepika Vatsa" userId="f7100972-27fe-4ee6-8fb4-ec9b7931b409" providerId="ADAL" clId="{FECAADD6-485A-4B66-AEA2-DF6E35DB16E2}" dt="2025-08-18T12:26:24.903" v="505" actId="478"/>
          <ac:picMkLst>
            <pc:docMk/>
            <pc:sldMk cId="1492384228" sldId="627"/>
            <ac:picMk id="5" creationId="{9F257CC6-C275-8610-3C49-0F57B9EED705}"/>
          </ac:picMkLst>
        </pc:picChg>
        <pc:picChg chg="add mod">
          <ac:chgData name="Deepika Vatsa" userId="f7100972-27fe-4ee6-8fb4-ec9b7931b409" providerId="ADAL" clId="{FECAADD6-485A-4B66-AEA2-DF6E35DB16E2}" dt="2025-08-18T12:26:29.619" v="508" actId="14100"/>
          <ac:picMkLst>
            <pc:docMk/>
            <pc:sldMk cId="1492384228" sldId="627"/>
            <ac:picMk id="6" creationId="{83230359-2DED-4BBB-12AD-ED524BA268FF}"/>
          </ac:picMkLst>
        </pc:picChg>
      </pc:sldChg>
      <pc:sldChg chg="addSp delSp modSp add mod">
        <pc:chgData name="Deepika Vatsa" userId="f7100972-27fe-4ee6-8fb4-ec9b7931b409" providerId="ADAL" clId="{FECAADD6-485A-4B66-AEA2-DF6E35DB16E2}" dt="2025-08-18T12:27:28.341" v="550" actId="14100"/>
        <pc:sldMkLst>
          <pc:docMk/>
          <pc:sldMk cId="3339153089" sldId="628"/>
        </pc:sldMkLst>
        <pc:spChg chg="mod">
          <ac:chgData name="Deepika Vatsa" userId="f7100972-27fe-4ee6-8fb4-ec9b7931b409" providerId="ADAL" clId="{FECAADD6-485A-4B66-AEA2-DF6E35DB16E2}" dt="2025-08-18T12:27:21.792" v="546" actId="20577"/>
          <ac:spMkLst>
            <pc:docMk/>
            <pc:sldMk cId="3339153089" sldId="628"/>
            <ac:spMk id="2" creationId="{00000000-0000-0000-0000-000000000000}"/>
          </ac:spMkLst>
        </pc:spChg>
        <pc:picChg chg="add mod">
          <ac:chgData name="Deepika Vatsa" userId="f7100972-27fe-4ee6-8fb4-ec9b7931b409" providerId="ADAL" clId="{FECAADD6-485A-4B66-AEA2-DF6E35DB16E2}" dt="2025-08-18T12:27:28.341" v="550" actId="14100"/>
          <ac:picMkLst>
            <pc:docMk/>
            <pc:sldMk cId="3339153089" sldId="628"/>
            <ac:picMk id="5" creationId="{E774913A-6257-8DCF-186F-01DAC8BBA23F}"/>
          </ac:picMkLst>
        </pc:picChg>
        <pc:picChg chg="del">
          <ac:chgData name="Deepika Vatsa" userId="f7100972-27fe-4ee6-8fb4-ec9b7931b409" providerId="ADAL" clId="{FECAADD6-485A-4B66-AEA2-DF6E35DB16E2}" dt="2025-08-18T12:27:23.518" v="547" actId="478"/>
          <ac:picMkLst>
            <pc:docMk/>
            <pc:sldMk cId="3339153089" sldId="628"/>
            <ac:picMk id="6" creationId="{83230359-2DED-4BBB-12AD-ED524BA268FF}"/>
          </ac:picMkLst>
        </pc:picChg>
      </pc:sldChg>
    </pc:docChg>
  </pc:docChgLst>
  <pc:docChgLst>
    <pc:chgData name="Deepika Vatsa" userId="f7100972-27fe-4ee6-8fb4-ec9b7931b409" providerId="ADAL" clId="{6239CB49-E84F-455D-9502-06F26594D634}"/>
    <pc:docChg chg="undo redo custSel addSld delSld modSld">
      <pc:chgData name="Deepika Vatsa" userId="f7100972-27fe-4ee6-8fb4-ec9b7931b409" providerId="ADAL" clId="{6239CB49-E84F-455D-9502-06F26594D634}" dt="2025-09-24T11:38:14.986" v="988"/>
      <pc:docMkLst>
        <pc:docMk/>
      </pc:docMkLst>
      <pc:sldChg chg="modSp mod">
        <pc:chgData name="Deepika Vatsa" userId="f7100972-27fe-4ee6-8fb4-ec9b7931b409" providerId="ADAL" clId="{6239CB49-E84F-455D-9502-06F26594D634}" dt="2025-09-23T05:00:24.344" v="22" actId="6549"/>
        <pc:sldMkLst>
          <pc:docMk/>
          <pc:sldMk cId="0" sldId="395"/>
        </pc:sldMkLst>
        <pc:spChg chg="mod">
          <ac:chgData name="Deepika Vatsa" userId="f7100972-27fe-4ee6-8fb4-ec9b7931b409" providerId="ADAL" clId="{6239CB49-E84F-455D-9502-06F26594D634}" dt="2025-09-23T05:00:24.344" v="22" actId="6549"/>
          <ac:spMkLst>
            <pc:docMk/>
            <pc:sldMk cId="0" sldId="395"/>
            <ac:spMk id="2" creationId="{00000000-0000-0000-0000-000000000000}"/>
          </ac:spMkLst>
        </pc:spChg>
      </pc:sldChg>
      <pc:sldChg chg="addSp delSp modSp mod">
        <pc:chgData name="Deepika Vatsa" userId="f7100972-27fe-4ee6-8fb4-ec9b7931b409" providerId="ADAL" clId="{6239CB49-E84F-455D-9502-06F26594D634}" dt="2025-09-24T11:38:14.986" v="988"/>
        <pc:sldMkLst>
          <pc:docMk/>
          <pc:sldMk cId="3439049211" sldId="591"/>
        </pc:sldMkLst>
        <pc:spChg chg="mod">
          <ac:chgData name="Deepika Vatsa" userId="f7100972-27fe-4ee6-8fb4-ec9b7931b409" providerId="ADAL" clId="{6239CB49-E84F-455D-9502-06F26594D634}" dt="2025-09-23T05:01:54.305" v="50" actId="20577"/>
          <ac:spMkLst>
            <pc:docMk/>
            <pc:sldMk cId="3439049211" sldId="591"/>
            <ac:spMk id="2" creationId="{00000000-0000-0000-0000-000000000000}"/>
          </ac:spMkLst>
        </pc:spChg>
        <pc:spChg chg="del">
          <ac:chgData name="Deepika Vatsa" userId="f7100972-27fe-4ee6-8fb4-ec9b7931b409" providerId="ADAL" clId="{6239CB49-E84F-455D-9502-06F26594D634}" dt="2025-09-23T05:01:57.561" v="51" actId="478"/>
          <ac:spMkLst>
            <pc:docMk/>
            <pc:sldMk cId="3439049211" sldId="591"/>
            <ac:spMk id="11" creationId="{06381CCD-359B-D8A2-1997-A5B56A02FD41}"/>
          </ac:spMkLst>
        </pc:spChg>
        <pc:picChg chg="add mod">
          <ac:chgData name="Deepika Vatsa" userId="f7100972-27fe-4ee6-8fb4-ec9b7931b409" providerId="ADAL" clId="{6239CB49-E84F-455D-9502-06F26594D634}" dt="2025-09-23T05:02:06.229" v="55" actId="1076"/>
          <ac:picMkLst>
            <pc:docMk/>
            <pc:sldMk cId="3439049211" sldId="591"/>
            <ac:picMk id="5" creationId="{F98F73F8-C2F2-9586-D160-14BB95EFB7D9}"/>
          </ac:picMkLst>
        </pc:picChg>
        <pc:inkChg chg="add">
          <ac:chgData name="Deepika Vatsa" userId="f7100972-27fe-4ee6-8fb4-ec9b7931b409" providerId="ADAL" clId="{6239CB49-E84F-455D-9502-06F26594D634}" dt="2025-09-24T11:38:14.986" v="988"/>
          <ac:inkMkLst>
            <pc:docMk/>
            <pc:sldMk cId="3439049211" sldId="591"/>
            <ac:inkMk id="4" creationId="{C523678A-28E9-7F5B-8EA3-DFE9E3E1126F}"/>
          </ac:inkMkLst>
        </pc:inkChg>
      </pc:sldChg>
      <pc:sldChg chg="addSp delSp modSp add mod">
        <pc:chgData name="Deepika Vatsa" userId="f7100972-27fe-4ee6-8fb4-ec9b7931b409" providerId="ADAL" clId="{6239CB49-E84F-455D-9502-06F26594D634}" dt="2025-09-24T11:38:14.986" v="988"/>
        <pc:sldMkLst>
          <pc:docMk/>
          <pc:sldMk cId="1039897715" sldId="592"/>
        </pc:sldMkLst>
        <pc:spChg chg="mod">
          <ac:chgData name="Deepika Vatsa" userId="f7100972-27fe-4ee6-8fb4-ec9b7931b409" providerId="ADAL" clId="{6239CB49-E84F-455D-9502-06F26594D634}" dt="2025-09-23T05:02:32.249" v="66" actId="20577"/>
          <ac:spMkLst>
            <pc:docMk/>
            <pc:sldMk cId="1039897715" sldId="592"/>
            <ac:spMk id="2" creationId="{00000000-0000-0000-0000-000000000000}"/>
          </ac:spMkLst>
        </pc:spChg>
        <pc:spChg chg="add mod">
          <ac:chgData name="Deepika Vatsa" userId="f7100972-27fe-4ee6-8fb4-ec9b7931b409" providerId="ADAL" clId="{6239CB49-E84F-455D-9502-06F26594D634}" dt="2025-09-23T05:03:18.885" v="88" actId="1076"/>
          <ac:spMkLst>
            <pc:docMk/>
            <pc:sldMk cId="1039897715" sldId="592"/>
            <ac:spMk id="6" creationId="{2D96D569-F1C4-581F-A747-3ECF879181E9}"/>
          </ac:spMkLst>
        </pc:spChg>
        <pc:picChg chg="del">
          <ac:chgData name="Deepika Vatsa" userId="f7100972-27fe-4ee6-8fb4-ec9b7931b409" providerId="ADAL" clId="{6239CB49-E84F-455D-9502-06F26594D634}" dt="2025-09-23T05:02:33.830" v="67" actId="478"/>
          <ac:picMkLst>
            <pc:docMk/>
            <pc:sldMk cId="1039897715" sldId="592"/>
            <ac:picMk id="5" creationId="{F98F73F8-C2F2-9586-D160-14BB95EFB7D9}"/>
          </ac:picMkLst>
        </pc:picChg>
        <pc:inkChg chg="add">
          <ac:chgData name="Deepika Vatsa" userId="f7100972-27fe-4ee6-8fb4-ec9b7931b409" providerId="ADAL" clId="{6239CB49-E84F-455D-9502-06F26594D634}" dt="2025-09-24T11:38:14.986" v="988"/>
          <ac:inkMkLst>
            <pc:docMk/>
            <pc:sldMk cId="1039897715" sldId="592"/>
            <ac:inkMk id="4" creationId="{CFB530EA-1842-E88D-A7C6-B1F846ADEC27}"/>
          </ac:inkMkLst>
        </pc:inkChg>
      </pc:sldChg>
      <pc:sldChg chg="addSp modSp add mod">
        <pc:chgData name="Deepika Vatsa" userId="f7100972-27fe-4ee6-8fb4-ec9b7931b409" providerId="ADAL" clId="{6239CB49-E84F-455D-9502-06F26594D634}" dt="2025-09-24T11:38:14.986" v="988"/>
        <pc:sldMkLst>
          <pc:docMk/>
          <pc:sldMk cId="562163225" sldId="593"/>
        </pc:sldMkLst>
        <pc:spChg chg="mod">
          <ac:chgData name="Deepika Vatsa" userId="f7100972-27fe-4ee6-8fb4-ec9b7931b409" providerId="ADAL" clId="{6239CB49-E84F-455D-9502-06F26594D634}" dt="2025-09-23T05:03:33.368" v="97" actId="20577"/>
          <ac:spMkLst>
            <pc:docMk/>
            <pc:sldMk cId="562163225" sldId="593"/>
            <ac:spMk id="2" creationId="{00000000-0000-0000-0000-000000000000}"/>
          </ac:spMkLst>
        </pc:spChg>
        <pc:spChg chg="mod">
          <ac:chgData name="Deepika Vatsa" userId="f7100972-27fe-4ee6-8fb4-ec9b7931b409" providerId="ADAL" clId="{6239CB49-E84F-455D-9502-06F26594D634}" dt="2025-09-23T05:04:48.939" v="122" actId="20577"/>
          <ac:spMkLst>
            <pc:docMk/>
            <pc:sldMk cId="562163225" sldId="593"/>
            <ac:spMk id="6" creationId="{2D96D569-F1C4-581F-A747-3ECF879181E9}"/>
          </ac:spMkLst>
        </pc:spChg>
        <pc:inkChg chg="add">
          <ac:chgData name="Deepika Vatsa" userId="f7100972-27fe-4ee6-8fb4-ec9b7931b409" providerId="ADAL" clId="{6239CB49-E84F-455D-9502-06F26594D634}" dt="2025-09-24T11:38:14.986" v="988"/>
          <ac:inkMkLst>
            <pc:docMk/>
            <pc:sldMk cId="562163225" sldId="593"/>
            <ac:inkMk id="4" creationId="{1DBEC47D-F5D3-EFAA-FB6E-5423FBFEEA5E}"/>
          </ac:inkMkLst>
        </pc:inkChg>
      </pc:sldChg>
      <pc:sldChg chg="del">
        <pc:chgData name="Deepika Vatsa" userId="f7100972-27fe-4ee6-8fb4-ec9b7931b409" providerId="ADAL" clId="{6239CB49-E84F-455D-9502-06F26594D634}" dt="2025-09-23T05:00:51.298" v="23" actId="47"/>
        <pc:sldMkLst>
          <pc:docMk/>
          <pc:sldMk cId="3198423911" sldId="593"/>
        </pc:sldMkLst>
      </pc:sldChg>
      <pc:sldChg chg="addSp delSp modSp add mod">
        <pc:chgData name="Deepika Vatsa" userId="f7100972-27fe-4ee6-8fb4-ec9b7931b409" providerId="ADAL" clId="{6239CB49-E84F-455D-9502-06F26594D634}" dt="2025-09-24T11:38:14.986" v="988"/>
        <pc:sldMkLst>
          <pc:docMk/>
          <pc:sldMk cId="2093314508" sldId="594"/>
        </pc:sldMkLst>
        <pc:spChg chg="del">
          <ac:chgData name="Deepika Vatsa" userId="f7100972-27fe-4ee6-8fb4-ec9b7931b409" providerId="ADAL" clId="{6239CB49-E84F-455D-9502-06F26594D634}" dt="2025-09-23T05:05:11.136" v="124" actId="478"/>
          <ac:spMkLst>
            <pc:docMk/>
            <pc:sldMk cId="2093314508" sldId="594"/>
            <ac:spMk id="6" creationId="{2D96D569-F1C4-581F-A747-3ECF879181E9}"/>
          </ac:spMkLst>
        </pc:spChg>
        <pc:picChg chg="add mod">
          <ac:chgData name="Deepika Vatsa" userId="f7100972-27fe-4ee6-8fb4-ec9b7931b409" providerId="ADAL" clId="{6239CB49-E84F-455D-9502-06F26594D634}" dt="2025-09-23T05:05:17.800" v="127" actId="1076"/>
          <ac:picMkLst>
            <pc:docMk/>
            <pc:sldMk cId="2093314508" sldId="594"/>
            <ac:picMk id="5" creationId="{63ACB760-E1BD-2804-5E4F-1E5C596738E5}"/>
          </ac:picMkLst>
        </pc:picChg>
        <pc:inkChg chg="add">
          <ac:chgData name="Deepika Vatsa" userId="f7100972-27fe-4ee6-8fb4-ec9b7931b409" providerId="ADAL" clId="{6239CB49-E84F-455D-9502-06F26594D634}" dt="2025-09-24T11:38:14.986" v="988"/>
          <ac:inkMkLst>
            <pc:docMk/>
            <pc:sldMk cId="2093314508" sldId="594"/>
            <ac:inkMk id="4" creationId="{1A6CE765-C64A-ED5A-7DD8-7EC29646D713}"/>
          </ac:inkMkLst>
        </pc:inkChg>
      </pc:sldChg>
      <pc:sldChg chg="addSp delSp modSp add mod">
        <pc:chgData name="Deepika Vatsa" userId="f7100972-27fe-4ee6-8fb4-ec9b7931b409" providerId="ADAL" clId="{6239CB49-E84F-455D-9502-06F26594D634}" dt="2025-09-24T11:38:14.986" v="988"/>
        <pc:sldMkLst>
          <pc:docMk/>
          <pc:sldMk cId="1095908878" sldId="595"/>
        </pc:sldMkLst>
        <pc:spChg chg="mod">
          <ac:chgData name="Deepika Vatsa" userId="f7100972-27fe-4ee6-8fb4-ec9b7931b409" providerId="ADAL" clId="{6239CB49-E84F-455D-9502-06F26594D634}" dt="2025-09-23T05:07:45.008" v="165" actId="20577"/>
          <ac:spMkLst>
            <pc:docMk/>
            <pc:sldMk cId="1095908878" sldId="595"/>
            <ac:spMk id="2" creationId="{00000000-0000-0000-0000-000000000000}"/>
          </ac:spMkLst>
        </pc:spChg>
        <pc:spChg chg="add mod">
          <ac:chgData name="Deepika Vatsa" userId="f7100972-27fe-4ee6-8fb4-ec9b7931b409" providerId="ADAL" clId="{6239CB49-E84F-455D-9502-06F26594D634}" dt="2025-09-23T05:07:10.493" v="155" actId="58"/>
          <ac:spMkLst>
            <pc:docMk/>
            <pc:sldMk cId="1095908878" sldId="595"/>
            <ac:spMk id="6" creationId="{A57DF021-6CBA-BB58-54F5-51C886D111EF}"/>
          </ac:spMkLst>
        </pc:spChg>
        <pc:picChg chg="del">
          <ac:chgData name="Deepika Vatsa" userId="f7100972-27fe-4ee6-8fb4-ec9b7931b409" providerId="ADAL" clId="{6239CB49-E84F-455D-9502-06F26594D634}" dt="2025-09-23T05:06:06.580" v="129" actId="478"/>
          <ac:picMkLst>
            <pc:docMk/>
            <pc:sldMk cId="1095908878" sldId="595"/>
            <ac:picMk id="5" creationId="{63ACB760-E1BD-2804-5E4F-1E5C596738E5}"/>
          </ac:picMkLst>
        </pc:picChg>
        <pc:inkChg chg="add">
          <ac:chgData name="Deepika Vatsa" userId="f7100972-27fe-4ee6-8fb4-ec9b7931b409" providerId="ADAL" clId="{6239CB49-E84F-455D-9502-06F26594D634}" dt="2025-09-24T11:38:14.986" v="988"/>
          <ac:inkMkLst>
            <pc:docMk/>
            <pc:sldMk cId="1095908878" sldId="595"/>
            <ac:inkMk id="4" creationId="{BF25FA2D-9FB6-4A91-F6B8-CB3CD6563545}"/>
          </ac:inkMkLst>
        </pc:inkChg>
      </pc:sldChg>
      <pc:sldChg chg="addSp modSp add mod">
        <pc:chgData name="Deepika Vatsa" userId="f7100972-27fe-4ee6-8fb4-ec9b7931b409" providerId="ADAL" clId="{6239CB49-E84F-455D-9502-06F26594D634}" dt="2025-09-24T11:38:14.986" v="988"/>
        <pc:sldMkLst>
          <pc:docMk/>
          <pc:sldMk cId="3673669300" sldId="596"/>
        </pc:sldMkLst>
        <pc:spChg chg="mod">
          <ac:chgData name="Deepika Vatsa" userId="f7100972-27fe-4ee6-8fb4-ec9b7931b409" providerId="ADAL" clId="{6239CB49-E84F-455D-9502-06F26594D634}" dt="2025-09-23T05:37:19.003" v="633" actId="20577"/>
          <ac:spMkLst>
            <pc:docMk/>
            <pc:sldMk cId="3673669300" sldId="596"/>
            <ac:spMk id="2" creationId="{00000000-0000-0000-0000-000000000000}"/>
          </ac:spMkLst>
        </pc:spChg>
        <pc:spChg chg="mod">
          <ac:chgData name="Deepika Vatsa" userId="f7100972-27fe-4ee6-8fb4-ec9b7931b409" providerId="ADAL" clId="{6239CB49-E84F-455D-9502-06F26594D634}" dt="2025-09-23T05:08:47.627" v="226" actId="20577"/>
          <ac:spMkLst>
            <pc:docMk/>
            <pc:sldMk cId="3673669300" sldId="596"/>
            <ac:spMk id="6" creationId="{A57DF021-6CBA-BB58-54F5-51C886D111EF}"/>
          </ac:spMkLst>
        </pc:spChg>
        <pc:inkChg chg="add">
          <ac:chgData name="Deepika Vatsa" userId="f7100972-27fe-4ee6-8fb4-ec9b7931b409" providerId="ADAL" clId="{6239CB49-E84F-455D-9502-06F26594D634}" dt="2025-09-24T11:38:14.986" v="988"/>
          <ac:inkMkLst>
            <pc:docMk/>
            <pc:sldMk cId="3673669300" sldId="596"/>
            <ac:inkMk id="4" creationId="{7C8DC4E5-014C-B6A2-7A76-CE4C3D5BFE4F}"/>
          </ac:inkMkLst>
        </pc:inkChg>
      </pc:sldChg>
      <pc:sldChg chg="addSp delSp modSp add mod">
        <pc:chgData name="Deepika Vatsa" userId="f7100972-27fe-4ee6-8fb4-ec9b7931b409" providerId="ADAL" clId="{6239CB49-E84F-455D-9502-06F26594D634}" dt="2025-09-24T11:38:14.986" v="988"/>
        <pc:sldMkLst>
          <pc:docMk/>
          <pc:sldMk cId="3645432103" sldId="597"/>
        </pc:sldMkLst>
        <pc:spChg chg="del">
          <ac:chgData name="Deepika Vatsa" userId="f7100972-27fe-4ee6-8fb4-ec9b7931b409" providerId="ADAL" clId="{6239CB49-E84F-455D-9502-06F26594D634}" dt="2025-09-23T05:09:11.516" v="228" actId="478"/>
          <ac:spMkLst>
            <pc:docMk/>
            <pc:sldMk cId="3645432103" sldId="597"/>
            <ac:spMk id="6" creationId="{A57DF021-6CBA-BB58-54F5-51C886D111EF}"/>
          </ac:spMkLst>
        </pc:spChg>
        <pc:picChg chg="add mod">
          <ac:chgData name="Deepika Vatsa" userId="f7100972-27fe-4ee6-8fb4-ec9b7931b409" providerId="ADAL" clId="{6239CB49-E84F-455D-9502-06F26594D634}" dt="2025-09-23T05:09:18.885" v="231" actId="1076"/>
          <ac:picMkLst>
            <pc:docMk/>
            <pc:sldMk cId="3645432103" sldId="597"/>
            <ac:picMk id="5" creationId="{68452FC3-C3AC-A385-E0A8-32ECC118BB7E}"/>
          </ac:picMkLst>
        </pc:picChg>
        <pc:inkChg chg="add">
          <ac:chgData name="Deepika Vatsa" userId="f7100972-27fe-4ee6-8fb4-ec9b7931b409" providerId="ADAL" clId="{6239CB49-E84F-455D-9502-06F26594D634}" dt="2025-09-24T11:38:14.986" v="988"/>
          <ac:inkMkLst>
            <pc:docMk/>
            <pc:sldMk cId="3645432103" sldId="597"/>
            <ac:inkMk id="4" creationId="{6DA3101D-71FA-5F08-A4F5-7FADE9CADC9E}"/>
          </ac:inkMkLst>
        </pc:inkChg>
      </pc:sldChg>
      <pc:sldChg chg="addSp delSp modSp add mod">
        <pc:chgData name="Deepika Vatsa" userId="f7100972-27fe-4ee6-8fb4-ec9b7931b409" providerId="ADAL" clId="{6239CB49-E84F-455D-9502-06F26594D634}" dt="2025-09-24T11:38:14.986" v="988"/>
        <pc:sldMkLst>
          <pc:docMk/>
          <pc:sldMk cId="1267582242" sldId="598"/>
        </pc:sldMkLst>
        <pc:spChg chg="mod">
          <ac:chgData name="Deepika Vatsa" userId="f7100972-27fe-4ee6-8fb4-ec9b7931b409" providerId="ADAL" clId="{6239CB49-E84F-455D-9502-06F26594D634}" dt="2025-09-23T05:09:36.192" v="243" actId="20577"/>
          <ac:spMkLst>
            <pc:docMk/>
            <pc:sldMk cId="1267582242" sldId="598"/>
            <ac:spMk id="2" creationId="{00000000-0000-0000-0000-000000000000}"/>
          </ac:spMkLst>
        </pc:spChg>
        <pc:spChg chg="add del">
          <ac:chgData name="Deepika Vatsa" userId="f7100972-27fe-4ee6-8fb4-ec9b7931b409" providerId="ADAL" clId="{6239CB49-E84F-455D-9502-06F26594D634}" dt="2025-09-23T05:09:41.776" v="246" actId="22"/>
          <ac:spMkLst>
            <pc:docMk/>
            <pc:sldMk cId="1267582242" sldId="598"/>
            <ac:spMk id="6" creationId="{931BB006-AE97-67D5-1919-6FD6D4E5B0BB}"/>
          </ac:spMkLst>
        </pc:spChg>
        <pc:spChg chg="add mod">
          <ac:chgData name="Deepika Vatsa" userId="f7100972-27fe-4ee6-8fb4-ec9b7931b409" providerId="ADAL" clId="{6239CB49-E84F-455D-9502-06F26594D634}" dt="2025-09-23T05:43:17.517" v="986" actId="20577"/>
          <ac:spMkLst>
            <pc:docMk/>
            <pc:sldMk cId="1267582242" sldId="598"/>
            <ac:spMk id="8" creationId="{ADD2156E-BF86-4EB0-F764-8DDE1DA3BB30}"/>
          </ac:spMkLst>
        </pc:spChg>
        <pc:spChg chg="add del">
          <ac:chgData name="Deepika Vatsa" userId="f7100972-27fe-4ee6-8fb4-ec9b7931b409" providerId="ADAL" clId="{6239CB49-E84F-455D-9502-06F26594D634}" dt="2025-09-23T05:39:26.122" v="674"/>
          <ac:spMkLst>
            <pc:docMk/>
            <pc:sldMk cId="1267582242" sldId="598"/>
            <ac:spMk id="9" creationId="{D4D3E6B4-96FF-E93B-B9E6-5F760A2113E2}"/>
          </ac:spMkLst>
        </pc:spChg>
        <pc:picChg chg="del">
          <ac:chgData name="Deepika Vatsa" userId="f7100972-27fe-4ee6-8fb4-ec9b7931b409" providerId="ADAL" clId="{6239CB49-E84F-455D-9502-06F26594D634}" dt="2025-09-23T05:09:37.923" v="244" actId="478"/>
          <ac:picMkLst>
            <pc:docMk/>
            <pc:sldMk cId="1267582242" sldId="598"/>
            <ac:picMk id="5" creationId="{68452FC3-C3AC-A385-E0A8-32ECC118BB7E}"/>
          </ac:picMkLst>
        </pc:picChg>
        <pc:inkChg chg="add">
          <ac:chgData name="Deepika Vatsa" userId="f7100972-27fe-4ee6-8fb4-ec9b7931b409" providerId="ADAL" clId="{6239CB49-E84F-455D-9502-06F26594D634}" dt="2025-09-24T11:38:14.986" v="988"/>
          <ac:inkMkLst>
            <pc:docMk/>
            <pc:sldMk cId="1267582242" sldId="598"/>
            <ac:inkMk id="4" creationId="{5DCD4186-BF64-E1C8-76B7-39320EB33812}"/>
          </ac:inkMkLst>
        </pc:inkChg>
      </pc:sldChg>
      <pc:sldChg chg="addSp modSp add mod">
        <pc:chgData name="Deepika Vatsa" userId="f7100972-27fe-4ee6-8fb4-ec9b7931b409" providerId="ADAL" clId="{6239CB49-E84F-455D-9502-06F26594D634}" dt="2025-09-24T11:38:14.986" v="988"/>
        <pc:sldMkLst>
          <pc:docMk/>
          <pc:sldMk cId="662555880" sldId="599"/>
        </pc:sldMkLst>
        <pc:spChg chg="mod">
          <ac:chgData name="Deepika Vatsa" userId="f7100972-27fe-4ee6-8fb4-ec9b7931b409" providerId="ADAL" clId="{6239CB49-E84F-455D-9502-06F26594D634}" dt="2025-09-23T05:10:55.159" v="274" actId="20577"/>
          <ac:spMkLst>
            <pc:docMk/>
            <pc:sldMk cId="662555880" sldId="599"/>
            <ac:spMk id="2" creationId="{00000000-0000-0000-0000-000000000000}"/>
          </ac:spMkLst>
        </pc:spChg>
        <pc:spChg chg="mod">
          <ac:chgData name="Deepika Vatsa" userId="f7100972-27fe-4ee6-8fb4-ec9b7931b409" providerId="ADAL" clId="{6239CB49-E84F-455D-9502-06F26594D634}" dt="2025-09-23T05:11:15.376" v="287" actId="5793"/>
          <ac:spMkLst>
            <pc:docMk/>
            <pc:sldMk cId="662555880" sldId="599"/>
            <ac:spMk id="8" creationId="{ADD2156E-BF86-4EB0-F764-8DDE1DA3BB30}"/>
          </ac:spMkLst>
        </pc:spChg>
        <pc:inkChg chg="add">
          <ac:chgData name="Deepika Vatsa" userId="f7100972-27fe-4ee6-8fb4-ec9b7931b409" providerId="ADAL" clId="{6239CB49-E84F-455D-9502-06F26594D634}" dt="2025-09-24T11:38:14.986" v="988"/>
          <ac:inkMkLst>
            <pc:docMk/>
            <pc:sldMk cId="662555880" sldId="599"/>
            <ac:inkMk id="4" creationId="{F0AFC773-4AC8-9CBE-B979-86EA04A225CC}"/>
          </ac:inkMkLst>
        </pc:inkChg>
      </pc:sldChg>
      <pc:sldChg chg="addSp modSp add mod">
        <pc:chgData name="Deepika Vatsa" userId="f7100972-27fe-4ee6-8fb4-ec9b7931b409" providerId="ADAL" clId="{6239CB49-E84F-455D-9502-06F26594D634}" dt="2025-09-24T11:38:14.986" v="988"/>
        <pc:sldMkLst>
          <pc:docMk/>
          <pc:sldMk cId="977754488" sldId="600"/>
        </pc:sldMkLst>
        <pc:spChg chg="mod">
          <ac:chgData name="Deepika Vatsa" userId="f7100972-27fe-4ee6-8fb4-ec9b7931b409" providerId="ADAL" clId="{6239CB49-E84F-455D-9502-06F26594D634}" dt="2025-09-23T05:18:32.930" v="306" actId="20577"/>
          <ac:spMkLst>
            <pc:docMk/>
            <pc:sldMk cId="977754488" sldId="600"/>
            <ac:spMk id="2" creationId="{00000000-0000-0000-0000-000000000000}"/>
          </ac:spMkLst>
        </pc:spChg>
        <pc:spChg chg="mod">
          <ac:chgData name="Deepika Vatsa" userId="f7100972-27fe-4ee6-8fb4-ec9b7931b409" providerId="ADAL" clId="{6239CB49-E84F-455D-9502-06F26594D634}" dt="2025-09-23T05:43:30.337" v="987" actId="20577"/>
          <ac:spMkLst>
            <pc:docMk/>
            <pc:sldMk cId="977754488" sldId="600"/>
            <ac:spMk id="8" creationId="{ADD2156E-BF86-4EB0-F764-8DDE1DA3BB30}"/>
          </ac:spMkLst>
        </pc:spChg>
        <pc:inkChg chg="add">
          <ac:chgData name="Deepika Vatsa" userId="f7100972-27fe-4ee6-8fb4-ec9b7931b409" providerId="ADAL" clId="{6239CB49-E84F-455D-9502-06F26594D634}" dt="2025-09-24T11:38:14.986" v="988"/>
          <ac:inkMkLst>
            <pc:docMk/>
            <pc:sldMk cId="977754488" sldId="600"/>
            <ac:inkMk id="4" creationId="{8645E977-DA97-F3C6-E96F-38162F2A0428}"/>
          </ac:inkMkLst>
        </pc:inkChg>
      </pc:sldChg>
      <pc:sldChg chg="addSp modSp add mod">
        <pc:chgData name="Deepika Vatsa" userId="f7100972-27fe-4ee6-8fb4-ec9b7931b409" providerId="ADAL" clId="{6239CB49-E84F-455D-9502-06F26594D634}" dt="2025-09-24T11:38:14.986" v="988"/>
        <pc:sldMkLst>
          <pc:docMk/>
          <pc:sldMk cId="4167924417" sldId="601"/>
        </pc:sldMkLst>
        <pc:spChg chg="mod">
          <ac:chgData name="Deepika Vatsa" userId="f7100972-27fe-4ee6-8fb4-ec9b7931b409" providerId="ADAL" clId="{6239CB49-E84F-455D-9502-06F26594D634}" dt="2025-09-23T05:19:19.907" v="346" actId="20577"/>
          <ac:spMkLst>
            <pc:docMk/>
            <pc:sldMk cId="4167924417" sldId="601"/>
            <ac:spMk id="2" creationId="{00000000-0000-0000-0000-000000000000}"/>
          </ac:spMkLst>
        </pc:spChg>
        <pc:spChg chg="mod">
          <ac:chgData name="Deepika Vatsa" userId="f7100972-27fe-4ee6-8fb4-ec9b7931b409" providerId="ADAL" clId="{6239CB49-E84F-455D-9502-06F26594D634}" dt="2025-09-23T05:29:28.159" v="524" actId="20577"/>
          <ac:spMkLst>
            <pc:docMk/>
            <pc:sldMk cId="4167924417" sldId="601"/>
            <ac:spMk id="8" creationId="{ADD2156E-BF86-4EB0-F764-8DDE1DA3BB30}"/>
          </ac:spMkLst>
        </pc:spChg>
        <pc:inkChg chg="add">
          <ac:chgData name="Deepika Vatsa" userId="f7100972-27fe-4ee6-8fb4-ec9b7931b409" providerId="ADAL" clId="{6239CB49-E84F-455D-9502-06F26594D634}" dt="2025-09-24T11:38:14.986" v="988"/>
          <ac:inkMkLst>
            <pc:docMk/>
            <pc:sldMk cId="4167924417" sldId="601"/>
            <ac:inkMk id="4" creationId="{0A89287E-9334-5064-8E8F-305CDAC3CEED}"/>
          </ac:inkMkLst>
        </pc:inkChg>
      </pc:sldChg>
      <pc:sldChg chg="addSp modSp add mod">
        <pc:chgData name="Deepika Vatsa" userId="f7100972-27fe-4ee6-8fb4-ec9b7931b409" providerId="ADAL" clId="{6239CB49-E84F-455D-9502-06F26594D634}" dt="2025-09-24T11:38:14.986" v="988"/>
        <pc:sldMkLst>
          <pc:docMk/>
          <pc:sldMk cId="1041999212" sldId="602"/>
        </pc:sldMkLst>
        <pc:spChg chg="mod">
          <ac:chgData name="Deepika Vatsa" userId="f7100972-27fe-4ee6-8fb4-ec9b7931b409" providerId="ADAL" clId="{6239CB49-E84F-455D-9502-06F26594D634}" dt="2025-09-23T05:19:56.039" v="368" actId="20577"/>
          <ac:spMkLst>
            <pc:docMk/>
            <pc:sldMk cId="1041999212" sldId="602"/>
            <ac:spMk id="2" creationId="{00000000-0000-0000-0000-000000000000}"/>
          </ac:spMkLst>
        </pc:spChg>
        <pc:spChg chg="mod">
          <ac:chgData name="Deepika Vatsa" userId="f7100972-27fe-4ee6-8fb4-ec9b7931b409" providerId="ADAL" clId="{6239CB49-E84F-455D-9502-06F26594D634}" dt="2025-09-23T05:20:56.568" v="385" actId="12"/>
          <ac:spMkLst>
            <pc:docMk/>
            <pc:sldMk cId="1041999212" sldId="602"/>
            <ac:spMk id="8" creationId="{ADD2156E-BF86-4EB0-F764-8DDE1DA3BB30}"/>
          </ac:spMkLst>
        </pc:spChg>
        <pc:inkChg chg="add">
          <ac:chgData name="Deepika Vatsa" userId="f7100972-27fe-4ee6-8fb4-ec9b7931b409" providerId="ADAL" clId="{6239CB49-E84F-455D-9502-06F26594D634}" dt="2025-09-24T11:38:14.986" v="988"/>
          <ac:inkMkLst>
            <pc:docMk/>
            <pc:sldMk cId="1041999212" sldId="602"/>
            <ac:inkMk id="4" creationId="{157DB3BD-E76B-3584-C7F2-A3BA57F5B55F}"/>
          </ac:inkMkLst>
        </pc:inkChg>
      </pc:sldChg>
      <pc:sldChg chg="addSp modSp add mod">
        <pc:chgData name="Deepika Vatsa" userId="f7100972-27fe-4ee6-8fb4-ec9b7931b409" providerId="ADAL" clId="{6239CB49-E84F-455D-9502-06F26594D634}" dt="2025-09-24T11:38:14.986" v="988"/>
        <pc:sldMkLst>
          <pc:docMk/>
          <pc:sldMk cId="3644617542" sldId="603"/>
        </pc:sldMkLst>
        <pc:spChg chg="add mod">
          <ac:chgData name="Deepika Vatsa" userId="f7100972-27fe-4ee6-8fb4-ec9b7931b409" providerId="ADAL" clId="{6239CB49-E84F-455D-9502-06F26594D634}" dt="2025-09-23T05:24:33.927" v="457" actId="20577"/>
          <ac:spMkLst>
            <pc:docMk/>
            <pc:sldMk cId="3644617542" sldId="603"/>
            <ac:spMk id="7" creationId="{832FBBC9-A94E-3F4A-2A86-BE3EBF693A31}"/>
          </ac:spMkLst>
        </pc:spChg>
        <pc:spChg chg="mod">
          <ac:chgData name="Deepika Vatsa" userId="f7100972-27fe-4ee6-8fb4-ec9b7931b409" providerId="ADAL" clId="{6239CB49-E84F-455D-9502-06F26594D634}" dt="2025-09-23T05:21:58.786" v="418" actId="20577"/>
          <ac:spMkLst>
            <pc:docMk/>
            <pc:sldMk cId="3644617542" sldId="603"/>
            <ac:spMk id="8" creationId="{ADD2156E-BF86-4EB0-F764-8DDE1DA3BB30}"/>
          </ac:spMkLst>
        </pc:spChg>
        <pc:picChg chg="add mod">
          <ac:chgData name="Deepika Vatsa" userId="f7100972-27fe-4ee6-8fb4-ec9b7931b409" providerId="ADAL" clId="{6239CB49-E84F-455D-9502-06F26594D634}" dt="2025-09-23T05:22:11.354" v="423" actId="14100"/>
          <ac:picMkLst>
            <pc:docMk/>
            <pc:sldMk cId="3644617542" sldId="603"/>
            <ac:picMk id="5" creationId="{ABF1ED44-8B8E-356D-0E04-7974A0F67AD2}"/>
          </ac:picMkLst>
        </pc:picChg>
        <pc:inkChg chg="add">
          <ac:chgData name="Deepika Vatsa" userId="f7100972-27fe-4ee6-8fb4-ec9b7931b409" providerId="ADAL" clId="{6239CB49-E84F-455D-9502-06F26594D634}" dt="2025-09-24T11:38:14.986" v="988"/>
          <ac:inkMkLst>
            <pc:docMk/>
            <pc:sldMk cId="3644617542" sldId="603"/>
            <ac:inkMk id="4" creationId="{1FCDC588-E88D-99DB-C77D-6C8FFF2D902C}"/>
          </ac:inkMkLst>
        </pc:inkChg>
      </pc:sldChg>
      <pc:sldChg chg="addSp delSp modSp add mod">
        <pc:chgData name="Deepika Vatsa" userId="f7100972-27fe-4ee6-8fb4-ec9b7931b409" providerId="ADAL" clId="{6239CB49-E84F-455D-9502-06F26594D634}" dt="2025-09-24T11:38:14.986" v="988"/>
        <pc:sldMkLst>
          <pc:docMk/>
          <pc:sldMk cId="1957157253" sldId="604"/>
        </pc:sldMkLst>
        <pc:spChg chg="add mod">
          <ac:chgData name="Deepika Vatsa" userId="f7100972-27fe-4ee6-8fb4-ec9b7931b409" providerId="ADAL" clId="{6239CB49-E84F-455D-9502-06F26594D634}" dt="2025-09-23T05:25:43.053" v="491" actId="20577"/>
          <ac:spMkLst>
            <pc:docMk/>
            <pc:sldMk cId="1957157253" sldId="604"/>
            <ac:spMk id="6" creationId="{42189904-3A30-D33D-DCDB-DF8AD64E4848}"/>
          </ac:spMkLst>
        </pc:spChg>
        <pc:spChg chg="del">
          <ac:chgData name="Deepika Vatsa" userId="f7100972-27fe-4ee6-8fb4-ec9b7931b409" providerId="ADAL" clId="{6239CB49-E84F-455D-9502-06F26594D634}" dt="2025-09-23T05:24:52.503" v="459" actId="478"/>
          <ac:spMkLst>
            <pc:docMk/>
            <pc:sldMk cId="1957157253" sldId="604"/>
            <ac:spMk id="7" creationId="{832FBBC9-A94E-3F4A-2A86-BE3EBF693A31}"/>
          </ac:spMkLst>
        </pc:spChg>
        <pc:spChg chg="del mod">
          <ac:chgData name="Deepika Vatsa" userId="f7100972-27fe-4ee6-8fb4-ec9b7931b409" providerId="ADAL" clId="{6239CB49-E84F-455D-9502-06F26594D634}" dt="2025-09-23T05:25:06.455" v="466" actId="478"/>
          <ac:spMkLst>
            <pc:docMk/>
            <pc:sldMk cId="1957157253" sldId="604"/>
            <ac:spMk id="8" creationId="{ADD2156E-BF86-4EB0-F764-8DDE1DA3BB30}"/>
          </ac:spMkLst>
        </pc:spChg>
        <pc:picChg chg="del">
          <ac:chgData name="Deepika Vatsa" userId="f7100972-27fe-4ee6-8fb4-ec9b7931b409" providerId="ADAL" clId="{6239CB49-E84F-455D-9502-06F26594D634}" dt="2025-09-23T05:24:53.839" v="460" actId="478"/>
          <ac:picMkLst>
            <pc:docMk/>
            <pc:sldMk cId="1957157253" sldId="604"/>
            <ac:picMk id="5" creationId="{ABF1ED44-8B8E-356D-0E04-7974A0F67AD2}"/>
          </ac:picMkLst>
        </pc:picChg>
        <pc:inkChg chg="add">
          <ac:chgData name="Deepika Vatsa" userId="f7100972-27fe-4ee6-8fb4-ec9b7931b409" providerId="ADAL" clId="{6239CB49-E84F-455D-9502-06F26594D634}" dt="2025-09-24T11:38:14.986" v="988"/>
          <ac:inkMkLst>
            <pc:docMk/>
            <pc:sldMk cId="1957157253" sldId="604"/>
            <ac:inkMk id="4" creationId="{C1426D86-C313-12A2-FA7B-E47CCFCF4106}"/>
          </ac:inkMkLst>
        </pc:inkChg>
      </pc:sldChg>
      <pc:sldChg chg="addSp modSp add mod">
        <pc:chgData name="Deepika Vatsa" userId="f7100972-27fe-4ee6-8fb4-ec9b7931b409" providerId="ADAL" clId="{6239CB49-E84F-455D-9502-06F26594D634}" dt="2025-09-24T11:38:14.986" v="988"/>
        <pc:sldMkLst>
          <pc:docMk/>
          <pc:sldMk cId="1016007616" sldId="605"/>
        </pc:sldMkLst>
        <pc:spChg chg="mod">
          <ac:chgData name="Deepika Vatsa" userId="f7100972-27fe-4ee6-8fb4-ec9b7931b409" providerId="ADAL" clId="{6239CB49-E84F-455D-9502-06F26594D634}" dt="2025-09-23T05:26:20.104" v="505" actId="20577"/>
          <ac:spMkLst>
            <pc:docMk/>
            <pc:sldMk cId="1016007616" sldId="605"/>
            <ac:spMk id="6" creationId="{42189904-3A30-D33D-DCDB-DF8AD64E4848}"/>
          </ac:spMkLst>
        </pc:spChg>
        <pc:picChg chg="add mod">
          <ac:chgData name="Deepika Vatsa" userId="f7100972-27fe-4ee6-8fb4-ec9b7931b409" providerId="ADAL" clId="{6239CB49-E84F-455D-9502-06F26594D634}" dt="2025-09-23T05:27:51.105" v="507" actId="1076"/>
          <ac:picMkLst>
            <pc:docMk/>
            <pc:sldMk cId="1016007616" sldId="605"/>
            <ac:picMk id="5" creationId="{9BB5B329-15CC-504F-E3C7-77CBED5C9628}"/>
          </ac:picMkLst>
        </pc:picChg>
        <pc:inkChg chg="add">
          <ac:chgData name="Deepika Vatsa" userId="f7100972-27fe-4ee6-8fb4-ec9b7931b409" providerId="ADAL" clId="{6239CB49-E84F-455D-9502-06F26594D634}" dt="2025-09-24T11:38:14.986" v="988"/>
          <ac:inkMkLst>
            <pc:docMk/>
            <pc:sldMk cId="1016007616" sldId="605"/>
            <ac:inkMk id="4" creationId="{32FF24A9-FC5B-BB70-821B-AC142CFC7D0F}"/>
          </ac:inkMkLst>
        </pc:inkChg>
      </pc:sldChg>
      <pc:sldChg chg="addSp modSp add mod">
        <pc:chgData name="Deepika Vatsa" userId="f7100972-27fe-4ee6-8fb4-ec9b7931b409" providerId="ADAL" clId="{6239CB49-E84F-455D-9502-06F26594D634}" dt="2025-09-24T11:38:14.986" v="988"/>
        <pc:sldMkLst>
          <pc:docMk/>
          <pc:sldMk cId="3159525374" sldId="606"/>
        </pc:sldMkLst>
        <pc:spChg chg="mod">
          <ac:chgData name="Deepika Vatsa" userId="f7100972-27fe-4ee6-8fb4-ec9b7931b409" providerId="ADAL" clId="{6239CB49-E84F-455D-9502-06F26594D634}" dt="2025-09-23T05:32:35.722" v="607" actId="20577"/>
          <ac:spMkLst>
            <pc:docMk/>
            <pc:sldMk cId="3159525374" sldId="606"/>
            <ac:spMk id="8" creationId="{ADD2156E-BF86-4EB0-F764-8DDE1DA3BB30}"/>
          </ac:spMkLst>
        </pc:spChg>
        <pc:picChg chg="add mod">
          <ac:chgData name="Deepika Vatsa" userId="f7100972-27fe-4ee6-8fb4-ec9b7931b409" providerId="ADAL" clId="{6239CB49-E84F-455D-9502-06F26594D634}" dt="2025-09-23T05:32:40.251" v="608" actId="1076"/>
          <ac:picMkLst>
            <pc:docMk/>
            <pc:sldMk cId="3159525374" sldId="606"/>
            <ac:picMk id="5" creationId="{3732AA7D-FE53-F982-4435-668FDD00F9CC}"/>
          </ac:picMkLst>
        </pc:picChg>
        <pc:inkChg chg="add">
          <ac:chgData name="Deepika Vatsa" userId="f7100972-27fe-4ee6-8fb4-ec9b7931b409" providerId="ADAL" clId="{6239CB49-E84F-455D-9502-06F26594D634}" dt="2025-09-24T11:38:14.986" v="988"/>
          <ac:inkMkLst>
            <pc:docMk/>
            <pc:sldMk cId="3159525374" sldId="606"/>
            <ac:inkMk id="4" creationId="{25CA90CB-61FC-525D-233C-A589EA19AC5C}"/>
          </ac:inkMkLst>
        </pc:inkChg>
      </pc:sldChg>
      <pc:sldChg chg="addSp delSp modSp add mod">
        <pc:chgData name="Deepika Vatsa" userId="f7100972-27fe-4ee6-8fb4-ec9b7931b409" providerId="ADAL" clId="{6239CB49-E84F-455D-9502-06F26594D634}" dt="2025-09-24T11:38:14.986" v="988"/>
        <pc:sldMkLst>
          <pc:docMk/>
          <pc:sldMk cId="3564807532" sldId="607"/>
        </pc:sldMkLst>
        <pc:spChg chg="mod">
          <ac:chgData name="Deepika Vatsa" userId="f7100972-27fe-4ee6-8fb4-ec9b7931b409" providerId="ADAL" clId="{6239CB49-E84F-455D-9502-06F26594D634}" dt="2025-09-23T05:34:32.617" v="631" actId="1076"/>
          <ac:spMkLst>
            <pc:docMk/>
            <pc:sldMk cId="3564807532" sldId="607"/>
            <ac:spMk id="8" creationId="{ADD2156E-BF86-4EB0-F764-8DDE1DA3BB30}"/>
          </ac:spMkLst>
        </pc:spChg>
        <pc:picChg chg="del">
          <ac:chgData name="Deepika Vatsa" userId="f7100972-27fe-4ee6-8fb4-ec9b7931b409" providerId="ADAL" clId="{6239CB49-E84F-455D-9502-06F26594D634}" dt="2025-09-23T05:33:08.273" v="611" actId="478"/>
          <ac:picMkLst>
            <pc:docMk/>
            <pc:sldMk cId="3564807532" sldId="607"/>
            <ac:picMk id="5" creationId="{3732AA7D-FE53-F982-4435-668FDD00F9CC}"/>
          </ac:picMkLst>
        </pc:picChg>
        <pc:picChg chg="add mod modCrop">
          <ac:chgData name="Deepika Vatsa" userId="f7100972-27fe-4ee6-8fb4-ec9b7931b409" providerId="ADAL" clId="{6239CB49-E84F-455D-9502-06F26594D634}" dt="2025-09-23T05:34:00.119" v="621" actId="14100"/>
          <ac:picMkLst>
            <pc:docMk/>
            <pc:sldMk cId="3564807532" sldId="607"/>
            <ac:picMk id="6" creationId="{0B6E03FC-F062-81B8-8786-3C1C8DC56C74}"/>
          </ac:picMkLst>
        </pc:picChg>
        <pc:inkChg chg="add">
          <ac:chgData name="Deepika Vatsa" userId="f7100972-27fe-4ee6-8fb4-ec9b7931b409" providerId="ADAL" clId="{6239CB49-E84F-455D-9502-06F26594D634}" dt="2025-09-24T11:38:14.986" v="988"/>
          <ac:inkMkLst>
            <pc:docMk/>
            <pc:sldMk cId="3564807532" sldId="607"/>
            <ac:inkMk id="4" creationId="{3B9C988B-65A9-7181-F367-DBAE1636B181}"/>
          </ac:inkMkLst>
        </pc:inkChg>
      </pc:sldChg>
      <pc:sldChg chg="del">
        <pc:chgData name="Deepika Vatsa" userId="f7100972-27fe-4ee6-8fb4-ec9b7931b409" providerId="ADAL" clId="{6239CB49-E84F-455D-9502-06F26594D634}" dt="2025-09-23T05:00:51.298" v="23" actId="47"/>
        <pc:sldMkLst>
          <pc:docMk/>
          <pc:sldMk cId="4060805478" sldId="620"/>
        </pc:sldMkLst>
      </pc:sldChg>
      <pc:sldChg chg="del">
        <pc:chgData name="Deepika Vatsa" userId="f7100972-27fe-4ee6-8fb4-ec9b7931b409" providerId="ADAL" clId="{6239CB49-E84F-455D-9502-06F26594D634}" dt="2025-09-23T05:00:51.298" v="23" actId="47"/>
        <pc:sldMkLst>
          <pc:docMk/>
          <pc:sldMk cId="1948371539" sldId="629"/>
        </pc:sldMkLst>
      </pc:sldChg>
      <pc:sldChg chg="del">
        <pc:chgData name="Deepika Vatsa" userId="f7100972-27fe-4ee6-8fb4-ec9b7931b409" providerId="ADAL" clId="{6239CB49-E84F-455D-9502-06F26594D634}" dt="2025-09-23T05:00:51.298" v="23" actId="47"/>
        <pc:sldMkLst>
          <pc:docMk/>
          <pc:sldMk cId="2752782814" sldId="630"/>
        </pc:sldMkLst>
      </pc:sldChg>
      <pc:sldChg chg="del">
        <pc:chgData name="Deepika Vatsa" userId="f7100972-27fe-4ee6-8fb4-ec9b7931b409" providerId="ADAL" clId="{6239CB49-E84F-455D-9502-06F26594D634}" dt="2025-09-23T05:00:51.298" v="23" actId="47"/>
        <pc:sldMkLst>
          <pc:docMk/>
          <pc:sldMk cId="4075029183" sldId="631"/>
        </pc:sldMkLst>
      </pc:sldChg>
      <pc:sldChg chg="del">
        <pc:chgData name="Deepika Vatsa" userId="f7100972-27fe-4ee6-8fb4-ec9b7931b409" providerId="ADAL" clId="{6239CB49-E84F-455D-9502-06F26594D634}" dt="2025-09-23T05:00:51.298" v="23" actId="47"/>
        <pc:sldMkLst>
          <pc:docMk/>
          <pc:sldMk cId="1034070740" sldId="632"/>
        </pc:sldMkLst>
      </pc:sldChg>
      <pc:sldChg chg="del">
        <pc:chgData name="Deepika Vatsa" userId="f7100972-27fe-4ee6-8fb4-ec9b7931b409" providerId="ADAL" clId="{6239CB49-E84F-455D-9502-06F26594D634}" dt="2025-09-23T05:00:51.298" v="23" actId="47"/>
        <pc:sldMkLst>
          <pc:docMk/>
          <pc:sldMk cId="482903048" sldId="633"/>
        </pc:sldMkLst>
      </pc:sldChg>
      <pc:sldChg chg="del">
        <pc:chgData name="Deepika Vatsa" userId="f7100972-27fe-4ee6-8fb4-ec9b7931b409" providerId="ADAL" clId="{6239CB49-E84F-455D-9502-06F26594D634}" dt="2025-09-23T05:00:51.298" v="23" actId="47"/>
        <pc:sldMkLst>
          <pc:docMk/>
          <pc:sldMk cId="2046699416" sldId="634"/>
        </pc:sldMkLst>
      </pc:sldChg>
      <pc:sldChg chg="del">
        <pc:chgData name="Deepika Vatsa" userId="f7100972-27fe-4ee6-8fb4-ec9b7931b409" providerId="ADAL" clId="{6239CB49-E84F-455D-9502-06F26594D634}" dt="2025-09-23T05:00:51.298" v="23" actId="47"/>
        <pc:sldMkLst>
          <pc:docMk/>
          <pc:sldMk cId="746225030" sldId="635"/>
        </pc:sldMkLst>
      </pc:sldChg>
      <pc:sldChg chg="del">
        <pc:chgData name="Deepika Vatsa" userId="f7100972-27fe-4ee6-8fb4-ec9b7931b409" providerId="ADAL" clId="{6239CB49-E84F-455D-9502-06F26594D634}" dt="2025-09-23T05:00:51.298" v="23" actId="47"/>
        <pc:sldMkLst>
          <pc:docMk/>
          <pc:sldMk cId="4132203484" sldId="636"/>
        </pc:sldMkLst>
      </pc:sldChg>
      <pc:sldChg chg="del">
        <pc:chgData name="Deepika Vatsa" userId="f7100972-27fe-4ee6-8fb4-ec9b7931b409" providerId="ADAL" clId="{6239CB49-E84F-455D-9502-06F26594D634}" dt="2025-09-23T05:00:51.298" v="23" actId="47"/>
        <pc:sldMkLst>
          <pc:docMk/>
          <pc:sldMk cId="397641393" sldId="637"/>
        </pc:sldMkLst>
      </pc:sldChg>
      <pc:sldChg chg="del">
        <pc:chgData name="Deepika Vatsa" userId="f7100972-27fe-4ee6-8fb4-ec9b7931b409" providerId="ADAL" clId="{6239CB49-E84F-455D-9502-06F26594D634}" dt="2025-09-23T05:00:51.298" v="23" actId="47"/>
        <pc:sldMkLst>
          <pc:docMk/>
          <pc:sldMk cId="2040000702" sldId="638"/>
        </pc:sldMkLst>
      </pc:sldChg>
      <pc:sldChg chg="del">
        <pc:chgData name="Deepika Vatsa" userId="f7100972-27fe-4ee6-8fb4-ec9b7931b409" providerId="ADAL" clId="{6239CB49-E84F-455D-9502-06F26594D634}" dt="2025-09-23T05:00:51.298" v="23" actId="47"/>
        <pc:sldMkLst>
          <pc:docMk/>
          <pc:sldMk cId="97423181" sldId="639"/>
        </pc:sldMkLst>
      </pc:sldChg>
      <pc:sldChg chg="del">
        <pc:chgData name="Deepika Vatsa" userId="f7100972-27fe-4ee6-8fb4-ec9b7931b409" providerId="ADAL" clId="{6239CB49-E84F-455D-9502-06F26594D634}" dt="2025-09-23T05:00:51.298" v="23" actId="47"/>
        <pc:sldMkLst>
          <pc:docMk/>
          <pc:sldMk cId="2583778159" sldId="640"/>
        </pc:sldMkLst>
      </pc:sldChg>
      <pc:sldChg chg="del">
        <pc:chgData name="Deepika Vatsa" userId="f7100972-27fe-4ee6-8fb4-ec9b7931b409" providerId="ADAL" clId="{6239CB49-E84F-455D-9502-06F26594D634}" dt="2025-09-23T05:00:51.298" v="23" actId="47"/>
        <pc:sldMkLst>
          <pc:docMk/>
          <pc:sldMk cId="1325567634" sldId="641"/>
        </pc:sldMkLst>
      </pc:sldChg>
      <pc:sldChg chg="del">
        <pc:chgData name="Deepika Vatsa" userId="f7100972-27fe-4ee6-8fb4-ec9b7931b409" providerId="ADAL" clId="{6239CB49-E84F-455D-9502-06F26594D634}" dt="2025-09-23T05:00:51.298" v="23" actId="47"/>
        <pc:sldMkLst>
          <pc:docMk/>
          <pc:sldMk cId="3281371514" sldId="642"/>
        </pc:sldMkLst>
      </pc:sldChg>
      <pc:sldChg chg="del">
        <pc:chgData name="Deepika Vatsa" userId="f7100972-27fe-4ee6-8fb4-ec9b7931b409" providerId="ADAL" clId="{6239CB49-E84F-455D-9502-06F26594D634}" dt="2025-09-23T05:00:51.298" v="23" actId="47"/>
        <pc:sldMkLst>
          <pc:docMk/>
          <pc:sldMk cId="1316392785" sldId="643"/>
        </pc:sldMkLst>
      </pc:sldChg>
      <pc:sldChg chg="del">
        <pc:chgData name="Deepika Vatsa" userId="f7100972-27fe-4ee6-8fb4-ec9b7931b409" providerId="ADAL" clId="{6239CB49-E84F-455D-9502-06F26594D634}" dt="2025-09-23T05:00:51.298" v="23" actId="47"/>
        <pc:sldMkLst>
          <pc:docMk/>
          <pc:sldMk cId="4154143070" sldId="644"/>
        </pc:sldMkLst>
      </pc:sldChg>
      <pc:sldChg chg="del">
        <pc:chgData name="Deepika Vatsa" userId="f7100972-27fe-4ee6-8fb4-ec9b7931b409" providerId="ADAL" clId="{6239CB49-E84F-455D-9502-06F26594D634}" dt="2025-09-23T05:00:51.298" v="23" actId="47"/>
        <pc:sldMkLst>
          <pc:docMk/>
          <pc:sldMk cId="3731779941" sldId="645"/>
        </pc:sldMkLst>
      </pc:sldChg>
      <pc:sldChg chg="del">
        <pc:chgData name="Deepika Vatsa" userId="f7100972-27fe-4ee6-8fb4-ec9b7931b409" providerId="ADAL" clId="{6239CB49-E84F-455D-9502-06F26594D634}" dt="2025-09-23T05:00:51.298" v="23" actId="47"/>
        <pc:sldMkLst>
          <pc:docMk/>
          <pc:sldMk cId="1825479687" sldId="646"/>
        </pc:sldMkLst>
      </pc:sldChg>
      <pc:sldChg chg="del">
        <pc:chgData name="Deepika Vatsa" userId="f7100972-27fe-4ee6-8fb4-ec9b7931b409" providerId="ADAL" clId="{6239CB49-E84F-455D-9502-06F26594D634}" dt="2025-09-23T05:00:51.298" v="23" actId="47"/>
        <pc:sldMkLst>
          <pc:docMk/>
          <pc:sldMk cId="3536546870" sldId="647"/>
        </pc:sldMkLst>
      </pc:sldChg>
      <pc:sldChg chg="del">
        <pc:chgData name="Deepika Vatsa" userId="f7100972-27fe-4ee6-8fb4-ec9b7931b409" providerId="ADAL" clId="{6239CB49-E84F-455D-9502-06F26594D634}" dt="2025-09-23T05:00:51.298" v="23" actId="47"/>
        <pc:sldMkLst>
          <pc:docMk/>
          <pc:sldMk cId="3930264224" sldId="648"/>
        </pc:sldMkLst>
      </pc:sldChg>
      <pc:sldChg chg="del">
        <pc:chgData name="Deepika Vatsa" userId="f7100972-27fe-4ee6-8fb4-ec9b7931b409" providerId="ADAL" clId="{6239CB49-E84F-455D-9502-06F26594D634}" dt="2025-09-23T05:00:51.298" v="23" actId="47"/>
        <pc:sldMkLst>
          <pc:docMk/>
          <pc:sldMk cId="2272648693" sldId="650"/>
        </pc:sldMkLst>
      </pc:sldChg>
    </pc:docChg>
  </pc:docChgLst>
  <pc:docChgLst>
    <pc:chgData name="Deepika Vatsa" userId="f7100972-27fe-4ee6-8fb4-ec9b7931b409" providerId="ADAL" clId="{D8068144-AD36-4C9E-83DC-C869E1FA72C1}"/>
    <pc:docChg chg="custSel addSld delSld modSld">
      <pc:chgData name="Deepika Vatsa" userId="f7100972-27fe-4ee6-8fb4-ec9b7931b409" providerId="ADAL" clId="{D8068144-AD36-4C9E-83DC-C869E1FA72C1}" dt="2025-11-12T11:02:00.174" v="356" actId="20577"/>
      <pc:docMkLst>
        <pc:docMk/>
      </pc:docMkLst>
      <pc:sldChg chg="modSp mod">
        <pc:chgData name="Deepika Vatsa" userId="f7100972-27fe-4ee6-8fb4-ec9b7931b409" providerId="ADAL" clId="{D8068144-AD36-4C9E-83DC-C869E1FA72C1}" dt="2025-11-12T11:02:00.174" v="356" actId="20577"/>
        <pc:sldMkLst>
          <pc:docMk/>
          <pc:sldMk cId="0" sldId="395"/>
        </pc:sldMkLst>
        <pc:spChg chg="mod">
          <ac:chgData name="Deepika Vatsa" userId="f7100972-27fe-4ee6-8fb4-ec9b7931b409" providerId="ADAL" clId="{D8068144-AD36-4C9E-83DC-C869E1FA72C1}" dt="2025-11-12T11:02:00.174" v="356" actId="20577"/>
          <ac:spMkLst>
            <pc:docMk/>
            <pc:sldMk cId="0" sldId="395"/>
            <ac:spMk id="2" creationId="{00000000-0000-0000-0000-000000000000}"/>
          </ac:spMkLst>
        </pc:spChg>
      </pc:sldChg>
      <pc:sldChg chg="addSp delSp modSp mod">
        <pc:chgData name="Deepika Vatsa" userId="f7100972-27fe-4ee6-8fb4-ec9b7931b409" providerId="ADAL" clId="{D8068144-AD36-4C9E-83DC-C869E1FA72C1}" dt="2025-11-12T10:48:00.755" v="49" actId="14100"/>
        <pc:sldMkLst>
          <pc:docMk/>
          <pc:sldMk cId="1086811776" sldId="593"/>
        </pc:sldMkLst>
        <pc:spChg chg="add mod">
          <ac:chgData name="Deepika Vatsa" userId="f7100972-27fe-4ee6-8fb4-ec9b7931b409" providerId="ADAL" clId="{D8068144-AD36-4C9E-83DC-C869E1FA72C1}" dt="2025-11-12T10:46:18.397" v="34" actId="113"/>
          <ac:spMkLst>
            <pc:docMk/>
            <pc:sldMk cId="1086811776" sldId="593"/>
            <ac:spMk id="4" creationId="{9359B1BD-17B3-D53F-A665-A6F10F76DE8F}"/>
          </ac:spMkLst>
        </pc:spChg>
        <pc:spChg chg="add mod">
          <ac:chgData name="Deepika Vatsa" userId="f7100972-27fe-4ee6-8fb4-ec9b7931b409" providerId="ADAL" clId="{D8068144-AD36-4C9E-83DC-C869E1FA72C1}" dt="2025-11-12T10:48:00.755" v="49" actId="14100"/>
          <ac:spMkLst>
            <pc:docMk/>
            <pc:sldMk cId="1086811776" sldId="593"/>
            <ac:spMk id="9" creationId="{4E922963-48A6-F470-28DF-DAC8781B2594}"/>
          </ac:spMkLst>
        </pc:spChg>
        <pc:picChg chg="add mod">
          <ac:chgData name="Deepika Vatsa" userId="f7100972-27fe-4ee6-8fb4-ec9b7931b409" providerId="ADAL" clId="{D8068144-AD36-4C9E-83DC-C869E1FA72C1}" dt="2025-11-12T10:47:11.239" v="36" actId="1076"/>
          <ac:picMkLst>
            <pc:docMk/>
            <pc:sldMk cId="1086811776" sldId="593"/>
            <ac:picMk id="6" creationId="{9A974BCB-96BE-B0AA-B891-732CDE066174}"/>
          </ac:picMkLst>
        </pc:picChg>
        <pc:picChg chg="del">
          <ac:chgData name="Deepika Vatsa" userId="f7100972-27fe-4ee6-8fb4-ec9b7931b409" providerId="ADAL" clId="{D8068144-AD36-4C9E-83DC-C869E1FA72C1}" dt="2025-11-12T10:45:41.674" v="26" actId="478"/>
          <ac:picMkLst>
            <pc:docMk/>
            <pc:sldMk cId="1086811776" sldId="593"/>
            <ac:picMk id="8" creationId="{9130657F-3C8D-EFD4-2024-6708F2F167E5}"/>
          </ac:picMkLst>
        </pc:picChg>
        <pc:inkChg chg="del">
          <ac:chgData name="Deepika Vatsa" userId="f7100972-27fe-4ee6-8fb4-ec9b7931b409" providerId="ADAL" clId="{D8068144-AD36-4C9E-83DC-C869E1FA72C1}" dt="2025-11-12T10:45:39.070" v="25" actId="478"/>
          <ac:inkMkLst>
            <pc:docMk/>
            <pc:sldMk cId="1086811776" sldId="593"/>
            <ac:inkMk id="2" creationId="{B68C968E-6FEB-8EA2-8440-8D74036279D9}"/>
          </ac:inkMkLst>
        </pc:inkChg>
      </pc:sldChg>
      <pc:sldChg chg="del">
        <pc:chgData name="Deepika Vatsa" userId="f7100972-27fe-4ee6-8fb4-ec9b7931b409" providerId="ADAL" clId="{D8068144-AD36-4C9E-83DC-C869E1FA72C1}" dt="2025-11-12T10:45:02.124" v="15" actId="47"/>
        <pc:sldMkLst>
          <pc:docMk/>
          <pc:sldMk cId="366001016" sldId="594"/>
        </pc:sldMkLst>
      </pc:sldChg>
      <pc:sldChg chg="del">
        <pc:chgData name="Deepika Vatsa" userId="f7100972-27fe-4ee6-8fb4-ec9b7931b409" providerId="ADAL" clId="{D8068144-AD36-4C9E-83DC-C869E1FA72C1}" dt="2025-11-12T10:45:02.124" v="15" actId="47"/>
        <pc:sldMkLst>
          <pc:docMk/>
          <pc:sldMk cId="168034677" sldId="595"/>
        </pc:sldMkLst>
      </pc:sldChg>
      <pc:sldChg chg="del">
        <pc:chgData name="Deepika Vatsa" userId="f7100972-27fe-4ee6-8fb4-ec9b7931b409" providerId="ADAL" clId="{D8068144-AD36-4C9E-83DC-C869E1FA72C1}" dt="2025-11-12T10:45:02.124" v="15" actId="47"/>
        <pc:sldMkLst>
          <pc:docMk/>
          <pc:sldMk cId="545531961" sldId="596"/>
        </pc:sldMkLst>
      </pc:sldChg>
      <pc:sldChg chg="del">
        <pc:chgData name="Deepika Vatsa" userId="f7100972-27fe-4ee6-8fb4-ec9b7931b409" providerId="ADAL" clId="{D8068144-AD36-4C9E-83DC-C869E1FA72C1}" dt="2025-11-12T10:45:02.124" v="15" actId="47"/>
        <pc:sldMkLst>
          <pc:docMk/>
          <pc:sldMk cId="4106653740" sldId="598"/>
        </pc:sldMkLst>
      </pc:sldChg>
      <pc:sldChg chg="del">
        <pc:chgData name="Deepika Vatsa" userId="f7100972-27fe-4ee6-8fb4-ec9b7931b409" providerId="ADAL" clId="{D8068144-AD36-4C9E-83DC-C869E1FA72C1}" dt="2025-11-12T10:45:02.124" v="15" actId="47"/>
        <pc:sldMkLst>
          <pc:docMk/>
          <pc:sldMk cId="1713552370" sldId="599"/>
        </pc:sldMkLst>
      </pc:sldChg>
      <pc:sldChg chg="del">
        <pc:chgData name="Deepika Vatsa" userId="f7100972-27fe-4ee6-8fb4-ec9b7931b409" providerId="ADAL" clId="{D8068144-AD36-4C9E-83DC-C869E1FA72C1}" dt="2025-11-12T10:45:02.124" v="15" actId="47"/>
        <pc:sldMkLst>
          <pc:docMk/>
          <pc:sldMk cId="3981546827" sldId="600"/>
        </pc:sldMkLst>
      </pc:sldChg>
      <pc:sldChg chg="del">
        <pc:chgData name="Deepika Vatsa" userId="f7100972-27fe-4ee6-8fb4-ec9b7931b409" providerId="ADAL" clId="{D8068144-AD36-4C9E-83DC-C869E1FA72C1}" dt="2025-11-12T10:45:02.124" v="15" actId="47"/>
        <pc:sldMkLst>
          <pc:docMk/>
          <pc:sldMk cId="1313878530" sldId="601"/>
        </pc:sldMkLst>
      </pc:sldChg>
      <pc:sldChg chg="del">
        <pc:chgData name="Deepika Vatsa" userId="f7100972-27fe-4ee6-8fb4-ec9b7931b409" providerId="ADAL" clId="{D8068144-AD36-4C9E-83DC-C869E1FA72C1}" dt="2025-11-12T10:45:02.124" v="15" actId="47"/>
        <pc:sldMkLst>
          <pc:docMk/>
          <pc:sldMk cId="2333133582" sldId="602"/>
        </pc:sldMkLst>
      </pc:sldChg>
      <pc:sldChg chg="del">
        <pc:chgData name="Deepika Vatsa" userId="f7100972-27fe-4ee6-8fb4-ec9b7931b409" providerId="ADAL" clId="{D8068144-AD36-4C9E-83DC-C869E1FA72C1}" dt="2025-11-12T10:45:02.124" v="15" actId="47"/>
        <pc:sldMkLst>
          <pc:docMk/>
          <pc:sldMk cId="3995660722" sldId="603"/>
        </pc:sldMkLst>
      </pc:sldChg>
      <pc:sldChg chg="del">
        <pc:chgData name="Deepika Vatsa" userId="f7100972-27fe-4ee6-8fb4-ec9b7931b409" providerId="ADAL" clId="{D8068144-AD36-4C9E-83DC-C869E1FA72C1}" dt="2025-11-12T10:45:02.124" v="15" actId="47"/>
        <pc:sldMkLst>
          <pc:docMk/>
          <pc:sldMk cId="3879250470" sldId="604"/>
        </pc:sldMkLst>
      </pc:sldChg>
      <pc:sldChg chg="del">
        <pc:chgData name="Deepika Vatsa" userId="f7100972-27fe-4ee6-8fb4-ec9b7931b409" providerId="ADAL" clId="{D8068144-AD36-4C9E-83DC-C869E1FA72C1}" dt="2025-11-12T10:45:02.124" v="15" actId="47"/>
        <pc:sldMkLst>
          <pc:docMk/>
          <pc:sldMk cId="2989836567" sldId="605"/>
        </pc:sldMkLst>
      </pc:sldChg>
      <pc:sldChg chg="del">
        <pc:chgData name="Deepika Vatsa" userId="f7100972-27fe-4ee6-8fb4-ec9b7931b409" providerId="ADAL" clId="{D8068144-AD36-4C9E-83DC-C869E1FA72C1}" dt="2025-11-12T10:45:02.124" v="15" actId="47"/>
        <pc:sldMkLst>
          <pc:docMk/>
          <pc:sldMk cId="1400410033" sldId="606"/>
        </pc:sldMkLst>
      </pc:sldChg>
      <pc:sldChg chg="addSp delSp modSp mod">
        <pc:chgData name="Deepika Vatsa" userId="f7100972-27fe-4ee6-8fb4-ec9b7931b409" providerId="ADAL" clId="{D8068144-AD36-4C9E-83DC-C869E1FA72C1}" dt="2025-11-12T10:45:33.554" v="24" actId="20577"/>
        <pc:sldMkLst>
          <pc:docMk/>
          <pc:sldMk cId="2598100404" sldId="607"/>
        </pc:sldMkLst>
        <pc:spChg chg="del">
          <ac:chgData name="Deepika Vatsa" userId="f7100972-27fe-4ee6-8fb4-ec9b7931b409" providerId="ADAL" clId="{D8068144-AD36-4C9E-83DC-C869E1FA72C1}" dt="2025-11-12T10:45:10.219" v="16" actId="478"/>
          <ac:spMkLst>
            <pc:docMk/>
            <pc:sldMk cId="2598100404" sldId="607"/>
            <ac:spMk id="3" creationId="{57F3F8D3-015A-290B-596F-C050A7919FE7}"/>
          </ac:spMkLst>
        </pc:spChg>
        <pc:spChg chg="add mod">
          <ac:chgData name="Deepika Vatsa" userId="f7100972-27fe-4ee6-8fb4-ec9b7931b409" providerId="ADAL" clId="{D8068144-AD36-4C9E-83DC-C869E1FA72C1}" dt="2025-11-12T10:45:33.554" v="24" actId="20577"/>
          <ac:spMkLst>
            <pc:docMk/>
            <pc:sldMk cId="2598100404" sldId="607"/>
            <ac:spMk id="4" creationId="{EFC819BC-1278-F700-D85A-45D090893D93}"/>
          </ac:spMkLst>
        </pc:spChg>
      </pc:sldChg>
      <pc:sldChg chg="addSp delSp modSp add mod">
        <pc:chgData name="Deepika Vatsa" userId="f7100972-27fe-4ee6-8fb4-ec9b7931b409" providerId="ADAL" clId="{D8068144-AD36-4C9E-83DC-C869E1FA72C1}" dt="2025-11-12T10:48:47.074" v="72" actId="1035"/>
        <pc:sldMkLst>
          <pc:docMk/>
          <pc:sldMk cId="2383024147" sldId="608"/>
        </pc:sldMkLst>
        <pc:spChg chg="add del">
          <ac:chgData name="Deepika Vatsa" userId="f7100972-27fe-4ee6-8fb4-ec9b7931b409" providerId="ADAL" clId="{D8068144-AD36-4C9E-83DC-C869E1FA72C1}" dt="2025-11-12T10:48:26.671" v="55"/>
          <ac:spMkLst>
            <pc:docMk/>
            <pc:sldMk cId="2383024147" sldId="608"/>
            <ac:spMk id="2" creationId="{BE0D15F1-99A1-2927-80CC-D5A6806EF384}"/>
          </ac:spMkLst>
        </pc:spChg>
        <pc:spChg chg="del">
          <ac:chgData name="Deepika Vatsa" userId="f7100972-27fe-4ee6-8fb4-ec9b7931b409" providerId="ADAL" clId="{D8068144-AD36-4C9E-83DC-C869E1FA72C1}" dt="2025-11-12T10:48:22.443" v="53" actId="478"/>
          <ac:spMkLst>
            <pc:docMk/>
            <pc:sldMk cId="2383024147" sldId="608"/>
            <ac:spMk id="4" creationId="{9359B1BD-17B3-D53F-A665-A6F10F76DE8F}"/>
          </ac:spMkLst>
        </pc:spChg>
        <pc:spChg chg="del">
          <ac:chgData name="Deepika Vatsa" userId="f7100972-27fe-4ee6-8fb4-ec9b7931b409" providerId="ADAL" clId="{D8068144-AD36-4C9E-83DC-C869E1FA72C1}" dt="2025-11-12T10:48:18.868" v="51" actId="478"/>
          <ac:spMkLst>
            <pc:docMk/>
            <pc:sldMk cId="2383024147" sldId="608"/>
            <ac:spMk id="9" creationId="{4E922963-48A6-F470-28DF-DAC8781B2594}"/>
          </ac:spMkLst>
        </pc:spChg>
        <pc:picChg chg="add mod">
          <ac:chgData name="Deepika Vatsa" userId="f7100972-27fe-4ee6-8fb4-ec9b7931b409" providerId="ADAL" clId="{D8068144-AD36-4C9E-83DC-C869E1FA72C1}" dt="2025-11-12T10:48:47.074" v="72" actId="1035"/>
          <ac:picMkLst>
            <pc:docMk/>
            <pc:sldMk cId="2383024147" sldId="608"/>
            <ac:picMk id="5" creationId="{98BB16DA-C016-86E5-024C-E711507C1DC3}"/>
          </ac:picMkLst>
        </pc:picChg>
        <pc:picChg chg="del">
          <ac:chgData name="Deepika Vatsa" userId="f7100972-27fe-4ee6-8fb4-ec9b7931b409" providerId="ADAL" clId="{D8068144-AD36-4C9E-83DC-C869E1FA72C1}" dt="2025-11-12T10:48:20.330" v="52" actId="478"/>
          <ac:picMkLst>
            <pc:docMk/>
            <pc:sldMk cId="2383024147" sldId="608"/>
            <ac:picMk id="6" creationId="{9A974BCB-96BE-B0AA-B891-732CDE066174}"/>
          </ac:picMkLst>
        </pc:picChg>
        <pc:picChg chg="add del">
          <ac:chgData name="Deepika Vatsa" userId="f7100972-27fe-4ee6-8fb4-ec9b7931b409" providerId="ADAL" clId="{D8068144-AD36-4C9E-83DC-C869E1FA72C1}" dt="2025-11-12T10:48:26.671" v="55"/>
          <ac:picMkLst>
            <pc:docMk/>
            <pc:sldMk cId="2383024147" sldId="608"/>
            <ac:picMk id="1026" creationId="{B21B576B-88F4-A4D1-0DBF-92216F090BD0}"/>
          </ac:picMkLst>
        </pc:picChg>
      </pc:sldChg>
      <pc:sldChg chg="del">
        <pc:chgData name="Deepika Vatsa" userId="f7100972-27fe-4ee6-8fb4-ec9b7931b409" providerId="ADAL" clId="{D8068144-AD36-4C9E-83DC-C869E1FA72C1}" dt="2025-11-12T10:45:02.124" v="15" actId="47"/>
        <pc:sldMkLst>
          <pc:docMk/>
          <pc:sldMk cId="2682087942" sldId="608"/>
        </pc:sldMkLst>
      </pc:sldChg>
      <pc:sldChg chg="addSp delSp modSp add mod">
        <pc:chgData name="Deepika Vatsa" userId="f7100972-27fe-4ee6-8fb4-ec9b7931b409" providerId="ADAL" clId="{D8068144-AD36-4C9E-83DC-C869E1FA72C1}" dt="2025-11-12T10:50:13.762" v="88" actId="1037"/>
        <pc:sldMkLst>
          <pc:docMk/>
          <pc:sldMk cId="184636339" sldId="609"/>
        </pc:sldMkLst>
        <pc:picChg chg="add mod">
          <ac:chgData name="Deepika Vatsa" userId="f7100972-27fe-4ee6-8fb4-ec9b7931b409" providerId="ADAL" clId="{D8068144-AD36-4C9E-83DC-C869E1FA72C1}" dt="2025-11-12T10:50:13.762" v="88" actId="1037"/>
          <ac:picMkLst>
            <pc:docMk/>
            <pc:sldMk cId="184636339" sldId="609"/>
            <ac:picMk id="3" creationId="{6A5937D6-8B4B-8911-5BCA-4C3148865C54}"/>
          </ac:picMkLst>
        </pc:picChg>
        <pc:picChg chg="del">
          <ac:chgData name="Deepika Vatsa" userId="f7100972-27fe-4ee6-8fb4-ec9b7931b409" providerId="ADAL" clId="{D8068144-AD36-4C9E-83DC-C869E1FA72C1}" dt="2025-11-12T10:50:04.002" v="74" actId="478"/>
          <ac:picMkLst>
            <pc:docMk/>
            <pc:sldMk cId="184636339" sldId="609"/>
            <ac:picMk id="5" creationId="{98BB16DA-C016-86E5-024C-E711507C1DC3}"/>
          </ac:picMkLst>
        </pc:picChg>
      </pc:sldChg>
      <pc:sldChg chg="addSp delSp modSp add mod">
        <pc:chgData name="Deepika Vatsa" userId="f7100972-27fe-4ee6-8fb4-ec9b7931b409" providerId="ADAL" clId="{D8068144-AD36-4C9E-83DC-C869E1FA72C1}" dt="2025-11-12T10:51:16.139" v="123" actId="1076"/>
        <pc:sldMkLst>
          <pc:docMk/>
          <pc:sldMk cId="3672168498" sldId="610"/>
        </pc:sldMkLst>
        <pc:spChg chg="add mod">
          <ac:chgData name="Deepika Vatsa" userId="f7100972-27fe-4ee6-8fb4-ec9b7931b409" providerId="ADAL" clId="{D8068144-AD36-4C9E-83DC-C869E1FA72C1}" dt="2025-11-12T10:51:16.139" v="123" actId="1076"/>
          <ac:spMkLst>
            <pc:docMk/>
            <pc:sldMk cId="3672168498" sldId="610"/>
            <ac:spMk id="5" creationId="{4771974D-D92A-3F38-8322-53B6F1B98729}"/>
          </ac:spMkLst>
        </pc:spChg>
        <pc:picChg chg="del">
          <ac:chgData name="Deepika Vatsa" userId="f7100972-27fe-4ee6-8fb4-ec9b7931b409" providerId="ADAL" clId="{D8068144-AD36-4C9E-83DC-C869E1FA72C1}" dt="2025-11-12T10:50:51.691" v="90" actId="478"/>
          <ac:picMkLst>
            <pc:docMk/>
            <pc:sldMk cId="3672168498" sldId="610"/>
            <ac:picMk id="3" creationId="{6A5937D6-8B4B-8911-5BCA-4C3148865C54}"/>
          </ac:picMkLst>
        </pc:picChg>
        <pc:picChg chg="add mod">
          <ac:chgData name="Deepika Vatsa" userId="f7100972-27fe-4ee6-8fb4-ec9b7931b409" providerId="ADAL" clId="{D8068144-AD36-4C9E-83DC-C869E1FA72C1}" dt="2025-11-12T10:50:56.726" v="93" actId="1076"/>
          <ac:picMkLst>
            <pc:docMk/>
            <pc:sldMk cId="3672168498" sldId="610"/>
            <ac:picMk id="4" creationId="{70A240D3-73CD-6CE7-204A-45E7BDC7CB87}"/>
          </ac:picMkLst>
        </pc:picChg>
      </pc:sldChg>
      <pc:sldChg chg="addSp delSp modSp add mod">
        <pc:chgData name="Deepika Vatsa" userId="f7100972-27fe-4ee6-8fb4-ec9b7931b409" providerId="ADAL" clId="{D8068144-AD36-4C9E-83DC-C869E1FA72C1}" dt="2025-11-12T10:52:22.579" v="147" actId="1076"/>
        <pc:sldMkLst>
          <pc:docMk/>
          <pc:sldMk cId="1814934328" sldId="611"/>
        </pc:sldMkLst>
        <pc:spChg chg="del">
          <ac:chgData name="Deepika Vatsa" userId="f7100972-27fe-4ee6-8fb4-ec9b7931b409" providerId="ADAL" clId="{D8068144-AD36-4C9E-83DC-C869E1FA72C1}" dt="2025-11-12T10:51:47.387" v="126" actId="478"/>
          <ac:spMkLst>
            <pc:docMk/>
            <pc:sldMk cId="1814934328" sldId="611"/>
            <ac:spMk id="5" creationId="{4771974D-D92A-3F38-8322-53B6F1B98729}"/>
          </ac:spMkLst>
        </pc:spChg>
        <pc:picChg chg="add mod modCrop">
          <ac:chgData name="Deepika Vatsa" userId="f7100972-27fe-4ee6-8fb4-ec9b7931b409" providerId="ADAL" clId="{D8068144-AD36-4C9E-83DC-C869E1FA72C1}" dt="2025-11-12T10:52:22.579" v="147" actId="1076"/>
          <ac:picMkLst>
            <pc:docMk/>
            <pc:sldMk cId="1814934328" sldId="611"/>
            <ac:picMk id="3" creationId="{25D94FBC-1603-E0E5-1090-973C7DDFCE32}"/>
          </ac:picMkLst>
        </pc:picChg>
        <pc:picChg chg="del">
          <ac:chgData name="Deepika Vatsa" userId="f7100972-27fe-4ee6-8fb4-ec9b7931b409" providerId="ADAL" clId="{D8068144-AD36-4C9E-83DC-C869E1FA72C1}" dt="2025-11-12T10:51:45.230" v="125" actId="478"/>
          <ac:picMkLst>
            <pc:docMk/>
            <pc:sldMk cId="1814934328" sldId="611"/>
            <ac:picMk id="4" creationId="{70A240D3-73CD-6CE7-204A-45E7BDC7CB87}"/>
          </ac:picMkLst>
        </pc:picChg>
      </pc:sldChg>
      <pc:sldChg chg="addSp delSp modSp add mod">
        <pc:chgData name="Deepika Vatsa" userId="f7100972-27fe-4ee6-8fb4-ec9b7931b409" providerId="ADAL" clId="{D8068144-AD36-4C9E-83DC-C869E1FA72C1}" dt="2025-11-12T10:53:11.032" v="156" actId="1076"/>
        <pc:sldMkLst>
          <pc:docMk/>
          <pc:sldMk cId="3827301360" sldId="612"/>
        </pc:sldMkLst>
        <pc:picChg chg="del">
          <ac:chgData name="Deepika Vatsa" userId="f7100972-27fe-4ee6-8fb4-ec9b7931b409" providerId="ADAL" clId="{D8068144-AD36-4C9E-83DC-C869E1FA72C1}" dt="2025-11-12T10:52:44.674" v="149" actId="478"/>
          <ac:picMkLst>
            <pc:docMk/>
            <pc:sldMk cId="3827301360" sldId="612"/>
            <ac:picMk id="3" creationId="{25D94FBC-1603-E0E5-1090-973C7DDFCE32}"/>
          </ac:picMkLst>
        </pc:picChg>
        <pc:picChg chg="add mod">
          <ac:chgData name="Deepika Vatsa" userId="f7100972-27fe-4ee6-8fb4-ec9b7931b409" providerId="ADAL" clId="{D8068144-AD36-4C9E-83DC-C869E1FA72C1}" dt="2025-11-12T10:53:11.032" v="156" actId="1076"/>
          <ac:picMkLst>
            <pc:docMk/>
            <pc:sldMk cId="3827301360" sldId="612"/>
            <ac:picMk id="4" creationId="{49397C94-A28F-A410-822E-CBAF34DD9DD8}"/>
          </ac:picMkLst>
        </pc:picChg>
        <pc:picChg chg="add del">
          <ac:chgData name="Deepika Vatsa" userId="f7100972-27fe-4ee6-8fb4-ec9b7931b409" providerId="ADAL" clId="{D8068144-AD36-4C9E-83DC-C869E1FA72C1}" dt="2025-11-12T10:53:06.454" v="155" actId="478"/>
          <ac:picMkLst>
            <pc:docMk/>
            <pc:sldMk cId="3827301360" sldId="612"/>
            <ac:picMk id="2050" creationId="{524FB89B-8F69-DBA9-4970-376F2FB1CA81}"/>
          </ac:picMkLst>
        </pc:picChg>
      </pc:sldChg>
      <pc:sldChg chg="addSp delSp modSp add mod">
        <pc:chgData name="Deepika Vatsa" userId="f7100972-27fe-4ee6-8fb4-ec9b7931b409" providerId="ADAL" clId="{D8068144-AD36-4C9E-83DC-C869E1FA72C1}" dt="2025-11-12T10:53:43.152" v="187" actId="1076"/>
        <pc:sldMkLst>
          <pc:docMk/>
          <pc:sldMk cId="2906787835" sldId="613"/>
        </pc:sldMkLst>
        <pc:picChg chg="add mod">
          <ac:chgData name="Deepika Vatsa" userId="f7100972-27fe-4ee6-8fb4-ec9b7931b409" providerId="ADAL" clId="{D8068144-AD36-4C9E-83DC-C869E1FA72C1}" dt="2025-11-12T10:53:43.152" v="187" actId="1076"/>
          <ac:picMkLst>
            <pc:docMk/>
            <pc:sldMk cId="2906787835" sldId="613"/>
            <ac:picMk id="3" creationId="{487B665F-CC98-4E5A-266F-9CDF7D729DD6}"/>
          </ac:picMkLst>
        </pc:picChg>
        <pc:picChg chg="del">
          <ac:chgData name="Deepika Vatsa" userId="f7100972-27fe-4ee6-8fb4-ec9b7931b409" providerId="ADAL" clId="{D8068144-AD36-4C9E-83DC-C869E1FA72C1}" dt="2025-11-12T10:53:20.187" v="159" actId="478"/>
          <ac:picMkLst>
            <pc:docMk/>
            <pc:sldMk cId="2906787835" sldId="613"/>
            <ac:picMk id="4" creationId="{49397C94-A28F-A410-822E-CBAF34DD9DD8}"/>
          </ac:picMkLst>
        </pc:picChg>
        <pc:picChg chg="mod">
          <ac:chgData name="Deepika Vatsa" userId="f7100972-27fe-4ee6-8fb4-ec9b7931b409" providerId="ADAL" clId="{D8068144-AD36-4C9E-83DC-C869E1FA72C1}" dt="2025-11-12T10:53:40.667" v="186" actId="1035"/>
          <ac:picMkLst>
            <pc:docMk/>
            <pc:sldMk cId="2906787835" sldId="613"/>
            <ac:picMk id="2050" creationId="{524FB89B-8F69-DBA9-4970-376F2FB1CA81}"/>
          </ac:picMkLst>
        </pc:picChg>
      </pc:sldChg>
      <pc:sldChg chg="addSp delSp modSp add mod">
        <pc:chgData name="Deepika Vatsa" userId="f7100972-27fe-4ee6-8fb4-ec9b7931b409" providerId="ADAL" clId="{D8068144-AD36-4C9E-83DC-C869E1FA72C1}" dt="2025-11-12T10:54:09.365" v="195" actId="1076"/>
        <pc:sldMkLst>
          <pc:docMk/>
          <pc:sldMk cId="1983879623" sldId="614"/>
        </pc:sldMkLst>
        <pc:picChg chg="del">
          <ac:chgData name="Deepika Vatsa" userId="f7100972-27fe-4ee6-8fb4-ec9b7931b409" providerId="ADAL" clId="{D8068144-AD36-4C9E-83DC-C869E1FA72C1}" dt="2025-11-12T10:54:02.548" v="192" actId="478"/>
          <ac:picMkLst>
            <pc:docMk/>
            <pc:sldMk cId="1983879623" sldId="614"/>
            <ac:picMk id="3" creationId="{487B665F-CC98-4E5A-266F-9CDF7D729DD6}"/>
          </ac:picMkLst>
        </pc:picChg>
        <pc:picChg chg="add mod">
          <ac:chgData name="Deepika Vatsa" userId="f7100972-27fe-4ee6-8fb4-ec9b7931b409" providerId="ADAL" clId="{D8068144-AD36-4C9E-83DC-C869E1FA72C1}" dt="2025-11-12T10:54:09.365" v="195" actId="1076"/>
          <ac:picMkLst>
            <pc:docMk/>
            <pc:sldMk cId="1983879623" sldId="614"/>
            <ac:picMk id="4" creationId="{E95804D7-5409-315C-522F-2B78271F22B6}"/>
          </ac:picMkLst>
        </pc:picChg>
        <pc:picChg chg="del">
          <ac:chgData name="Deepika Vatsa" userId="f7100972-27fe-4ee6-8fb4-ec9b7931b409" providerId="ADAL" clId="{D8068144-AD36-4C9E-83DC-C869E1FA72C1}" dt="2025-11-12T10:53:59.258" v="189" actId="478"/>
          <ac:picMkLst>
            <pc:docMk/>
            <pc:sldMk cId="1983879623" sldId="614"/>
            <ac:picMk id="2050" creationId="{524FB89B-8F69-DBA9-4970-376F2FB1CA81}"/>
          </ac:picMkLst>
        </pc:picChg>
      </pc:sldChg>
      <pc:sldChg chg="addSp delSp modSp add mod">
        <pc:chgData name="Deepika Vatsa" userId="f7100972-27fe-4ee6-8fb4-ec9b7931b409" providerId="ADAL" clId="{D8068144-AD36-4C9E-83DC-C869E1FA72C1}" dt="2025-11-12T10:54:58.666" v="200" actId="14100"/>
        <pc:sldMkLst>
          <pc:docMk/>
          <pc:sldMk cId="1270558121" sldId="615"/>
        </pc:sldMkLst>
        <pc:picChg chg="add mod">
          <ac:chgData name="Deepika Vatsa" userId="f7100972-27fe-4ee6-8fb4-ec9b7931b409" providerId="ADAL" clId="{D8068144-AD36-4C9E-83DC-C869E1FA72C1}" dt="2025-11-12T10:54:58.666" v="200" actId="14100"/>
          <ac:picMkLst>
            <pc:docMk/>
            <pc:sldMk cId="1270558121" sldId="615"/>
            <ac:picMk id="3" creationId="{EE1037BE-194A-2CE7-BFBF-0A95DC6D6728}"/>
          </ac:picMkLst>
        </pc:picChg>
        <pc:picChg chg="del">
          <ac:chgData name="Deepika Vatsa" userId="f7100972-27fe-4ee6-8fb4-ec9b7931b409" providerId="ADAL" clId="{D8068144-AD36-4C9E-83DC-C869E1FA72C1}" dt="2025-11-12T10:54:53.087" v="197" actId="478"/>
          <ac:picMkLst>
            <pc:docMk/>
            <pc:sldMk cId="1270558121" sldId="615"/>
            <ac:picMk id="4" creationId="{E95804D7-5409-315C-522F-2B78271F22B6}"/>
          </ac:picMkLst>
        </pc:picChg>
      </pc:sldChg>
      <pc:sldChg chg="addSp delSp modSp add mod">
        <pc:chgData name="Deepika Vatsa" userId="f7100972-27fe-4ee6-8fb4-ec9b7931b409" providerId="ADAL" clId="{D8068144-AD36-4C9E-83DC-C869E1FA72C1}" dt="2025-11-12T10:55:52.305" v="207" actId="14100"/>
        <pc:sldMkLst>
          <pc:docMk/>
          <pc:sldMk cId="1878480435" sldId="616"/>
        </pc:sldMkLst>
        <pc:picChg chg="del">
          <ac:chgData name="Deepika Vatsa" userId="f7100972-27fe-4ee6-8fb4-ec9b7931b409" providerId="ADAL" clId="{D8068144-AD36-4C9E-83DC-C869E1FA72C1}" dt="2025-11-12T10:55:20.769" v="202" actId="478"/>
          <ac:picMkLst>
            <pc:docMk/>
            <pc:sldMk cId="1878480435" sldId="616"/>
            <ac:picMk id="3" creationId="{EE1037BE-194A-2CE7-BFBF-0A95DC6D6728}"/>
          </ac:picMkLst>
        </pc:picChg>
        <pc:picChg chg="add mod">
          <ac:chgData name="Deepika Vatsa" userId="f7100972-27fe-4ee6-8fb4-ec9b7931b409" providerId="ADAL" clId="{D8068144-AD36-4C9E-83DC-C869E1FA72C1}" dt="2025-11-12T10:55:24.217" v="204" actId="1076"/>
          <ac:picMkLst>
            <pc:docMk/>
            <pc:sldMk cId="1878480435" sldId="616"/>
            <ac:picMk id="4" creationId="{087F2024-A953-8D57-12A0-6C4F0C4CF472}"/>
          </ac:picMkLst>
        </pc:picChg>
        <pc:picChg chg="add mod">
          <ac:chgData name="Deepika Vatsa" userId="f7100972-27fe-4ee6-8fb4-ec9b7931b409" providerId="ADAL" clId="{D8068144-AD36-4C9E-83DC-C869E1FA72C1}" dt="2025-11-12T10:55:52.305" v="207" actId="14100"/>
          <ac:picMkLst>
            <pc:docMk/>
            <pc:sldMk cId="1878480435" sldId="616"/>
            <ac:picMk id="6" creationId="{49608223-AA75-E713-A329-355E3D529C01}"/>
          </ac:picMkLst>
        </pc:picChg>
      </pc:sldChg>
      <pc:sldChg chg="addSp delSp modSp add mod">
        <pc:chgData name="Deepika Vatsa" userId="f7100972-27fe-4ee6-8fb4-ec9b7931b409" providerId="ADAL" clId="{D8068144-AD36-4C9E-83DC-C869E1FA72C1}" dt="2025-11-12T10:56:22.760" v="253" actId="1036"/>
        <pc:sldMkLst>
          <pc:docMk/>
          <pc:sldMk cId="3308968252" sldId="617"/>
        </pc:sldMkLst>
        <pc:picChg chg="add mod">
          <ac:chgData name="Deepika Vatsa" userId="f7100972-27fe-4ee6-8fb4-ec9b7931b409" providerId="ADAL" clId="{D8068144-AD36-4C9E-83DC-C869E1FA72C1}" dt="2025-11-12T10:56:22.760" v="253" actId="1036"/>
          <ac:picMkLst>
            <pc:docMk/>
            <pc:sldMk cId="3308968252" sldId="617"/>
            <ac:picMk id="3" creationId="{D74BC0B6-2190-0150-9F44-40F69B2CE730}"/>
          </ac:picMkLst>
        </pc:picChg>
        <pc:picChg chg="del">
          <ac:chgData name="Deepika Vatsa" userId="f7100972-27fe-4ee6-8fb4-ec9b7931b409" providerId="ADAL" clId="{D8068144-AD36-4C9E-83DC-C869E1FA72C1}" dt="2025-11-12T10:56:09.722" v="209" actId="478"/>
          <ac:picMkLst>
            <pc:docMk/>
            <pc:sldMk cId="3308968252" sldId="617"/>
            <ac:picMk id="6" creationId="{49608223-AA75-E713-A329-355E3D529C01}"/>
          </ac:picMkLst>
        </pc:picChg>
      </pc:sldChg>
      <pc:sldChg chg="addSp delSp modSp add mod">
        <pc:chgData name="Deepika Vatsa" userId="f7100972-27fe-4ee6-8fb4-ec9b7931b409" providerId="ADAL" clId="{D8068144-AD36-4C9E-83DC-C869E1FA72C1}" dt="2025-11-12T10:58:18.040" v="259" actId="14100"/>
        <pc:sldMkLst>
          <pc:docMk/>
          <pc:sldMk cId="2919285647" sldId="618"/>
        </pc:sldMkLst>
        <pc:picChg chg="del">
          <ac:chgData name="Deepika Vatsa" userId="f7100972-27fe-4ee6-8fb4-ec9b7931b409" providerId="ADAL" clId="{D8068144-AD36-4C9E-83DC-C869E1FA72C1}" dt="2025-11-12T10:57:55.043" v="255" actId="478"/>
          <ac:picMkLst>
            <pc:docMk/>
            <pc:sldMk cId="2919285647" sldId="618"/>
            <ac:picMk id="3" creationId="{D74BC0B6-2190-0150-9F44-40F69B2CE730}"/>
          </ac:picMkLst>
        </pc:picChg>
        <pc:picChg chg="del">
          <ac:chgData name="Deepika Vatsa" userId="f7100972-27fe-4ee6-8fb4-ec9b7931b409" providerId="ADAL" clId="{D8068144-AD36-4C9E-83DC-C869E1FA72C1}" dt="2025-11-12T10:58:11.423" v="256" actId="478"/>
          <ac:picMkLst>
            <pc:docMk/>
            <pc:sldMk cId="2919285647" sldId="618"/>
            <ac:picMk id="4" creationId="{087F2024-A953-8D57-12A0-6C4F0C4CF472}"/>
          </ac:picMkLst>
        </pc:picChg>
        <pc:picChg chg="add mod">
          <ac:chgData name="Deepika Vatsa" userId="f7100972-27fe-4ee6-8fb4-ec9b7931b409" providerId="ADAL" clId="{D8068144-AD36-4C9E-83DC-C869E1FA72C1}" dt="2025-11-12T10:58:18.040" v="259" actId="14100"/>
          <ac:picMkLst>
            <pc:docMk/>
            <pc:sldMk cId="2919285647" sldId="618"/>
            <ac:picMk id="5" creationId="{935515E5-C9B7-21D8-B499-325150FF9E7D}"/>
          </ac:picMkLst>
        </pc:picChg>
      </pc:sldChg>
      <pc:sldChg chg="addSp delSp modSp add mod">
        <pc:chgData name="Deepika Vatsa" userId="f7100972-27fe-4ee6-8fb4-ec9b7931b409" providerId="ADAL" clId="{D8068144-AD36-4C9E-83DC-C869E1FA72C1}" dt="2025-11-12T10:58:39.330" v="264" actId="14100"/>
        <pc:sldMkLst>
          <pc:docMk/>
          <pc:sldMk cId="801389188" sldId="619"/>
        </pc:sldMkLst>
        <pc:picChg chg="add mod">
          <ac:chgData name="Deepika Vatsa" userId="f7100972-27fe-4ee6-8fb4-ec9b7931b409" providerId="ADAL" clId="{D8068144-AD36-4C9E-83DC-C869E1FA72C1}" dt="2025-11-12T10:58:39.330" v="264" actId="14100"/>
          <ac:picMkLst>
            <pc:docMk/>
            <pc:sldMk cId="801389188" sldId="619"/>
            <ac:picMk id="3" creationId="{E2907E04-9E2E-5429-B638-84AFC6B100EA}"/>
          </ac:picMkLst>
        </pc:picChg>
        <pc:picChg chg="del">
          <ac:chgData name="Deepika Vatsa" userId="f7100972-27fe-4ee6-8fb4-ec9b7931b409" providerId="ADAL" clId="{D8068144-AD36-4C9E-83DC-C869E1FA72C1}" dt="2025-11-12T10:58:35.321" v="261" actId="478"/>
          <ac:picMkLst>
            <pc:docMk/>
            <pc:sldMk cId="801389188" sldId="619"/>
            <ac:picMk id="5" creationId="{935515E5-C9B7-21D8-B499-325150FF9E7D}"/>
          </ac:picMkLst>
        </pc:picChg>
      </pc:sldChg>
      <pc:sldChg chg="addSp delSp modSp add mod">
        <pc:chgData name="Deepika Vatsa" userId="f7100972-27fe-4ee6-8fb4-ec9b7931b409" providerId="ADAL" clId="{D8068144-AD36-4C9E-83DC-C869E1FA72C1}" dt="2025-11-12T10:58:57.638" v="269" actId="14100"/>
        <pc:sldMkLst>
          <pc:docMk/>
          <pc:sldMk cId="2150204706" sldId="620"/>
        </pc:sldMkLst>
        <pc:picChg chg="del">
          <ac:chgData name="Deepika Vatsa" userId="f7100972-27fe-4ee6-8fb4-ec9b7931b409" providerId="ADAL" clId="{D8068144-AD36-4C9E-83DC-C869E1FA72C1}" dt="2025-11-12T10:58:53.447" v="266" actId="478"/>
          <ac:picMkLst>
            <pc:docMk/>
            <pc:sldMk cId="2150204706" sldId="620"/>
            <ac:picMk id="3" creationId="{E2907E04-9E2E-5429-B638-84AFC6B100EA}"/>
          </ac:picMkLst>
        </pc:picChg>
        <pc:picChg chg="add mod">
          <ac:chgData name="Deepika Vatsa" userId="f7100972-27fe-4ee6-8fb4-ec9b7931b409" providerId="ADAL" clId="{D8068144-AD36-4C9E-83DC-C869E1FA72C1}" dt="2025-11-12T10:58:57.638" v="269" actId="14100"/>
          <ac:picMkLst>
            <pc:docMk/>
            <pc:sldMk cId="2150204706" sldId="620"/>
            <ac:picMk id="4" creationId="{32AAFBEB-6D5C-A365-C035-D5E275D7BCF5}"/>
          </ac:picMkLst>
        </pc:picChg>
      </pc:sldChg>
      <pc:sldChg chg="addSp delSp modSp add mod">
        <pc:chgData name="Deepika Vatsa" userId="f7100972-27fe-4ee6-8fb4-ec9b7931b409" providerId="ADAL" clId="{D8068144-AD36-4C9E-83DC-C869E1FA72C1}" dt="2025-11-12T10:59:20.132" v="274" actId="14100"/>
        <pc:sldMkLst>
          <pc:docMk/>
          <pc:sldMk cId="856069992" sldId="621"/>
        </pc:sldMkLst>
        <pc:picChg chg="add mod">
          <ac:chgData name="Deepika Vatsa" userId="f7100972-27fe-4ee6-8fb4-ec9b7931b409" providerId="ADAL" clId="{D8068144-AD36-4C9E-83DC-C869E1FA72C1}" dt="2025-11-12T10:59:20.132" v="274" actId="14100"/>
          <ac:picMkLst>
            <pc:docMk/>
            <pc:sldMk cId="856069992" sldId="621"/>
            <ac:picMk id="3" creationId="{681B289B-93A2-D6EF-8B76-A5EBA1ADC03A}"/>
          </ac:picMkLst>
        </pc:picChg>
        <pc:picChg chg="del">
          <ac:chgData name="Deepika Vatsa" userId="f7100972-27fe-4ee6-8fb4-ec9b7931b409" providerId="ADAL" clId="{D8068144-AD36-4C9E-83DC-C869E1FA72C1}" dt="2025-11-12T10:59:14.803" v="271" actId="478"/>
          <ac:picMkLst>
            <pc:docMk/>
            <pc:sldMk cId="856069992" sldId="621"/>
            <ac:picMk id="4" creationId="{32AAFBEB-6D5C-A365-C035-D5E275D7BCF5}"/>
          </ac:picMkLst>
        </pc:picChg>
      </pc:sldChg>
      <pc:sldChg chg="addSp delSp modSp add mod">
        <pc:chgData name="Deepika Vatsa" userId="f7100972-27fe-4ee6-8fb4-ec9b7931b409" providerId="ADAL" clId="{D8068144-AD36-4C9E-83DC-C869E1FA72C1}" dt="2025-11-12T11:00:02.130" v="312" actId="1035"/>
        <pc:sldMkLst>
          <pc:docMk/>
          <pc:sldMk cId="2493691972" sldId="622"/>
        </pc:sldMkLst>
        <pc:picChg chg="del">
          <ac:chgData name="Deepika Vatsa" userId="f7100972-27fe-4ee6-8fb4-ec9b7931b409" providerId="ADAL" clId="{D8068144-AD36-4C9E-83DC-C869E1FA72C1}" dt="2025-11-12T10:59:35.646" v="276" actId="478"/>
          <ac:picMkLst>
            <pc:docMk/>
            <pc:sldMk cId="2493691972" sldId="622"/>
            <ac:picMk id="3" creationId="{681B289B-93A2-D6EF-8B76-A5EBA1ADC03A}"/>
          </ac:picMkLst>
        </pc:picChg>
        <pc:picChg chg="add mod">
          <ac:chgData name="Deepika Vatsa" userId="f7100972-27fe-4ee6-8fb4-ec9b7931b409" providerId="ADAL" clId="{D8068144-AD36-4C9E-83DC-C869E1FA72C1}" dt="2025-11-12T11:00:02.130" v="312" actId="1035"/>
          <ac:picMkLst>
            <pc:docMk/>
            <pc:sldMk cId="2493691972" sldId="622"/>
            <ac:picMk id="4" creationId="{EA6A80CB-FBC5-DA72-3741-1A9B571E1583}"/>
          </ac:picMkLst>
        </pc:picChg>
        <pc:picChg chg="add mod">
          <ac:chgData name="Deepika Vatsa" userId="f7100972-27fe-4ee6-8fb4-ec9b7931b409" providerId="ADAL" clId="{D8068144-AD36-4C9E-83DC-C869E1FA72C1}" dt="2025-11-12T10:59:56.489" v="301" actId="1038"/>
          <ac:picMkLst>
            <pc:docMk/>
            <pc:sldMk cId="2493691972" sldId="622"/>
            <ac:picMk id="6" creationId="{0E1DA4C0-F71D-A980-71FC-28C87B73BB45}"/>
          </ac:picMkLst>
        </pc:picChg>
      </pc:sldChg>
      <pc:sldChg chg="addSp delSp modSp add mod">
        <pc:chgData name="Deepika Vatsa" userId="f7100972-27fe-4ee6-8fb4-ec9b7931b409" providerId="ADAL" clId="{D8068144-AD36-4C9E-83DC-C869E1FA72C1}" dt="2025-11-12T11:00:22.440" v="318" actId="14100"/>
        <pc:sldMkLst>
          <pc:docMk/>
          <pc:sldMk cId="3374390529" sldId="623"/>
        </pc:sldMkLst>
        <pc:picChg chg="add mod">
          <ac:chgData name="Deepika Vatsa" userId="f7100972-27fe-4ee6-8fb4-ec9b7931b409" providerId="ADAL" clId="{D8068144-AD36-4C9E-83DC-C869E1FA72C1}" dt="2025-11-12T11:00:22.440" v="318" actId="14100"/>
          <ac:picMkLst>
            <pc:docMk/>
            <pc:sldMk cId="3374390529" sldId="623"/>
            <ac:picMk id="3" creationId="{B95BFB8D-C65F-A631-CB35-829972C323FB}"/>
          </ac:picMkLst>
        </pc:picChg>
        <pc:picChg chg="del">
          <ac:chgData name="Deepika Vatsa" userId="f7100972-27fe-4ee6-8fb4-ec9b7931b409" providerId="ADAL" clId="{D8068144-AD36-4C9E-83DC-C869E1FA72C1}" dt="2025-11-12T11:00:16.769" v="314" actId="478"/>
          <ac:picMkLst>
            <pc:docMk/>
            <pc:sldMk cId="3374390529" sldId="623"/>
            <ac:picMk id="4" creationId="{EA6A80CB-FBC5-DA72-3741-1A9B571E1583}"/>
          </ac:picMkLst>
        </pc:picChg>
        <pc:picChg chg="del">
          <ac:chgData name="Deepika Vatsa" userId="f7100972-27fe-4ee6-8fb4-ec9b7931b409" providerId="ADAL" clId="{D8068144-AD36-4C9E-83DC-C869E1FA72C1}" dt="2025-11-12T11:00:17.993" v="315" actId="478"/>
          <ac:picMkLst>
            <pc:docMk/>
            <pc:sldMk cId="3374390529" sldId="623"/>
            <ac:picMk id="6" creationId="{0E1DA4C0-F71D-A980-71FC-28C87B73BB45}"/>
          </ac:picMkLst>
        </pc:picChg>
      </pc:sldChg>
      <pc:sldChg chg="addSp delSp modSp add mod">
        <pc:chgData name="Deepika Vatsa" userId="f7100972-27fe-4ee6-8fb4-ec9b7931b409" providerId="ADAL" clId="{D8068144-AD36-4C9E-83DC-C869E1FA72C1}" dt="2025-11-12T11:00:39.850" v="323" actId="14100"/>
        <pc:sldMkLst>
          <pc:docMk/>
          <pc:sldMk cId="2265816766" sldId="624"/>
        </pc:sldMkLst>
        <pc:picChg chg="del">
          <ac:chgData name="Deepika Vatsa" userId="f7100972-27fe-4ee6-8fb4-ec9b7931b409" providerId="ADAL" clId="{D8068144-AD36-4C9E-83DC-C869E1FA72C1}" dt="2025-11-12T11:00:35.097" v="320" actId="478"/>
          <ac:picMkLst>
            <pc:docMk/>
            <pc:sldMk cId="2265816766" sldId="624"/>
            <ac:picMk id="3" creationId="{B95BFB8D-C65F-A631-CB35-829972C323FB}"/>
          </ac:picMkLst>
        </pc:picChg>
        <pc:picChg chg="add mod">
          <ac:chgData name="Deepika Vatsa" userId="f7100972-27fe-4ee6-8fb4-ec9b7931b409" providerId="ADAL" clId="{D8068144-AD36-4C9E-83DC-C869E1FA72C1}" dt="2025-11-12T11:00:39.850" v="323" actId="14100"/>
          <ac:picMkLst>
            <pc:docMk/>
            <pc:sldMk cId="2265816766" sldId="624"/>
            <ac:picMk id="4" creationId="{83A2AF83-01B0-0968-0ED2-6DB149561852}"/>
          </ac:picMkLst>
        </pc:picChg>
      </pc:sldChg>
      <pc:sldChg chg="addSp delSp modSp add mod">
        <pc:chgData name="Deepika Vatsa" userId="f7100972-27fe-4ee6-8fb4-ec9b7931b409" providerId="ADAL" clId="{D8068144-AD36-4C9E-83DC-C869E1FA72C1}" dt="2025-11-12T11:01:01.787" v="328" actId="14100"/>
        <pc:sldMkLst>
          <pc:docMk/>
          <pc:sldMk cId="1425356041" sldId="625"/>
        </pc:sldMkLst>
        <pc:picChg chg="add mod">
          <ac:chgData name="Deepika Vatsa" userId="f7100972-27fe-4ee6-8fb4-ec9b7931b409" providerId="ADAL" clId="{D8068144-AD36-4C9E-83DC-C869E1FA72C1}" dt="2025-11-12T11:01:01.787" v="328" actId="14100"/>
          <ac:picMkLst>
            <pc:docMk/>
            <pc:sldMk cId="1425356041" sldId="625"/>
            <ac:picMk id="3" creationId="{30349FDD-6964-E332-22C6-791C6BCD0F9F}"/>
          </ac:picMkLst>
        </pc:picChg>
        <pc:picChg chg="del">
          <ac:chgData name="Deepika Vatsa" userId="f7100972-27fe-4ee6-8fb4-ec9b7931b409" providerId="ADAL" clId="{D8068144-AD36-4C9E-83DC-C869E1FA72C1}" dt="2025-11-12T11:00:57.628" v="325" actId="478"/>
          <ac:picMkLst>
            <pc:docMk/>
            <pc:sldMk cId="1425356041" sldId="625"/>
            <ac:picMk id="4" creationId="{83A2AF83-01B0-0968-0ED2-6DB149561852}"/>
          </ac:picMkLst>
        </pc:picChg>
      </pc:sldChg>
      <pc:sldChg chg="addSp delSp modSp add mod">
        <pc:chgData name="Deepika Vatsa" userId="f7100972-27fe-4ee6-8fb4-ec9b7931b409" providerId="ADAL" clId="{D8068144-AD36-4C9E-83DC-C869E1FA72C1}" dt="2025-11-12T11:01:26.675" v="338" actId="1035"/>
        <pc:sldMkLst>
          <pc:docMk/>
          <pc:sldMk cId="3206985967" sldId="626"/>
        </pc:sldMkLst>
        <pc:picChg chg="del">
          <ac:chgData name="Deepika Vatsa" userId="f7100972-27fe-4ee6-8fb4-ec9b7931b409" providerId="ADAL" clId="{D8068144-AD36-4C9E-83DC-C869E1FA72C1}" dt="2025-11-12T11:01:18.622" v="330" actId="478"/>
          <ac:picMkLst>
            <pc:docMk/>
            <pc:sldMk cId="3206985967" sldId="626"/>
            <ac:picMk id="3" creationId="{30349FDD-6964-E332-22C6-791C6BCD0F9F}"/>
          </ac:picMkLst>
        </pc:picChg>
        <pc:picChg chg="add mod">
          <ac:chgData name="Deepika Vatsa" userId="f7100972-27fe-4ee6-8fb4-ec9b7931b409" providerId="ADAL" clId="{D8068144-AD36-4C9E-83DC-C869E1FA72C1}" dt="2025-11-12T11:01:26.675" v="338" actId="1035"/>
          <ac:picMkLst>
            <pc:docMk/>
            <pc:sldMk cId="3206985967" sldId="626"/>
            <ac:picMk id="4" creationId="{C7B26806-BE9D-B204-31B7-17E47F62EA7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D7309F-D4B8-452D-BC77-DEB69A8603D9}" type="datetimeFigureOut">
              <a:rPr lang="en-IN" smtClean="0"/>
              <a:t>12-11-2025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A75701-B17A-4AA0-909E-FBEBBC4DE68B}" type="slidenum">
              <a:rPr lang="en-IN" smtClean="0"/>
              <a:t>‹#›</a:t>
            </a:fld>
            <a:endParaRPr lang="en-IN"/>
          </a:p>
        </p:txBody>
      </p:sp>
    </p:spTree>
    <p:extLst>
      <p:ext uri="{BB962C8B-B14F-4D97-AF65-F5344CB8AC3E}">
        <p14:creationId xmlns:p14="http://schemas.microsoft.com/office/powerpoint/2010/main" val="536027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06BDB1-8E0A-45C9-A0E9-4C66032D1CFA}" type="slidenum">
              <a:rPr lang="en-US" smtClean="0"/>
              <a:pPr/>
              <a:t>1</a:t>
            </a:fld>
            <a:endParaRPr lang="en-US"/>
          </a:p>
        </p:txBody>
      </p:sp>
    </p:spTree>
    <p:extLst>
      <p:ext uri="{BB962C8B-B14F-4D97-AF65-F5344CB8AC3E}">
        <p14:creationId xmlns:p14="http://schemas.microsoft.com/office/powerpoint/2010/main" val="2978825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A75701-B17A-4AA0-909E-FBEBBC4DE68B}" type="slidenum">
              <a:rPr lang="en-IN" smtClean="0"/>
              <a:t>21</a:t>
            </a:fld>
            <a:endParaRPr lang="en-IN"/>
          </a:p>
        </p:txBody>
      </p:sp>
    </p:spTree>
    <p:extLst>
      <p:ext uri="{BB962C8B-B14F-4D97-AF65-F5344CB8AC3E}">
        <p14:creationId xmlns:p14="http://schemas.microsoft.com/office/powerpoint/2010/main" val="469126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787256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52341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53D751-62FC-4A0B-831A-83C45D595346}" type="datetimeFigureOut">
              <a:rPr lang="en-IN" smtClean="0"/>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0431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53D751-62FC-4A0B-831A-83C45D595346}" type="datetimeFigureOut">
              <a:rPr lang="en-IN" smtClean="0"/>
              <a:t>12-11-2025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925794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53D751-62FC-4A0B-831A-83C45D595346}" type="datetimeFigureOut">
              <a:rPr lang="en-IN" smtClean="0"/>
              <a:t>12-11-2025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9543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53D751-62FC-4A0B-831A-83C45D595346}" type="datetimeFigureOut">
              <a:rPr lang="en-IN" smtClean="0"/>
              <a:t>12-11-2025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79145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53D751-62FC-4A0B-831A-83C45D595346}" type="datetimeFigureOut">
              <a:rPr lang="en-IN" smtClean="0"/>
              <a:t>12-11-2025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3824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12-11-2025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536320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12-11-2025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80982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1499765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12-11-2025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406657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53D751-62FC-4A0B-831A-83C45D595346}" type="datetimeFigureOut">
              <a:rPr lang="en-IN" smtClean="0"/>
              <a:t>12-11-2025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2B9C32-2956-40E0-818B-39100DB621C2}" type="slidenum">
              <a:rPr lang="en-IN" smtClean="0"/>
              <a:t>‹#›</a:t>
            </a:fld>
            <a:endParaRPr lang="en-IN"/>
          </a:p>
        </p:txBody>
      </p:sp>
    </p:spTree>
    <p:extLst>
      <p:ext uri="{BB962C8B-B14F-4D97-AF65-F5344CB8AC3E}">
        <p14:creationId xmlns:p14="http://schemas.microsoft.com/office/powerpoint/2010/main" val="29355786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jalammar.github.io/illustrated-transformer/" TargetMode="External"/><Relationship Id="rId2" Type="http://schemas.openxmlformats.org/officeDocument/2006/relationships/hyperlink" Target="https://lilianweng.github.io/posts/2018-06-24-attention/"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p:cNvCxnSpPr/>
          <p:nvPr/>
        </p:nvCxnSpPr>
        <p:spPr>
          <a:xfrm>
            <a:off x="1524000" y="1371600"/>
            <a:ext cx="91440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946179" y="408087"/>
            <a:ext cx="10000743" cy="3231654"/>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CSET301 – AI-ML</a:t>
            </a:r>
          </a:p>
          <a:p>
            <a:pPr algn="ctr"/>
            <a:endParaRPr lang="en-US" sz="4800" b="1" dirty="0">
              <a:latin typeface="Times New Roman" panose="02020603050405020304" pitchFamily="18" charset="0"/>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Lecture </a:t>
            </a:r>
            <a:r>
              <a:rPr lang="en-US" sz="4000" b="1" dirty="0">
                <a:solidFill>
                  <a:prstClr val="black"/>
                </a:solidFill>
                <a:latin typeface="Times New Roman" panose="02020603050405020304" pitchFamily="18" charset="0"/>
                <a:cs typeface="Times New Roman" panose="02020603050405020304" pitchFamily="18" charset="0"/>
              </a:rPr>
              <a:t>30 : </a:t>
            </a:r>
            <a:r>
              <a:rPr lang="en-US" sz="4000" b="1">
                <a:solidFill>
                  <a:prstClr val="black"/>
                </a:solidFill>
                <a:latin typeface="Times New Roman" panose="02020603050405020304" pitchFamily="18" charset="0"/>
                <a:cs typeface="Times New Roman" panose="02020603050405020304" pitchFamily="18" charset="0"/>
              </a:rPr>
              <a:t>Attention model &amp; Transformer</a:t>
            </a:r>
            <a:endPar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algn="ctr"/>
            <a:endParaRPr lang="en-US" sz="4000" b="1" dirty="0">
              <a:latin typeface="Times New Roman" panose="02020603050405020304" pitchFamily="18" charset="0"/>
              <a:cs typeface="Times New Roman" panose="02020603050405020304" pitchFamily="18" charset="0"/>
            </a:endParaRPr>
          </a:p>
          <a:p>
            <a:pPr algn="ct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Tm="2415"/>
    </mc:Choice>
    <mc:Fallback xmlns="">
      <p:transition advTm="241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359B1BD-17B3-D53F-A665-A6F10F76DE8F}"/>
              </a:ext>
            </a:extLst>
          </p:cNvPr>
          <p:cNvSpPr txBox="1"/>
          <p:nvPr/>
        </p:nvSpPr>
        <p:spPr>
          <a:xfrm>
            <a:off x="182382" y="175416"/>
            <a:ext cx="11734798" cy="830997"/>
          </a:xfrm>
          <a:prstGeom prst="rect">
            <a:avLst/>
          </a:prstGeom>
          <a:noFill/>
        </p:spPr>
        <p:txBody>
          <a:bodyPr wrap="square">
            <a:spAutoFit/>
          </a:bodyPr>
          <a:lstStyle/>
          <a:p>
            <a:r>
              <a:rPr lang="en-US" sz="2400" b="1" i="0" dirty="0">
                <a:solidFill>
                  <a:srgbClr val="1F1F1F"/>
                </a:solidFill>
                <a:effectLst/>
                <a:latin typeface="Times New Roman" panose="02020603050405020304" pitchFamily="18" charset="0"/>
                <a:cs typeface="Times New Roman" panose="02020603050405020304" pitchFamily="18" charset="0"/>
              </a:rPr>
              <a:t>Attention</a:t>
            </a:r>
            <a:r>
              <a:rPr lang="en-US" sz="2400" b="0" i="0" dirty="0">
                <a:solidFill>
                  <a:srgbClr val="1F1F1F"/>
                </a:solidFill>
                <a:effectLst/>
                <a:latin typeface="Times New Roman" panose="02020603050405020304" pitchFamily="18" charset="0"/>
                <a:cs typeface="Times New Roman" panose="02020603050405020304" pitchFamily="18" charset="0"/>
              </a:rPr>
              <a:t> is, to some extent, motivated by how we pay visual attention to different regions of an image or correlate words in one sentence. </a:t>
            </a:r>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A974BCB-96BE-B0AA-B891-732CDE066174}"/>
              </a:ext>
            </a:extLst>
          </p:cNvPr>
          <p:cNvPicPr>
            <a:picLocks noChangeAspect="1"/>
          </p:cNvPicPr>
          <p:nvPr/>
        </p:nvPicPr>
        <p:blipFill>
          <a:blip r:embed="rId2"/>
          <a:stretch>
            <a:fillRect/>
          </a:stretch>
        </p:blipFill>
        <p:spPr>
          <a:xfrm>
            <a:off x="2258302" y="1245921"/>
            <a:ext cx="7582958" cy="3077004"/>
          </a:xfrm>
          <a:prstGeom prst="rect">
            <a:avLst/>
          </a:prstGeom>
        </p:spPr>
      </p:pic>
      <p:sp>
        <p:nvSpPr>
          <p:cNvPr id="9" name="TextBox 8">
            <a:extLst>
              <a:ext uri="{FF2B5EF4-FFF2-40B4-BE49-F238E27FC236}">
                <a16:creationId xmlns:a16="http://schemas.microsoft.com/office/drawing/2014/main" id="{4E922963-48A6-F470-28DF-DAC8781B2594}"/>
              </a:ext>
            </a:extLst>
          </p:cNvPr>
          <p:cNvSpPr txBox="1"/>
          <p:nvPr/>
        </p:nvSpPr>
        <p:spPr>
          <a:xfrm>
            <a:off x="182381" y="4433341"/>
            <a:ext cx="11734797" cy="2308324"/>
          </a:xfrm>
          <a:prstGeom prst="rect">
            <a:avLst/>
          </a:prstGeom>
          <a:noFill/>
        </p:spPr>
        <p:txBody>
          <a:bodyPr wrap="square">
            <a:spAutoFit/>
          </a:bodyPr>
          <a:lstStyle/>
          <a:p>
            <a:r>
              <a:rPr lang="en-US" sz="2400" b="0" i="0" dirty="0">
                <a:solidFill>
                  <a:srgbClr val="1F1F1F"/>
                </a:solidFill>
                <a:effectLst/>
                <a:latin typeface="Times New Roman" panose="02020603050405020304" pitchFamily="18" charset="0"/>
                <a:cs typeface="Times New Roman" panose="02020603050405020304" pitchFamily="18" charset="0"/>
              </a:rPr>
              <a:t>Human visual attention allows us to focus on a certain region with “high resolution” (i.e. look at the pointy ear in the yellow box) while perceiving the surrounding image in “low resolution” (i.e. now how about the snowy background and the outfit?), and then adjust the focal point or do the inference accordingly. Given a small patch of an image, pixels in the rest provide clues what should be displayed there. We expect to see a pointy ear in the yellow box because we have seen a dog’s nose</a:t>
            </a:r>
            <a:r>
              <a:rPr lang="en-US" sz="2400" dirty="0">
                <a:solidFill>
                  <a:srgbClr val="1F1F1F"/>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6811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BB16DA-C016-86E5-024C-E711507C1DC3}"/>
              </a:ext>
            </a:extLst>
          </p:cNvPr>
          <p:cNvPicPr>
            <a:picLocks noChangeAspect="1"/>
          </p:cNvPicPr>
          <p:nvPr/>
        </p:nvPicPr>
        <p:blipFill>
          <a:blip r:embed="rId2"/>
          <a:stretch>
            <a:fillRect/>
          </a:stretch>
        </p:blipFill>
        <p:spPr>
          <a:xfrm>
            <a:off x="398809" y="285299"/>
            <a:ext cx="11428430" cy="6300469"/>
          </a:xfrm>
          <a:prstGeom prst="rect">
            <a:avLst/>
          </a:prstGeom>
        </p:spPr>
      </p:pic>
    </p:spTree>
    <p:extLst>
      <p:ext uri="{BB962C8B-B14F-4D97-AF65-F5344CB8AC3E}">
        <p14:creationId xmlns:p14="http://schemas.microsoft.com/office/powerpoint/2010/main" val="2383024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5937D6-8B4B-8911-5BCA-4C3148865C54}"/>
              </a:ext>
            </a:extLst>
          </p:cNvPr>
          <p:cNvPicPr>
            <a:picLocks noChangeAspect="1"/>
          </p:cNvPicPr>
          <p:nvPr/>
        </p:nvPicPr>
        <p:blipFill>
          <a:blip r:embed="rId2"/>
          <a:stretch>
            <a:fillRect/>
          </a:stretch>
        </p:blipFill>
        <p:spPr>
          <a:xfrm>
            <a:off x="298643" y="310372"/>
            <a:ext cx="11664472" cy="6135397"/>
          </a:xfrm>
          <a:prstGeom prst="rect">
            <a:avLst/>
          </a:prstGeom>
        </p:spPr>
      </p:pic>
    </p:spTree>
    <p:extLst>
      <p:ext uri="{BB962C8B-B14F-4D97-AF65-F5344CB8AC3E}">
        <p14:creationId xmlns:p14="http://schemas.microsoft.com/office/powerpoint/2010/main" val="184636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A240D3-73CD-6CE7-204A-45E7BDC7CB87}"/>
              </a:ext>
            </a:extLst>
          </p:cNvPr>
          <p:cNvPicPr>
            <a:picLocks noChangeAspect="1"/>
          </p:cNvPicPr>
          <p:nvPr/>
        </p:nvPicPr>
        <p:blipFill>
          <a:blip r:embed="rId2"/>
          <a:stretch>
            <a:fillRect/>
          </a:stretch>
        </p:blipFill>
        <p:spPr>
          <a:xfrm>
            <a:off x="1365180" y="1731352"/>
            <a:ext cx="9461640" cy="4369644"/>
          </a:xfrm>
          <a:prstGeom prst="rect">
            <a:avLst/>
          </a:prstGeom>
        </p:spPr>
      </p:pic>
      <p:sp>
        <p:nvSpPr>
          <p:cNvPr id="5" name="TextBox 4">
            <a:extLst>
              <a:ext uri="{FF2B5EF4-FFF2-40B4-BE49-F238E27FC236}">
                <a16:creationId xmlns:a16="http://schemas.microsoft.com/office/drawing/2014/main" id="{4771974D-D92A-3F38-8322-53B6F1B98729}"/>
              </a:ext>
            </a:extLst>
          </p:cNvPr>
          <p:cNvSpPr txBox="1"/>
          <p:nvPr/>
        </p:nvSpPr>
        <p:spPr>
          <a:xfrm>
            <a:off x="3882453" y="621374"/>
            <a:ext cx="5171606" cy="523220"/>
          </a:xfrm>
          <a:prstGeom prst="rect">
            <a:avLst/>
          </a:prstGeom>
          <a:noFill/>
        </p:spPr>
        <p:txBody>
          <a:bodyPr wrap="square" rtlCol="0">
            <a:spAutoFit/>
          </a:bodyPr>
          <a:lstStyle/>
          <a:p>
            <a:r>
              <a:rPr lang="en-US" sz="2800" b="1" dirty="0"/>
              <a:t>Example of Seq2Seq model</a:t>
            </a:r>
          </a:p>
        </p:txBody>
      </p:sp>
    </p:spTree>
    <p:extLst>
      <p:ext uri="{BB962C8B-B14F-4D97-AF65-F5344CB8AC3E}">
        <p14:creationId xmlns:p14="http://schemas.microsoft.com/office/powerpoint/2010/main" val="3672168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D94FBC-1603-E0E5-1090-973C7DDFCE32}"/>
              </a:ext>
            </a:extLst>
          </p:cNvPr>
          <p:cNvPicPr>
            <a:picLocks noChangeAspect="1"/>
          </p:cNvPicPr>
          <p:nvPr/>
        </p:nvPicPr>
        <p:blipFill rotWithShape="1">
          <a:blip r:embed="rId2"/>
          <a:srcRect b="24778"/>
          <a:stretch/>
        </p:blipFill>
        <p:spPr>
          <a:xfrm>
            <a:off x="728241" y="1243999"/>
            <a:ext cx="10735518" cy="4370002"/>
          </a:xfrm>
          <a:prstGeom prst="rect">
            <a:avLst/>
          </a:prstGeom>
        </p:spPr>
      </p:pic>
    </p:spTree>
    <p:extLst>
      <p:ext uri="{BB962C8B-B14F-4D97-AF65-F5344CB8AC3E}">
        <p14:creationId xmlns:p14="http://schemas.microsoft.com/office/powerpoint/2010/main" val="1814934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397C94-A28F-A410-822E-CBAF34DD9DD8}"/>
              </a:ext>
            </a:extLst>
          </p:cNvPr>
          <p:cNvPicPr>
            <a:picLocks noChangeAspect="1"/>
          </p:cNvPicPr>
          <p:nvPr/>
        </p:nvPicPr>
        <p:blipFill>
          <a:blip r:embed="rId2"/>
          <a:stretch>
            <a:fillRect/>
          </a:stretch>
        </p:blipFill>
        <p:spPr>
          <a:xfrm>
            <a:off x="766283" y="1433921"/>
            <a:ext cx="10659434" cy="2868257"/>
          </a:xfrm>
          <a:prstGeom prst="rect">
            <a:avLst/>
          </a:prstGeom>
        </p:spPr>
      </p:pic>
    </p:spTree>
    <p:extLst>
      <p:ext uri="{BB962C8B-B14F-4D97-AF65-F5344CB8AC3E}">
        <p14:creationId xmlns:p14="http://schemas.microsoft.com/office/powerpoint/2010/main" val="3827301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524FB89B-8F69-DBA9-4970-376F2FB1CA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390" y="140108"/>
            <a:ext cx="11471142" cy="57983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87B665F-CC98-4E5A-266F-9CDF7D729DD6}"/>
              </a:ext>
            </a:extLst>
          </p:cNvPr>
          <p:cNvPicPr>
            <a:picLocks noChangeAspect="1"/>
          </p:cNvPicPr>
          <p:nvPr/>
        </p:nvPicPr>
        <p:blipFill>
          <a:blip r:embed="rId3"/>
          <a:stretch>
            <a:fillRect/>
          </a:stretch>
        </p:blipFill>
        <p:spPr>
          <a:xfrm>
            <a:off x="3366706" y="6136786"/>
            <a:ext cx="5458587" cy="581106"/>
          </a:xfrm>
          <a:prstGeom prst="rect">
            <a:avLst/>
          </a:prstGeom>
        </p:spPr>
      </p:pic>
    </p:spTree>
    <p:extLst>
      <p:ext uri="{BB962C8B-B14F-4D97-AF65-F5344CB8AC3E}">
        <p14:creationId xmlns:p14="http://schemas.microsoft.com/office/powerpoint/2010/main" val="2906787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5804D7-5409-315C-522F-2B78271F22B6}"/>
              </a:ext>
            </a:extLst>
          </p:cNvPr>
          <p:cNvPicPr>
            <a:picLocks noChangeAspect="1"/>
          </p:cNvPicPr>
          <p:nvPr/>
        </p:nvPicPr>
        <p:blipFill>
          <a:blip r:embed="rId2"/>
          <a:stretch>
            <a:fillRect/>
          </a:stretch>
        </p:blipFill>
        <p:spPr>
          <a:xfrm>
            <a:off x="403573" y="152204"/>
            <a:ext cx="11603548" cy="5902299"/>
          </a:xfrm>
          <a:prstGeom prst="rect">
            <a:avLst/>
          </a:prstGeom>
        </p:spPr>
      </p:pic>
    </p:spTree>
    <p:extLst>
      <p:ext uri="{BB962C8B-B14F-4D97-AF65-F5344CB8AC3E}">
        <p14:creationId xmlns:p14="http://schemas.microsoft.com/office/powerpoint/2010/main" val="1983879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1037BE-194A-2CE7-BFBF-0A95DC6D6728}"/>
              </a:ext>
            </a:extLst>
          </p:cNvPr>
          <p:cNvPicPr>
            <a:picLocks noChangeAspect="1"/>
          </p:cNvPicPr>
          <p:nvPr/>
        </p:nvPicPr>
        <p:blipFill>
          <a:blip r:embed="rId2"/>
          <a:stretch>
            <a:fillRect/>
          </a:stretch>
        </p:blipFill>
        <p:spPr>
          <a:xfrm>
            <a:off x="453305" y="233462"/>
            <a:ext cx="11307873" cy="6137358"/>
          </a:xfrm>
          <a:prstGeom prst="rect">
            <a:avLst/>
          </a:prstGeom>
        </p:spPr>
      </p:pic>
    </p:spTree>
    <p:extLst>
      <p:ext uri="{BB962C8B-B14F-4D97-AF65-F5344CB8AC3E}">
        <p14:creationId xmlns:p14="http://schemas.microsoft.com/office/powerpoint/2010/main" val="1270558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7F2024-A953-8D57-12A0-6C4F0C4CF472}"/>
              </a:ext>
            </a:extLst>
          </p:cNvPr>
          <p:cNvPicPr>
            <a:picLocks noChangeAspect="1"/>
          </p:cNvPicPr>
          <p:nvPr/>
        </p:nvPicPr>
        <p:blipFill>
          <a:blip r:embed="rId2"/>
          <a:stretch>
            <a:fillRect/>
          </a:stretch>
        </p:blipFill>
        <p:spPr>
          <a:xfrm>
            <a:off x="514789" y="246605"/>
            <a:ext cx="4896533" cy="428685"/>
          </a:xfrm>
          <a:prstGeom prst="rect">
            <a:avLst/>
          </a:prstGeom>
        </p:spPr>
      </p:pic>
      <p:pic>
        <p:nvPicPr>
          <p:cNvPr id="6" name="Picture 5">
            <a:extLst>
              <a:ext uri="{FF2B5EF4-FFF2-40B4-BE49-F238E27FC236}">
                <a16:creationId xmlns:a16="http://schemas.microsoft.com/office/drawing/2014/main" id="{49608223-AA75-E713-A329-355E3D529C01}"/>
              </a:ext>
            </a:extLst>
          </p:cNvPr>
          <p:cNvPicPr>
            <a:picLocks noChangeAspect="1"/>
          </p:cNvPicPr>
          <p:nvPr/>
        </p:nvPicPr>
        <p:blipFill>
          <a:blip r:embed="rId3"/>
          <a:stretch>
            <a:fillRect/>
          </a:stretch>
        </p:blipFill>
        <p:spPr>
          <a:xfrm>
            <a:off x="514789" y="891188"/>
            <a:ext cx="10922706" cy="2070139"/>
          </a:xfrm>
          <a:prstGeom prst="rect">
            <a:avLst/>
          </a:prstGeom>
        </p:spPr>
      </p:pic>
    </p:spTree>
    <p:extLst>
      <p:ext uri="{BB962C8B-B14F-4D97-AF65-F5344CB8AC3E}">
        <p14:creationId xmlns:p14="http://schemas.microsoft.com/office/powerpoint/2010/main" val="1878480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7F2024-A953-8D57-12A0-6C4F0C4CF472}"/>
              </a:ext>
            </a:extLst>
          </p:cNvPr>
          <p:cNvPicPr>
            <a:picLocks noChangeAspect="1"/>
          </p:cNvPicPr>
          <p:nvPr/>
        </p:nvPicPr>
        <p:blipFill>
          <a:blip r:embed="rId2"/>
          <a:stretch>
            <a:fillRect/>
          </a:stretch>
        </p:blipFill>
        <p:spPr>
          <a:xfrm>
            <a:off x="514789" y="246605"/>
            <a:ext cx="4896533" cy="428685"/>
          </a:xfrm>
          <a:prstGeom prst="rect">
            <a:avLst/>
          </a:prstGeom>
        </p:spPr>
      </p:pic>
      <p:pic>
        <p:nvPicPr>
          <p:cNvPr id="3" name="Picture 2">
            <a:extLst>
              <a:ext uri="{FF2B5EF4-FFF2-40B4-BE49-F238E27FC236}">
                <a16:creationId xmlns:a16="http://schemas.microsoft.com/office/drawing/2014/main" id="{D74BC0B6-2190-0150-9F44-40F69B2CE730}"/>
              </a:ext>
            </a:extLst>
          </p:cNvPr>
          <p:cNvPicPr>
            <a:picLocks noChangeAspect="1"/>
          </p:cNvPicPr>
          <p:nvPr/>
        </p:nvPicPr>
        <p:blipFill>
          <a:blip r:embed="rId3"/>
          <a:stretch>
            <a:fillRect/>
          </a:stretch>
        </p:blipFill>
        <p:spPr>
          <a:xfrm>
            <a:off x="1835207" y="845965"/>
            <a:ext cx="9062645" cy="5931109"/>
          </a:xfrm>
          <a:prstGeom prst="rect">
            <a:avLst/>
          </a:prstGeom>
        </p:spPr>
      </p:pic>
    </p:spTree>
    <p:extLst>
      <p:ext uri="{BB962C8B-B14F-4D97-AF65-F5344CB8AC3E}">
        <p14:creationId xmlns:p14="http://schemas.microsoft.com/office/powerpoint/2010/main" val="3308968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35515E5-C9B7-21D8-B499-325150FF9E7D}"/>
              </a:ext>
            </a:extLst>
          </p:cNvPr>
          <p:cNvPicPr>
            <a:picLocks noChangeAspect="1"/>
          </p:cNvPicPr>
          <p:nvPr/>
        </p:nvPicPr>
        <p:blipFill>
          <a:blip r:embed="rId2"/>
          <a:stretch>
            <a:fillRect/>
          </a:stretch>
        </p:blipFill>
        <p:spPr>
          <a:xfrm>
            <a:off x="363923" y="320869"/>
            <a:ext cx="11058581" cy="3592635"/>
          </a:xfrm>
          <a:prstGeom prst="rect">
            <a:avLst/>
          </a:prstGeom>
        </p:spPr>
      </p:pic>
    </p:spTree>
    <p:extLst>
      <p:ext uri="{BB962C8B-B14F-4D97-AF65-F5344CB8AC3E}">
        <p14:creationId xmlns:p14="http://schemas.microsoft.com/office/powerpoint/2010/main" val="2919285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907E04-9E2E-5429-B638-84AFC6B100EA}"/>
              </a:ext>
            </a:extLst>
          </p:cNvPr>
          <p:cNvPicPr>
            <a:picLocks noChangeAspect="1"/>
          </p:cNvPicPr>
          <p:nvPr/>
        </p:nvPicPr>
        <p:blipFill>
          <a:blip r:embed="rId2"/>
          <a:stretch>
            <a:fillRect/>
          </a:stretch>
        </p:blipFill>
        <p:spPr>
          <a:xfrm>
            <a:off x="653642" y="532281"/>
            <a:ext cx="10768863" cy="5204729"/>
          </a:xfrm>
          <a:prstGeom prst="rect">
            <a:avLst/>
          </a:prstGeom>
        </p:spPr>
      </p:pic>
    </p:spTree>
    <p:extLst>
      <p:ext uri="{BB962C8B-B14F-4D97-AF65-F5344CB8AC3E}">
        <p14:creationId xmlns:p14="http://schemas.microsoft.com/office/powerpoint/2010/main" val="801389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AAFBEB-6D5C-A365-C035-D5E275D7BCF5}"/>
              </a:ext>
            </a:extLst>
          </p:cNvPr>
          <p:cNvPicPr>
            <a:picLocks noChangeAspect="1"/>
          </p:cNvPicPr>
          <p:nvPr/>
        </p:nvPicPr>
        <p:blipFill>
          <a:blip r:embed="rId2"/>
          <a:stretch>
            <a:fillRect/>
          </a:stretch>
        </p:blipFill>
        <p:spPr>
          <a:xfrm>
            <a:off x="1233211" y="319205"/>
            <a:ext cx="9259903" cy="6370717"/>
          </a:xfrm>
          <a:prstGeom prst="rect">
            <a:avLst/>
          </a:prstGeom>
        </p:spPr>
      </p:pic>
    </p:spTree>
    <p:extLst>
      <p:ext uri="{BB962C8B-B14F-4D97-AF65-F5344CB8AC3E}">
        <p14:creationId xmlns:p14="http://schemas.microsoft.com/office/powerpoint/2010/main" val="2150204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1B289B-93A2-D6EF-8B76-A5EBA1ADC03A}"/>
              </a:ext>
            </a:extLst>
          </p:cNvPr>
          <p:cNvPicPr>
            <a:picLocks noChangeAspect="1"/>
          </p:cNvPicPr>
          <p:nvPr/>
        </p:nvPicPr>
        <p:blipFill>
          <a:blip r:embed="rId2"/>
          <a:stretch>
            <a:fillRect/>
          </a:stretch>
        </p:blipFill>
        <p:spPr>
          <a:xfrm>
            <a:off x="525454" y="229250"/>
            <a:ext cx="11525271" cy="4537622"/>
          </a:xfrm>
          <a:prstGeom prst="rect">
            <a:avLst/>
          </a:prstGeom>
        </p:spPr>
      </p:pic>
    </p:spTree>
    <p:extLst>
      <p:ext uri="{BB962C8B-B14F-4D97-AF65-F5344CB8AC3E}">
        <p14:creationId xmlns:p14="http://schemas.microsoft.com/office/powerpoint/2010/main" val="856069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6A80CB-FBC5-DA72-3741-1A9B571E1583}"/>
              </a:ext>
            </a:extLst>
          </p:cNvPr>
          <p:cNvPicPr>
            <a:picLocks noChangeAspect="1"/>
          </p:cNvPicPr>
          <p:nvPr/>
        </p:nvPicPr>
        <p:blipFill>
          <a:blip r:embed="rId2"/>
          <a:stretch>
            <a:fillRect/>
          </a:stretch>
        </p:blipFill>
        <p:spPr>
          <a:xfrm>
            <a:off x="533579" y="18413"/>
            <a:ext cx="7497221" cy="3553321"/>
          </a:xfrm>
          <a:prstGeom prst="rect">
            <a:avLst/>
          </a:prstGeom>
        </p:spPr>
      </p:pic>
      <p:pic>
        <p:nvPicPr>
          <p:cNvPr id="6" name="Picture 5">
            <a:extLst>
              <a:ext uri="{FF2B5EF4-FFF2-40B4-BE49-F238E27FC236}">
                <a16:creationId xmlns:a16="http://schemas.microsoft.com/office/drawing/2014/main" id="{0E1DA4C0-F71D-A980-71FC-28C87B73BB45}"/>
              </a:ext>
            </a:extLst>
          </p:cNvPr>
          <p:cNvPicPr>
            <a:picLocks noChangeAspect="1"/>
          </p:cNvPicPr>
          <p:nvPr/>
        </p:nvPicPr>
        <p:blipFill>
          <a:blip r:embed="rId3"/>
          <a:stretch>
            <a:fillRect/>
          </a:stretch>
        </p:blipFill>
        <p:spPr>
          <a:xfrm>
            <a:off x="1269779" y="3885024"/>
            <a:ext cx="10016834" cy="2972976"/>
          </a:xfrm>
          <a:prstGeom prst="rect">
            <a:avLst/>
          </a:prstGeom>
        </p:spPr>
      </p:pic>
    </p:spTree>
    <p:extLst>
      <p:ext uri="{BB962C8B-B14F-4D97-AF65-F5344CB8AC3E}">
        <p14:creationId xmlns:p14="http://schemas.microsoft.com/office/powerpoint/2010/main" val="2493691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5BFB8D-C65F-A631-CB35-829972C323FB}"/>
              </a:ext>
            </a:extLst>
          </p:cNvPr>
          <p:cNvPicPr>
            <a:picLocks noChangeAspect="1"/>
          </p:cNvPicPr>
          <p:nvPr/>
        </p:nvPicPr>
        <p:blipFill>
          <a:blip r:embed="rId2"/>
          <a:stretch>
            <a:fillRect/>
          </a:stretch>
        </p:blipFill>
        <p:spPr>
          <a:xfrm>
            <a:off x="430743" y="230382"/>
            <a:ext cx="8313926" cy="5900595"/>
          </a:xfrm>
          <a:prstGeom prst="rect">
            <a:avLst/>
          </a:prstGeom>
        </p:spPr>
      </p:pic>
    </p:spTree>
    <p:extLst>
      <p:ext uri="{BB962C8B-B14F-4D97-AF65-F5344CB8AC3E}">
        <p14:creationId xmlns:p14="http://schemas.microsoft.com/office/powerpoint/2010/main" val="3374390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A2AF83-01B0-0968-0ED2-6DB149561852}"/>
              </a:ext>
            </a:extLst>
          </p:cNvPr>
          <p:cNvPicPr>
            <a:picLocks noChangeAspect="1"/>
          </p:cNvPicPr>
          <p:nvPr/>
        </p:nvPicPr>
        <p:blipFill>
          <a:blip r:embed="rId2"/>
          <a:stretch>
            <a:fillRect/>
          </a:stretch>
        </p:blipFill>
        <p:spPr>
          <a:xfrm>
            <a:off x="369947" y="202491"/>
            <a:ext cx="11022577" cy="4060198"/>
          </a:xfrm>
          <a:prstGeom prst="rect">
            <a:avLst/>
          </a:prstGeom>
        </p:spPr>
      </p:pic>
    </p:spTree>
    <p:extLst>
      <p:ext uri="{BB962C8B-B14F-4D97-AF65-F5344CB8AC3E}">
        <p14:creationId xmlns:p14="http://schemas.microsoft.com/office/powerpoint/2010/main" val="2265816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349FDD-6964-E332-22C6-791C6BCD0F9F}"/>
              </a:ext>
            </a:extLst>
          </p:cNvPr>
          <p:cNvPicPr>
            <a:picLocks noChangeAspect="1"/>
          </p:cNvPicPr>
          <p:nvPr/>
        </p:nvPicPr>
        <p:blipFill>
          <a:blip r:embed="rId2"/>
          <a:stretch>
            <a:fillRect/>
          </a:stretch>
        </p:blipFill>
        <p:spPr>
          <a:xfrm>
            <a:off x="378914" y="231629"/>
            <a:ext cx="10249111" cy="3368679"/>
          </a:xfrm>
          <a:prstGeom prst="rect">
            <a:avLst/>
          </a:prstGeom>
        </p:spPr>
      </p:pic>
    </p:spTree>
    <p:extLst>
      <p:ext uri="{BB962C8B-B14F-4D97-AF65-F5344CB8AC3E}">
        <p14:creationId xmlns:p14="http://schemas.microsoft.com/office/powerpoint/2010/main" val="1425356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B26806-BE9D-B204-31B7-17E47F62EA78}"/>
              </a:ext>
            </a:extLst>
          </p:cNvPr>
          <p:cNvPicPr>
            <a:picLocks noChangeAspect="1"/>
          </p:cNvPicPr>
          <p:nvPr/>
        </p:nvPicPr>
        <p:blipFill>
          <a:blip r:embed="rId3"/>
          <a:stretch>
            <a:fillRect/>
          </a:stretch>
        </p:blipFill>
        <p:spPr>
          <a:xfrm>
            <a:off x="862661" y="44970"/>
            <a:ext cx="9795345" cy="6796770"/>
          </a:xfrm>
          <a:prstGeom prst="rect">
            <a:avLst/>
          </a:prstGeom>
        </p:spPr>
      </p:pic>
    </p:spTree>
    <p:extLst>
      <p:ext uri="{BB962C8B-B14F-4D97-AF65-F5344CB8AC3E}">
        <p14:creationId xmlns:p14="http://schemas.microsoft.com/office/powerpoint/2010/main" val="3206985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271150-66A2-E776-79F1-AEDFF4928E1F}"/>
              </a:ext>
            </a:extLst>
          </p:cNvPr>
          <p:cNvSpPr txBox="1"/>
          <p:nvPr/>
        </p:nvSpPr>
        <p:spPr>
          <a:xfrm>
            <a:off x="884420" y="749508"/>
            <a:ext cx="6093500" cy="584775"/>
          </a:xfrm>
          <a:prstGeom prst="rect">
            <a:avLst/>
          </a:prstGeom>
          <a:noFill/>
        </p:spPr>
        <p:txBody>
          <a:bodyPr wrap="square" rtlCol="0">
            <a:spAutoFit/>
          </a:bodyPr>
          <a:lstStyle/>
          <a:p>
            <a:r>
              <a:rPr lang="en-US" sz="3200" dirty="0"/>
              <a:t>Reference</a:t>
            </a:r>
          </a:p>
        </p:txBody>
      </p:sp>
      <p:sp>
        <p:nvSpPr>
          <p:cNvPr id="4" name="TextBox 3">
            <a:extLst>
              <a:ext uri="{FF2B5EF4-FFF2-40B4-BE49-F238E27FC236}">
                <a16:creationId xmlns:a16="http://schemas.microsoft.com/office/drawing/2014/main" id="{EFC819BC-1278-F700-D85A-45D090893D93}"/>
              </a:ext>
            </a:extLst>
          </p:cNvPr>
          <p:cNvSpPr txBox="1"/>
          <p:nvPr/>
        </p:nvSpPr>
        <p:spPr>
          <a:xfrm>
            <a:off x="884420" y="1531707"/>
            <a:ext cx="8079698" cy="1200329"/>
          </a:xfrm>
          <a:prstGeom prst="rect">
            <a:avLst/>
          </a:prstGeom>
          <a:noFill/>
        </p:spPr>
        <p:txBody>
          <a:bodyPr wrap="square">
            <a:spAutoFit/>
          </a:bodyPr>
          <a:lstStyle/>
          <a:p>
            <a:r>
              <a:rPr lang="en-US" sz="2400" dirty="0">
                <a:hlinkClick r:id="rId2"/>
              </a:rPr>
              <a:t>https://lilianweng.github.io/posts/2018-06-24-attention/</a:t>
            </a:r>
            <a:endParaRPr lang="en-US" sz="2400" dirty="0"/>
          </a:p>
          <a:p>
            <a:r>
              <a:rPr lang="en-US" sz="2400" dirty="0">
                <a:hlinkClick r:id="rId3"/>
              </a:rPr>
              <a:t>https://jalammar.github.io/illustrated-transformer/</a:t>
            </a:r>
            <a:endParaRPr lang="en-US" sz="2400" dirty="0"/>
          </a:p>
          <a:p>
            <a:endParaRPr lang="en-US" sz="2400" dirty="0"/>
          </a:p>
        </p:txBody>
      </p:sp>
    </p:spTree>
    <p:extLst>
      <p:ext uri="{BB962C8B-B14F-4D97-AF65-F5344CB8AC3E}">
        <p14:creationId xmlns:p14="http://schemas.microsoft.com/office/powerpoint/2010/main" val="2598100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rot="20995170">
            <a:off x="2045159" y="2362983"/>
            <a:ext cx="7793037" cy="1462088"/>
          </a:xfrm>
          <a:prstGeom prst="rect">
            <a:avLst/>
          </a:prstGeom>
          <a:noFill/>
          <a:ln w="9525">
            <a:noFill/>
            <a:miter lim="800000"/>
            <a:headEnd/>
            <a:tailEnd/>
          </a:ln>
        </p:spPr>
        <p:txBody>
          <a:bodyPr anchor="ctr"/>
          <a:lstStyle/>
          <a:p>
            <a:pPr algn="ctr">
              <a:defRPr/>
            </a:pPr>
            <a:r>
              <a:rPr lang="en-US" sz="11100" b="1" i="1" dirty="0">
                <a:solidFill>
                  <a:srgbClr val="008000"/>
                </a:solidFill>
                <a:effectLst>
                  <a:outerShdw blurRad="38100" dist="38100" dir="2700000" algn="tl">
                    <a:srgbClr val="C0C0C0"/>
                  </a:outerShdw>
                </a:effectLst>
                <a:latin typeface="Monotype Corsiva" pitchFamily="66" charset="0"/>
              </a:rPr>
              <a:t>Thank You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4463</TotalTime>
  <Words>176</Words>
  <Application>Microsoft Office PowerPoint</Application>
  <PresentationFormat>Widescreen</PresentationFormat>
  <Paragraphs>13</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Arial</vt:lpstr>
      <vt:lpstr>Calibri</vt:lpstr>
      <vt:lpstr>Calibri Light</vt:lpstr>
      <vt:lpstr>Monotype Corsiva</vt:lpstr>
      <vt:lpstr>Times New Roman</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Hoor Fatima</dc:creator>
  <cp:lastModifiedBy>Deepika Vatsa</cp:lastModifiedBy>
  <cp:revision>1</cp:revision>
  <dcterms:created xsi:type="dcterms:W3CDTF">2025-07-21T17:24:10Z</dcterms:created>
  <dcterms:modified xsi:type="dcterms:W3CDTF">2025-11-12T11:02:00Z</dcterms:modified>
</cp:coreProperties>
</file>