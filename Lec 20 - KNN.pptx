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24"/>
  </p:notesMasterIdLst>
  <p:handoutMasterIdLst>
    <p:handoutMasterId r:id="rId25"/>
  </p:handoutMasterIdLst>
  <p:sldIdLst>
    <p:sldId id="395" r:id="rId2"/>
    <p:sldId id="593" r:id="rId3"/>
    <p:sldId id="615" r:id="rId4"/>
    <p:sldId id="616" r:id="rId5"/>
    <p:sldId id="634" r:id="rId6"/>
    <p:sldId id="617" r:id="rId7"/>
    <p:sldId id="618" r:id="rId8"/>
    <p:sldId id="619" r:id="rId9"/>
    <p:sldId id="620" r:id="rId10"/>
    <p:sldId id="621" r:id="rId11"/>
    <p:sldId id="622" r:id="rId12"/>
    <p:sldId id="623" r:id="rId13"/>
    <p:sldId id="624" r:id="rId14"/>
    <p:sldId id="625" r:id="rId15"/>
    <p:sldId id="627" r:id="rId16"/>
    <p:sldId id="628" r:id="rId17"/>
    <p:sldId id="629" r:id="rId18"/>
    <p:sldId id="630" r:id="rId19"/>
    <p:sldId id="631" r:id="rId20"/>
    <p:sldId id="633" r:id="rId21"/>
    <p:sldId id="632" r:id="rId22"/>
    <p:sldId id="589" r:id="rId2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F1F297-6717-4BC3-A04E-71C2BE90CF54}" v="3" dt="2025-09-15T09:38:13.4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09" autoAdjust="0"/>
    <p:restoredTop sz="93066" autoAdjust="0"/>
  </p:normalViewPr>
  <p:slideViewPr>
    <p:cSldViewPr>
      <p:cViewPr varScale="1">
        <p:scale>
          <a:sx n="84" d="100"/>
          <a:sy n="84" d="100"/>
        </p:scale>
        <p:origin x="930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84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ika Vatsa" userId="f7100972-27fe-4ee6-8fb4-ec9b7931b409" providerId="ADAL" clId="{0686B37B-D7BE-45E2-BC9F-5C4505E6C795}"/>
    <pc:docChg chg="undo custSel addSld delSld modSld delMainMaster">
      <pc:chgData name="Deepika Vatsa" userId="f7100972-27fe-4ee6-8fb4-ec9b7931b409" providerId="ADAL" clId="{0686B37B-D7BE-45E2-BC9F-5C4505E6C795}" dt="2025-09-10T11:36:31.449" v="1667"/>
      <pc:docMkLst>
        <pc:docMk/>
      </pc:docMkLst>
      <pc:sldChg chg="del">
        <pc:chgData name="Deepika Vatsa" userId="f7100972-27fe-4ee6-8fb4-ec9b7931b409" providerId="ADAL" clId="{0686B37B-D7BE-45E2-BC9F-5C4505E6C795}" dt="2025-09-10T08:34:18.344" v="3" actId="47"/>
        <pc:sldMkLst>
          <pc:docMk/>
          <pc:sldMk cId="1223980785" sldId="257"/>
        </pc:sldMkLst>
      </pc:sldChg>
      <pc:sldChg chg="del">
        <pc:chgData name="Deepika Vatsa" userId="f7100972-27fe-4ee6-8fb4-ec9b7931b409" providerId="ADAL" clId="{0686B37B-D7BE-45E2-BC9F-5C4505E6C795}" dt="2025-09-10T08:36:11.724" v="102" actId="2696"/>
        <pc:sldMkLst>
          <pc:docMk/>
          <pc:sldMk cId="1485554503" sldId="260"/>
        </pc:sldMkLst>
      </pc:sldChg>
      <pc:sldChg chg="delSp modSp del mod">
        <pc:chgData name="Deepika Vatsa" userId="f7100972-27fe-4ee6-8fb4-ec9b7931b409" providerId="ADAL" clId="{0686B37B-D7BE-45E2-BC9F-5C4505E6C795}" dt="2025-09-10T08:40:25.183" v="465" actId="47"/>
        <pc:sldMkLst>
          <pc:docMk/>
          <pc:sldMk cId="2186949941" sldId="266"/>
        </pc:sldMkLst>
        <pc:inkChg chg="del">
          <ac:chgData name="Deepika Vatsa" userId="f7100972-27fe-4ee6-8fb4-ec9b7931b409" providerId="ADAL" clId="{0686B37B-D7BE-45E2-BC9F-5C4505E6C795}" dt="2025-09-10T08:36:28.605" v="105" actId="478"/>
          <ac:inkMkLst>
            <pc:docMk/>
            <pc:sldMk cId="2186949941" sldId="266"/>
            <ac:inkMk id="10" creationId="{8E981E5C-42E6-4C8E-9086-8F572A350831}"/>
          </ac:inkMkLst>
        </pc:inkChg>
        <pc:inkChg chg="del">
          <ac:chgData name="Deepika Vatsa" userId="f7100972-27fe-4ee6-8fb4-ec9b7931b409" providerId="ADAL" clId="{0686B37B-D7BE-45E2-BC9F-5C4505E6C795}" dt="2025-09-10T08:36:26.829" v="104" actId="478"/>
          <ac:inkMkLst>
            <pc:docMk/>
            <pc:sldMk cId="2186949941" sldId="266"/>
            <ac:inkMk id="27" creationId="{56754F31-1C22-4BD1-BF5B-7FEEBA4B9157}"/>
          </ac:inkMkLst>
        </pc:inkChg>
        <pc:inkChg chg="del">
          <ac:chgData name="Deepika Vatsa" userId="f7100972-27fe-4ee6-8fb4-ec9b7931b409" providerId="ADAL" clId="{0686B37B-D7BE-45E2-BC9F-5C4505E6C795}" dt="2025-09-10T08:36:24.935" v="103" actId="478"/>
          <ac:inkMkLst>
            <pc:docMk/>
            <pc:sldMk cId="2186949941" sldId="266"/>
            <ac:inkMk id="32" creationId="{E20A09B3-1B8B-40E0-8A2F-A8B532B38870}"/>
          </ac:inkMkLst>
        </pc:inkChg>
        <pc:inkChg chg="del">
          <ac:chgData name="Deepika Vatsa" userId="f7100972-27fe-4ee6-8fb4-ec9b7931b409" providerId="ADAL" clId="{0686B37B-D7BE-45E2-BC9F-5C4505E6C795}" dt="2025-09-10T08:36:30.599" v="106" actId="478"/>
          <ac:inkMkLst>
            <pc:docMk/>
            <pc:sldMk cId="2186949941" sldId="266"/>
            <ac:inkMk id="33" creationId="{F4732237-C28B-4C24-9653-DA60FFED63D0}"/>
          </ac:inkMkLst>
        </pc:inkChg>
        <pc:cxnChg chg="mod">
          <ac:chgData name="Deepika Vatsa" userId="f7100972-27fe-4ee6-8fb4-ec9b7931b409" providerId="ADAL" clId="{0686B37B-D7BE-45E2-BC9F-5C4505E6C795}" dt="2025-09-10T08:40:04.358" v="422" actId="1037"/>
          <ac:cxnSpMkLst>
            <pc:docMk/>
            <pc:sldMk cId="2186949941" sldId="266"/>
            <ac:cxnSpMk id="50" creationId="{00000000-0000-0000-0000-000000000000}"/>
          </ac:cxnSpMkLst>
        </pc:cxnChg>
      </pc:sldChg>
      <pc:sldChg chg="del">
        <pc:chgData name="Deepika Vatsa" userId="f7100972-27fe-4ee6-8fb4-ec9b7931b409" providerId="ADAL" clId="{0686B37B-D7BE-45E2-BC9F-5C4505E6C795}" dt="2025-09-10T09:20:07.316" v="895" actId="47"/>
        <pc:sldMkLst>
          <pc:docMk/>
          <pc:sldMk cId="2371933639" sldId="268"/>
        </pc:sldMkLst>
      </pc:sldChg>
      <pc:sldChg chg="del">
        <pc:chgData name="Deepika Vatsa" userId="f7100972-27fe-4ee6-8fb4-ec9b7931b409" providerId="ADAL" clId="{0686B37B-D7BE-45E2-BC9F-5C4505E6C795}" dt="2025-09-10T10:23:58.828" v="1430" actId="47"/>
        <pc:sldMkLst>
          <pc:docMk/>
          <pc:sldMk cId="3637817837" sldId="393"/>
        </pc:sldMkLst>
      </pc:sldChg>
      <pc:sldChg chg="modSp add del mod">
        <pc:chgData name="Deepika Vatsa" userId="f7100972-27fe-4ee6-8fb4-ec9b7931b409" providerId="ADAL" clId="{0686B37B-D7BE-45E2-BC9F-5C4505E6C795}" dt="2025-09-10T10:52:05.002" v="1666" actId="20577"/>
        <pc:sldMkLst>
          <pc:docMk/>
          <pc:sldMk cId="0" sldId="395"/>
        </pc:sldMkLst>
        <pc:spChg chg="mod">
          <ac:chgData name="Deepika Vatsa" userId="f7100972-27fe-4ee6-8fb4-ec9b7931b409" providerId="ADAL" clId="{0686B37B-D7BE-45E2-BC9F-5C4505E6C795}" dt="2025-09-10T10:52:05.002" v="1666" actId="20577"/>
          <ac:spMkLst>
            <pc:docMk/>
            <pc:sldMk cId="0" sldId="395"/>
            <ac:spMk id="2" creationId="{00000000-0000-0000-0000-000000000000}"/>
          </ac:spMkLst>
        </pc:spChg>
      </pc:sldChg>
      <pc:sldChg chg="del">
        <pc:chgData name="Deepika Vatsa" userId="f7100972-27fe-4ee6-8fb4-ec9b7931b409" providerId="ADAL" clId="{0686B37B-D7BE-45E2-BC9F-5C4505E6C795}" dt="2025-09-10T10:30:58.397" v="1479" actId="47"/>
        <pc:sldMkLst>
          <pc:docMk/>
          <pc:sldMk cId="3517735627" sldId="401"/>
        </pc:sldMkLst>
      </pc:sldChg>
      <pc:sldChg chg="del">
        <pc:chgData name="Deepika Vatsa" userId="f7100972-27fe-4ee6-8fb4-ec9b7931b409" providerId="ADAL" clId="{0686B37B-D7BE-45E2-BC9F-5C4505E6C795}" dt="2025-09-10T10:30:58.397" v="1479" actId="47"/>
        <pc:sldMkLst>
          <pc:docMk/>
          <pc:sldMk cId="1885549110" sldId="402"/>
        </pc:sldMkLst>
      </pc:sldChg>
      <pc:sldChg chg="del">
        <pc:chgData name="Deepika Vatsa" userId="f7100972-27fe-4ee6-8fb4-ec9b7931b409" providerId="ADAL" clId="{0686B37B-D7BE-45E2-BC9F-5C4505E6C795}" dt="2025-09-10T10:30:58.397" v="1479" actId="47"/>
        <pc:sldMkLst>
          <pc:docMk/>
          <pc:sldMk cId="607379790" sldId="403"/>
        </pc:sldMkLst>
      </pc:sldChg>
      <pc:sldChg chg="del">
        <pc:chgData name="Deepika Vatsa" userId="f7100972-27fe-4ee6-8fb4-ec9b7931b409" providerId="ADAL" clId="{0686B37B-D7BE-45E2-BC9F-5C4505E6C795}" dt="2025-09-10T10:30:58.397" v="1479" actId="47"/>
        <pc:sldMkLst>
          <pc:docMk/>
          <pc:sldMk cId="1523688489" sldId="404"/>
        </pc:sldMkLst>
      </pc:sldChg>
      <pc:sldChg chg="del">
        <pc:chgData name="Deepika Vatsa" userId="f7100972-27fe-4ee6-8fb4-ec9b7931b409" providerId="ADAL" clId="{0686B37B-D7BE-45E2-BC9F-5C4505E6C795}" dt="2025-09-10T10:30:58.397" v="1479" actId="47"/>
        <pc:sldMkLst>
          <pc:docMk/>
          <pc:sldMk cId="1914385243" sldId="405"/>
        </pc:sldMkLst>
      </pc:sldChg>
      <pc:sldChg chg="del">
        <pc:chgData name="Deepika Vatsa" userId="f7100972-27fe-4ee6-8fb4-ec9b7931b409" providerId="ADAL" clId="{0686B37B-D7BE-45E2-BC9F-5C4505E6C795}" dt="2025-09-10T10:30:58.397" v="1479" actId="47"/>
        <pc:sldMkLst>
          <pc:docMk/>
          <pc:sldMk cId="3901964422" sldId="406"/>
        </pc:sldMkLst>
      </pc:sldChg>
      <pc:sldChg chg="del">
        <pc:chgData name="Deepika Vatsa" userId="f7100972-27fe-4ee6-8fb4-ec9b7931b409" providerId="ADAL" clId="{0686B37B-D7BE-45E2-BC9F-5C4505E6C795}" dt="2025-09-10T10:30:58.397" v="1479" actId="47"/>
        <pc:sldMkLst>
          <pc:docMk/>
          <pc:sldMk cId="2146973237" sldId="407"/>
        </pc:sldMkLst>
      </pc:sldChg>
      <pc:sldChg chg="del">
        <pc:chgData name="Deepika Vatsa" userId="f7100972-27fe-4ee6-8fb4-ec9b7931b409" providerId="ADAL" clId="{0686B37B-D7BE-45E2-BC9F-5C4505E6C795}" dt="2025-09-10T08:45:51.164" v="591" actId="47"/>
        <pc:sldMkLst>
          <pc:docMk/>
          <pc:sldMk cId="2186949941" sldId="421"/>
        </pc:sldMkLst>
      </pc:sldChg>
      <pc:sldChg chg="del">
        <pc:chgData name="Deepika Vatsa" userId="f7100972-27fe-4ee6-8fb4-ec9b7931b409" providerId="ADAL" clId="{0686B37B-D7BE-45E2-BC9F-5C4505E6C795}" dt="2025-09-10T08:50:12.234" v="741" actId="2696"/>
        <pc:sldMkLst>
          <pc:docMk/>
          <pc:sldMk cId="2186949941" sldId="422"/>
        </pc:sldMkLst>
      </pc:sldChg>
      <pc:sldChg chg="del">
        <pc:chgData name="Deepika Vatsa" userId="f7100972-27fe-4ee6-8fb4-ec9b7931b409" providerId="ADAL" clId="{0686B37B-D7BE-45E2-BC9F-5C4505E6C795}" dt="2025-09-10T08:51:13.943" v="815" actId="2696"/>
        <pc:sldMkLst>
          <pc:docMk/>
          <pc:sldMk cId="2186949941" sldId="423"/>
        </pc:sldMkLst>
      </pc:sldChg>
      <pc:sldChg chg="del">
        <pc:chgData name="Deepika Vatsa" userId="f7100972-27fe-4ee6-8fb4-ec9b7931b409" providerId="ADAL" clId="{0686B37B-D7BE-45E2-BC9F-5C4505E6C795}" dt="2025-09-10T10:23:35.183" v="1399" actId="47"/>
        <pc:sldMkLst>
          <pc:docMk/>
          <pc:sldMk cId="2186949941" sldId="424"/>
        </pc:sldMkLst>
      </pc:sldChg>
      <pc:sldChg chg="del">
        <pc:chgData name="Deepika Vatsa" userId="f7100972-27fe-4ee6-8fb4-ec9b7931b409" providerId="ADAL" clId="{0686B37B-D7BE-45E2-BC9F-5C4505E6C795}" dt="2025-09-10T10:23:35.183" v="1399" actId="47"/>
        <pc:sldMkLst>
          <pc:docMk/>
          <pc:sldMk cId="2186949941" sldId="425"/>
        </pc:sldMkLst>
      </pc:sldChg>
      <pc:sldChg chg="del">
        <pc:chgData name="Deepika Vatsa" userId="f7100972-27fe-4ee6-8fb4-ec9b7931b409" providerId="ADAL" clId="{0686B37B-D7BE-45E2-BC9F-5C4505E6C795}" dt="2025-09-10T10:23:35.183" v="1399" actId="47"/>
        <pc:sldMkLst>
          <pc:docMk/>
          <pc:sldMk cId="2186949941" sldId="426"/>
        </pc:sldMkLst>
      </pc:sldChg>
      <pc:sldChg chg="del">
        <pc:chgData name="Deepika Vatsa" userId="f7100972-27fe-4ee6-8fb4-ec9b7931b409" providerId="ADAL" clId="{0686B37B-D7BE-45E2-BC9F-5C4505E6C795}" dt="2025-09-10T10:23:35.183" v="1399" actId="47"/>
        <pc:sldMkLst>
          <pc:docMk/>
          <pc:sldMk cId="2186949941" sldId="427"/>
        </pc:sldMkLst>
      </pc:sldChg>
      <pc:sldChg chg="del">
        <pc:chgData name="Deepika Vatsa" userId="f7100972-27fe-4ee6-8fb4-ec9b7931b409" providerId="ADAL" clId="{0686B37B-D7BE-45E2-BC9F-5C4505E6C795}" dt="2025-09-10T10:23:35.183" v="1399" actId="47"/>
        <pc:sldMkLst>
          <pc:docMk/>
          <pc:sldMk cId="2186949941" sldId="428"/>
        </pc:sldMkLst>
      </pc:sldChg>
      <pc:sldChg chg="del">
        <pc:chgData name="Deepika Vatsa" userId="f7100972-27fe-4ee6-8fb4-ec9b7931b409" providerId="ADAL" clId="{0686B37B-D7BE-45E2-BC9F-5C4505E6C795}" dt="2025-09-10T10:23:35.183" v="1399" actId="47"/>
        <pc:sldMkLst>
          <pc:docMk/>
          <pc:sldMk cId="2186949941" sldId="429"/>
        </pc:sldMkLst>
      </pc:sldChg>
      <pc:sldChg chg="del">
        <pc:chgData name="Deepika Vatsa" userId="f7100972-27fe-4ee6-8fb4-ec9b7931b409" providerId="ADAL" clId="{0686B37B-D7BE-45E2-BC9F-5C4505E6C795}" dt="2025-09-10T10:24:40.286" v="1442" actId="47"/>
        <pc:sldMkLst>
          <pc:docMk/>
          <pc:sldMk cId="1485554503" sldId="432"/>
        </pc:sldMkLst>
      </pc:sldChg>
      <pc:sldChg chg="del">
        <pc:chgData name="Deepika Vatsa" userId="f7100972-27fe-4ee6-8fb4-ec9b7931b409" providerId="ADAL" clId="{0686B37B-D7BE-45E2-BC9F-5C4505E6C795}" dt="2025-09-10T10:27:05.148" v="1454" actId="47"/>
        <pc:sldMkLst>
          <pc:docMk/>
          <pc:sldMk cId="1485554503" sldId="434"/>
        </pc:sldMkLst>
      </pc:sldChg>
      <pc:sldChg chg="del">
        <pc:chgData name="Deepika Vatsa" userId="f7100972-27fe-4ee6-8fb4-ec9b7931b409" providerId="ADAL" clId="{0686B37B-D7BE-45E2-BC9F-5C4505E6C795}" dt="2025-09-10T10:30:20.199" v="1478" actId="47"/>
        <pc:sldMkLst>
          <pc:docMk/>
          <pc:sldMk cId="1485554503" sldId="435"/>
        </pc:sldMkLst>
      </pc:sldChg>
      <pc:sldChg chg="del">
        <pc:chgData name="Deepika Vatsa" userId="f7100972-27fe-4ee6-8fb4-ec9b7931b409" providerId="ADAL" clId="{0686B37B-D7BE-45E2-BC9F-5C4505E6C795}" dt="2025-09-10T10:46:23.544" v="1632" actId="47"/>
        <pc:sldMkLst>
          <pc:docMk/>
          <pc:sldMk cId="1485554503" sldId="436"/>
        </pc:sldMkLst>
      </pc:sldChg>
      <pc:sldChg chg="del">
        <pc:chgData name="Deepika Vatsa" userId="f7100972-27fe-4ee6-8fb4-ec9b7931b409" providerId="ADAL" clId="{0686B37B-D7BE-45E2-BC9F-5C4505E6C795}" dt="2025-09-10T10:46:23.544" v="1632" actId="47"/>
        <pc:sldMkLst>
          <pc:docMk/>
          <pc:sldMk cId="1485554503" sldId="437"/>
        </pc:sldMkLst>
      </pc:sldChg>
      <pc:sldChg chg="del">
        <pc:chgData name="Deepika Vatsa" userId="f7100972-27fe-4ee6-8fb4-ec9b7931b409" providerId="ADAL" clId="{0686B37B-D7BE-45E2-BC9F-5C4505E6C795}" dt="2025-09-10T10:46:53.085" v="1645" actId="47"/>
        <pc:sldMkLst>
          <pc:docMk/>
          <pc:sldMk cId="1485554503" sldId="438"/>
        </pc:sldMkLst>
      </pc:sldChg>
      <pc:sldChg chg="del">
        <pc:chgData name="Deepika Vatsa" userId="f7100972-27fe-4ee6-8fb4-ec9b7931b409" providerId="ADAL" clId="{0686B37B-D7BE-45E2-BC9F-5C4505E6C795}" dt="2025-09-10T10:46:23.544" v="1632" actId="47"/>
        <pc:sldMkLst>
          <pc:docMk/>
          <pc:sldMk cId="3637817837" sldId="440"/>
        </pc:sldMkLst>
      </pc:sldChg>
      <pc:sldChg chg="del">
        <pc:chgData name="Deepika Vatsa" userId="f7100972-27fe-4ee6-8fb4-ec9b7931b409" providerId="ADAL" clId="{0686B37B-D7BE-45E2-BC9F-5C4505E6C795}" dt="2025-09-10T10:46:23.544" v="1632" actId="47"/>
        <pc:sldMkLst>
          <pc:docMk/>
          <pc:sldMk cId="1485554503" sldId="441"/>
        </pc:sldMkLst>
      </pc:sldChg>
      <pc:sldChg chg="del">
        <pc:chgData name="Deepika Vatsa" userId="f7100972-27fe-4ee6-8fb4-ec9b7931b409" providerId="ADAL" clId="{0686B37B-D7BE-45E2-BC9F-5C4505E6C795}" dt="2025-09-10T10:46:23.544" v="1632" actId="47"/>
        <pc:sldMkLst>
          <pc:docMk/>
          <pc:sldMk cId="1485554503" sldId="442"/>
        </pc:sldMkLst>
      </pc:sldChg>
      <pc:sldChg chg="add">
        <pc:chgData name="Deepika Vatsa" userId="f7100972-27fe-4ee6-8fb4-ec9b7931b409" providerId="ADAL" clId="{0686B37B-D7BE-45E2-BC9F-5C4505E6C795}" dt="2025-09-10T10:51:25.954" v="1658"/>
        <pc:sldMkLst>
          <pc:docMk/>
          <pc:sldMk cId="0" sldId="589"/>
        </pc:sldMkLst>
      </pc:sldChg>
      <pc:sldChg chg="add del">
        <pc:chgData name="Deepika Vatsa" userId="f7100972-27fe-4ee6-8fb4-ec9b7931b409" providerId="ADAL" clId="{0686B37B-D7BE-45E2-BC9F-5C4505E6C795}" dt="2025-09-10T08:34:35.061" v="35" actId="47"/>
        <pc:sldMkLst>
          <pc:docMk/>
          <pc:sldMk cId="3439049211" sldId="591"/>
        </pc:sldMkLst>
      </pc:sldChg>
      <pc:sldChg chg="addSp modSp add del mod">
        <pc:chgData name="Deepika Vatsa" userId="f7100972-27fe-4ee6-8fb4-ec9b7931b409" providerId="ADAL" clId="{0686B37B-D7BE-45E2-BC9F-5C4505E6C795}" dt="2025-09-10T11:36:31.449" v="1667"/>
        <pc:sldMkLst>
          <pc:docMk/>
          <pc:sldMk cId="3198423911" sldId="593"/>
        </pc:sldMkLst>
        <pc:spChg chg="mod">
          <ac:chgData name="Deepika Vatsa" userId="f7100972-27fe-4ee6-8fb4-ec9b7931b409" providerId="ADAL" clId="{0686B37B-D7BE-45E2-BC9F-5C4505E6C795}" dt="2025-09-10T08:34:44.290" v="63" actId="20577"/>
          <ac:spMkLst>
            <pc:docMk/>
            <pc:sldMk cId="3198423911" sldId="593"/>
            <ac:spMk id="2" creationId="{00000000-0000-0000-0000-000000000000}"/>
          </ac:spMkLst>
        </pc:spChg>
        <pc:spChg chg="mod">
          <ac:chgData name="Deepika Vatsa" userId="f7100972-27fe-4ee6-8fb4-ec9b7931b409" providerId="ADAL" clId="{0686B37B-D7BE-45E2-BC9F-5C4505E6C795}" dt="2025-09-10T08:44:04.660" v="569" actId="1035"/>
          <ac:spMkLst>
            <pc:docMk/>
            <pc:sldMk cId="3198423911" sldId="593"/>
            <ac:spMk id="5" creationId="{2461C6AC-CE12-CE55-1E34-C97C06A15181}"/>
          </ac:spMkLst>
        </pc:sp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3198423911" sldId="593"/>
            <ac:inkMk id="4" creationId="{7C05569E-4D8E-E754-C254-97F195769E1D}"/>
          </ac:inkMkLst>
        </pc:inkChg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437715440" sldId="594"/>
        </pc:sldMkLst>
        <pc:spChg chg="del">
          <ac:chgData name="Deepika Vatsa" userId="f7100972-27fe-4ee6-8fb4-ec9b7931b409" providerId="ADAL" clId="{0686B37B-D7BE-45E2-BC9F-5C4505E6C795}" dt="2025-09-10T08:36:48.870" v="108" actId="478"/>
          <ac:spMkLst>
            <pc:docMk/>
            <pc:sldMk cId="437715440" sldId="594"/>
            <ac:spMk id="5" creationId="{2461C6AC-CE12-CE55-1E34-C97C06A15181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7" creationId="{04F43C91-146D-1477-C4FC-49BD316D316F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8" creationId="{BB05F2FD-3D8F-FAC7-AC76-BD30E32A1C5A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9" creationId="{36CE456F-0991-C61B-BC31-FDCF24EF410C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10" creationId="{8A12E7B0-5FDF-F79A-758A-689499986BF7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11" creationId="{61049285-C1BB-A250-5EDB-02DAB5A4ACDC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12" creationId="{E11BCB81-AAF9-A4B9-247C-033B3352D5C5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13" creationId="{3A64B8D6-ADA1-34CA-0841-68FA879067A3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14" creationId="{E12A5FFF-992B-FFB6-E0E2-2E5525EA93F3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15" creationId="{B50E4002-3033-94F2-3671-7ED49208F699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16" creationId="{F2E40D3C-2EAE-2710-ECB3-0C509BCF18F7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17" creationId="{9D150CD9-313E-FF5E-5A19-341DF03CE210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18" creationId="{34D2D0B3-819F-D621-4FAA-2C81858A8A24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19" creationId="{3EA0E23C-464D-DAC7-B612-F0E6436D9A9C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20" creationId="{83D6B5E4-79EA-A861-ACAD-D0971025B252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21" creationId="{EF968A81-980B-8C1F-DED6-6926A2E55A29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22" creationId="{17BA0261-582E-5E4E-EBA2-8977E28ED40E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27" creationId="{C0D24B77-B046-107D-9392-2619E8FE7E7C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28" creationId="{F4DC935D-6FEE-4794-5CE5-A1B4C4324A56}"/>
          </ac:spMkLst>
        </pc:spChg>
        <pc:spChg chg="add mod">
          <ac:chgData name="Deepika Vatsa" userId="f7100972-27fe-4ee6-8fb4-ec9b7931b409" providerId="ADAL" clId="{0686B37B-D7BE-45E2-BC9F-5C4505E6C795}" dt="2025-09-10T08:38:09.259" v="270" actId="1038"/>
          <ac:spMkLst>
            <pc:docMk/>
            <pc:sldMk cId="437715440" sldId="594"/>
            <ac:spMk id="29" creationId="{8D74232C-7F4A-024A-9C2D-4E5E2A2A8769}"/>
          </ac:spMkLst>
        </pc:spChg>
        <pc:spChg chg="add mod">
          <ac:chgData name="Deepika Vatsa" userId="f7100972-27fe-4ee6-8fb4-ec9b7931b409" providerId="ADAL" clId="{0686B37B-D7BE-45E2-BC9F-5C4505E6C795}" dt="2025-09-10T08:38:28.885" v="303" actId="20577"/>
          <ac:spMkLst>
            <pc:docMk/>
            <pc:sldMk cId="437715440" sldId="594"/>
            <ac:spMk id="38" creationId="{90C16B20-101C-1834-9F9D-75514A3F3CD7}"/>
          </ac:spMkLst>
        </pc:sp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437715440" sldId="594"/>
            <ac:inkMk id="5" creationId="{053818BB-3E80-C108-2E12-317062DBAFBF}"/>
          </ac:inkMkLst>
        </pc:inkChg>
        <pc:cxnChg chg="add mod">
          <ac:chgData name="Deepika Vatsa" userId="f7100972-27fe-4ee6-8fb4-ec9b7931b409" providerId="ADAL" clId="{0686B37B-D7BE-45E2-BC9F-5C4505E6C795}" dt="2025-09-10T08:38:09.259" v="270" actId="1038"/>
          <ac:cxnSpMkLst>
            <pc:docMk/>
            <pc:sldMk cId="437715440" sldId="594"/>
            <ac:cxnSpMk id="4" creationId="{869F1D7B-B114-EBF7-015B-B3A9A939B7AB}"/>
          </ac:cxnSpMkLst>
        </pc:cxnChg>
        <pc:cxnChg chg="add mod">
          <ac:chgData name="Deepika Vatsa" userId="f7100972-27fe-4ee6-8fb4-ec9b7931b409" providerId="ADAL" clId="{0686B37B-D7BE-45E2-BC9F-5C4505E6C795}" dt="2025-09-10T08:38:09.259" v="270" actId="1038"/>
          <ac:cxnSpMkLst>
            <pc:docMk/>
            <pc:sldMk cId="437715440" sldId="594"/>
            <ac:cxnSpMk id="6" creationId="{BDA509E0-D227-26D6-A947-CD65D15F2CEE}"/>
          </ac:cxnSpMkLst>
        </pc:cxnChg>
        <pc:cxnChg chg="add del mod">
          <ac:chgData name="Deepika Vatsa" userId="f7100972-27fe-4ee6-8fb4-ec9b7931b409" providerId="ADAL" clId="{0686B37B-D7BE-45E2-BC9F-5C4505E6C795}" dt="2025-09-10T08:36:57.258" v="111" actId="478"/>
          <ac:cxnSpMkLst>
            <pc:docMk/>
            <pc:sldMk cId="437715440" sldId="594"/>
            <ac:cxnSpMk id="23" creationId="{00D7B41D-A02D-6022-86C1-96CCC0207D0C}"/>
          </ac:cxnSpMkLst>
        </pc:cxnChg>
        <pc:cxnChg chg="add del mod">
          <ac:chgData name="Deepika Vatsa" userId="f7100972-27fe-4ee6-8fb4-ec9b7931b409" providerId="ADAL" clId="{0686B37B-D7BE-45E2-BC9F-5C4505E6C795}" dt="2025-09-10T08:36:59.169" v="112" actId="478"/>
          <ac:cxnSpMkLst>
            <pc:docMk/>
            <pc:sldMk cId="437715440" sldId="594"/>
            <ac:cxnSpMk id="24" creationId="{FFBD2440-BBD7-5231-70F0-D7F7CECCFE0A}"/>
          </ac:cxnSpMkLst>
        </pc:cxnChg>
        <pc:cxnChg chg="add del mod">
          <ac:chgData name="Deepika Vatsa" userId="f7100972-27fe-4ee6-8fb4-ec9b7931b409" providerId="ADAL" clId="{0686B37B-D7BE-45E2-BC9F-5C4505E6C795}" dt="2025-09-10T08:37:09.927" v="118" actId="478"/>
          <ac:cxnSpMkLst>
            <pc:docMk/>
            <pc:sldMk cId="437715440" sldId="594"/>
            <ac:cxnSpMk id="25" creationId="{A59E6E76-BA4F-5A77-0E6A-043771F64708}"/>
          </ac:cxnSpMkLst>
        </pc:cxnChg>
        <pc:cxnChg chg="add del mod">
          <ac:chgData name="Deepika Vatsa" userId="f7100972-27fe-4ee6-8fb4-ec9b7931b409" providerId="ADAL" clId="{0686B37B-D7BE-45E2-BC9F-5C4505E6C795}" dt="2025-09-10T08:37:13.791" v="120" actId="478"/>
          <ac:cxnSpMkLst>
            <pc:docMk/>
            <pc:sldMk cId="437715440" sldId="594"/>
            <ac:cxnSpMk id="26" creationId="{19D2211B-90D0-30FE-ED52-1F329CCC0BE3}"/>
          </ac:cxnSpMkLst>
        </pc:cxnChg>
        <pc:cxnChg chg="add del mod">
          <ac:chgData name="Deepika Vatsa" userId="f7100972-27fe-4ee6-8fb4-ec9b7931b409" providerId="ADAL" clId="{0686B37B-D7BE-45E2-BC9F-5C4505E6C795}" dt="2025-09-10T08:36:54.690" v="110" actId="478"/>
          <ac:cxnSpMkLst>
            <pc:docMk/>
            <pc:sldMk cId="437715440" sldId="594"/>
            <ac:cxnSpMk id="30" creationId="{D0B4E1D5-0356-8A77-7E3B-1E232E7D391C}"/>
          </ac:cxnSpMkLst>
        </pc:cxnChg>
        <pc:cxnChg chg="add del mod">
          <ac:chgData name="Deepika Vatsa" userId="f7100972-27fe-4ee6-8fb4-ec9b7931b409" providerId="ADAL" clId="{0686B37B-D7BE-45E2-BC9F-5C4505E6C795}" dt="2025-09-10T08:37:04.692" v="115" actId="478"/>
          <ac:cxnSpMkLst>
            <pc:docMk/>
            <pc:sldMk cId="437715440" sldId="594"/>
            <ac:cxnSpMk id="31" creationId="{49C9459E-8E94-935A-3FE6-E2DEA1FAA578}"/>
          </ac:cxnSpMkLst>
        </pc:cxnChg>
        <pc:cxnChg chg="add del mod">
          <ac:chgData name="Deepika Vatsa" userId="f7100972-27fe-4ee6-8fb4-ec9b7931b409" providerId="ADAL" clId="{0686B37B-D7BE-45E2-BC9F-5C4505E6C795}" dt="2025-09-10T08:37:15.830" v="121" actId="478"/>
          <ac:cxnSpMkLst>
            <pc:docMk/>
            <pc:sldMk cId="437715440" sldId="594"/>
            <ac:cxnSpMk id="32" creationId="{88048A9D-BBB8-6A96-5685-C8EC0844B28B}"/>
          </ac:cxnSpMkLst>
        </pc:cxnChg>
        <pc:cxnChg chg="add del mod">
          <ac:chgData name="Deepika Vatsa" userId="f7100972-27fe-4ee6-8fb4-ec9b7931b409" providerId="ADAL" clId="{0686B37B-D7BE-45E2-BC9F-5C4505E6C795}" dt="2025-09-10T08:37:08.062" v="117" actId="478"/>
          <ac:cxnSpMkLst>
            <pc:docMk/>
            <pc:sldMk cId="437715440" sldId="594"/>
            <ac:cxnSpMk id="33" creationId="{C03ABD22-EF81-CA0E-536B-D64C0D8807D7}"/>
          </ac:cxnSpMkLst>
        </pc:cxnChg>
        <pc:cxnChg chg="add del mod">
          <ac:chgData name="Deepika Vatsa" userId="f7100972-27fe-4ee6-8fb4-ec9b7931b409" providerId="ADAL" clId="{0686B37B-D7BE-45E2-BC9F-5C4505E6C795}" dt="2025-09-10T08:37:11.917" v="119" actId="478"/>
          <ac:cxnSpMkLst>
            <pc:docMk/>
            <pc:sldMk cId="437715440" sldId="594"/>
            <ac:cxnSpMk id="34" creationId="{D66AE460-5FEC-E73F-7075-8522B51F7087}"/>
          </ac:cxnSpMkLst>
        </pc:cxnChg>
        <pc:cxnChg chg="add del mod">
          <ac:chgData name="Deepika Vatsa" userId="f7100972-27fe-4ee6-8fb4-ec9b7931b409" providerId="ADAL" clId="{0686B37B-D7BE-45E2-BC9F-5C4505E6C795}" dt="2025-09-10T08:37:06.536" v="116" actId="478"/>
          <ac:cxnSpMkLst>
            <pc:docMk/>
            <pc:sldMk cId="437715440" sldId="594"/>
            <ac:cxnSpMk id="35" creationId="{D5262BA9-6E0C-F480-3574-662E4F5F6EB9}"/>
          </ac:cxnSpMkLst>
        </pc:cxnChg>
        <pc:cxnChg chg="add del mod">
          <ac:chgData name="Deepika Vatsa" userId="f7100972-27fe-4ee6-8fb4-ec9b7931b409" providerId="ADAL" clId="{0686B37B-D7BE-45E2-BC9F-5C4505E6C795}" dt="2025-09-10T08:37:02.749" v="114" actId="478"/>
          <ac:cxnSpMkLst>
            <pc:docMk/>
            <pc:sldMk cId="437715440" sldId="594"/>
            <ac:cxnSpMk id="36" creationId="{D7D85FD5-7627-762D-1128-F67637D28759}"/>
          </ac:cxnSpMkLst>
        </pc:cxnChg>
        <pc:cxnChg chg="add del mod">
          <ac:chgData name="Deepika Vatsa" userId="f7100972-27fe-4ee6-8fb4-ec9b7931b409" providerId="ADAL" clId="{0686B37B-D7BE-45E2-BC9F-5C4505E6C795}" dt="2025-09-10T08:37:01.065" v="113" actId="478"/>
          <ac:cxnSpMkLst>
            <pc:docMk/>
            <pc:sldMk cId="437715440" sldId="594"/>
            <ac:cxnSpMk id="37" creationId="{C1A38606-35E7-1D09-DC41-44C7A49A356B}"/>
          </ac:cxnSpMkLst>
        </pc:cxnChg>
      </pc:sldChg>
      <pc:sldChg chg="add del">
        <pc:chgData name="Deepika Vatsa" userId="f7100972-27fe-4ee6-8fb4-ec9b7931b409" providerId="ADAL" clId="{0686B37B-D7BE-45E2-BC9F-5C4505E6C795}" dt="2025-09-10T08:34:53.397" v="64" actId="47"/>
        <pc:sldMkLst>
          <pc:docMk/>
          <pc:sldMk cId="3408036593" sldId="594"/>
        </pc:sldMkLst>
      </pc:sldChg>
      <pc:sldChg chg="addSp modSp add mod">
        <pc:chgData name="Deepika Vatsa" userId="f7100972-27fe-4ee6-8fb4-ec9b7931b409" providerId="ADAL" clId="{0686B37B-D7BE-45E2-BC9F-5C4505E6C795}" dt="2025-09-10T11:36:31.449" v="1667"/>
        <pc:sldMkLst>
          <pc:docMk/>
          <pc:sldMk cId="3863018802" sldId="595"/>
        </pc:sldMkLst>
        <pc:spChg chg="mod">
          <ac:chgData name="Deepika Vatsa" userId="f7100972-27fe-4ee6-8fb4-ec9b7931b409" providerId="ADAL" clId="{0686B37B-D7BE-45E2-BC9F-5C4505E6C795}" dt="2025-09-10T08:40:18.793" v="464" actId="20577"/>
          <ac:spMkLst>
            <pc:docMk/>
            <pc:sldMk cId="3863018802" sldId="595"/>
            <ac:spMk id="38" creationId="{90C16B20-101C-1834-9F9D-75514A3F3CD7}"/>
          </ac:spMkLst>
        </pc:sp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3863018802" sldId="595"/>
            <ac:inkMk id="25" creationId="{5645FA60-C75D-00A9-60E6-63C5EC5882CD}"/>
          </ac:inkMkLst>
        </pc:inkChg>
        <pc:cxnChg chg="add mod">
          <ac:chgData name="Deepika Vatsa" userId="f7100972-27fe-4ee6-8fb4-ec9b7931b409" providerId="ADAL" clId="{0686B37B-D7BE-45E2-BC9F-5C4505E6C795}" dt="2025-09-10T08:39:06.215" v="389" actId="1035"/>
          <ac:cxnSpMkLst>
            <pc:docMk/>
            <pc:sldMk cId="3863018802" sldId="595"/>
            <ac:cxnSpMk id="5" creationId="{880C768C-25E0-BC6D-6967-750837D3ED8C}"/>
          </ac:cxnSpMkLst>
        </pc:cxnChg>
        <pc:cxnChg chg="add mod">
          <ac:chgData name="Deepika Vatsa" userId="f7100972-27fe-4ee6-8fb4-ec9b7931b409" providerId="ADAL" clId="{0686B37B-D7BE-45E2-BC9F-5C4505E6C795}" dt="2025-09-10T08:39:32.010" v="412" actId="1037"/>
          <ac:cxnSpMkLst>
            <pc:docMk/>
            <pc:sldMk cId="3863018802" sldId="595"/>
            <ac:cxnSpMk id="23" creationId="{2C851B79-7FF4-5213-E851-0F455AAA990C}"/>
          </ac:cxnSpMkLst>
        </pc:cxnChg>
        <pc:cxnChg chg="add mod">
          <ac:chgData name="Deepika Vatsa" userId="f7100972-27fe-4ee6-8fb4-ec9b7931b409" providerId="ADAL" clId="{0686B37B-D7BE-45E2-BC9F-5C4505E6C795}" dt="2025-09-10T08:39:55.150" v="417" actId="14100"/>
          <ac:cxnSpMkLst>
            <pc:docMk/>
            <pc:sldMk cId="3863018802" sldId="595"/>
            <ac:cxnSpMk id="24" creationId="{EE21ACAD-1026-1E80-B831-CFAF61A36B24}"/>
          </ac:cxnSpMkLst>
        </pc:cxnChg>
        <pc:cxnChg chg="add mod">
          <ac:chgData name="Deepika Vatsa" userId="f7100972-27fe-4ee6-8fb4-ec9b7931b409" providerId="ADAL" clId="{0686B37B-D7BE-45E2-BC9F-5C4505E6C795}" dt="2025-09-10T08:42:16.135" v="529"/>
          <ac:cxnSpMkLst>
            <pc:docMk/>
            <pc:sldMk cId="3863018802" sldId="595"/>
            <ac:cxnSpMk id="31" creationId="{09700A44-5DF6-139D-E390-A0BE81947A18}"/>
          </ac:cxnSpMkLst>
        </pc:cxnChg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485055122" sldId="596"/>
        </pc:sldMkLst>
        <pc:spChg chg="mod">
          <ac:chgData name="Deepika Vatsa" userId="f7100972-27fe-4ee6-8fb4-ec9b7931b409" providerId="ADAL" clId="{0686B37B-D7BE-45E2-BC9F-5C4505E6C795}" dt="2025-09-10T08:40:59.974" v="479"/>
          <ac:spMkLst>
            <pc:docMk/>
            <pc:sldMk cId="485055122" sldId="596"/>
            <ac:spMk id="2" creationId="{00000000-0000-0000-0000-000000000000}"/>
          </ac:spMkLst>
        </pc:spChg>
        <pc:spChg chg="add mod ord">
          <ac:chgData name="Deepika Vatsa" userId="f7100972-27fe-4ee6-8fb4-ec9b7931b409" providerId="ADAL" clId="{0686B37B-D7BE-45E2-BC9F-5C4505E6C795}" dt="2025-09-10T08:42:42.489" v="532" actId="167"/>
          <ac:spMkLst>
            <pc:docMk/>
            <pc:sldMk cId="485055122" sldId="596"/>
            <ac:spMk id="26" creationId="{F52C76A9-9959-444F-7F9F-F62291417540}"/>
          </ac:spMkLst>
        </pc:spChg>
        <pc:spChg chg="add mod">
          <ac:chgData name="Deepika Vatsa" userId="f7100972-27fe-4ee6-8fb4-ec9b7931b409" providerId="ADAL" clId="{0686B37B-D7BE-45E2-BC9F-5C4505E6C795}" dt="2025-09-10T08:43:05.274" v="555" actId="14100"/>
          <ac:spMkLst>
            <pc:docMk/>
            <pc:sldMk cId="485055122" sldId="596"/>
            <ac:spMk id="32" creationId="{20767537-7944-2A03-2148-C6BBC54881C8}"/>
          </ac:spMkLst>
        </pc:spChg>
        <pc:spChg chg="mod">
          <ac:chgData name="Deepika Vatsa" userId="f7100972-27fe-4ee6-8fb4-ec9b7931b409" providerId="ADAL" clId="{0686B37B-D7BE-45E2-BC9F-5C4505E6C795}" dt="2025-09-10T08:41:22.352" v="524" actId="20577"/>
          <ac:spMkLst>
            <pc:docMk/>
            <pc:sldMk cId="485055122" sldId="596"/>
            <ac:spMk id="38" creationId="{90C16B20-101C-1834-9F9D-75514A3F3CD7}"/>
          </ac:spMkLst>
        </pc:sp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485055122" sldId="596"/>
            <ac:inkMk id="5" creationId="{0CDCD15C-889B-FBD2-A059-C0A772BC8A93}"/>
          </ac:inkMkLst>
        </pc:inkChg>
        <pc:cxnChg chg="del">
          <ac:chgData name="Deepika Vatsa" userId="f7100972-27fe-4ee6-8fb4-ec9b7931b409" providerId="ADAL" clId="{0686B37B-D7BE-45E2-BC9F-5C4505E6C795}" dt="2025-09-10T08:41:27.783" v="526" actId="478"/>
          <ac:cxnSpMkLst>
            <pc:docMk/>
            <pc:sldMk cId="485055122" sldId="596"/>
            <ac:cxnSpMk id="5" creationId="{880C768C-25E0-BC6D-6967-750837D3ED8C}"/>
          </ac:cxnSpMkLst>
        </pc:cxnChg>
        <pc:cxnChg chg="mod">
          <ac:chgData name="Deepika Vatsa" userId="f7100972-27fe-4ee6-8fb4-ec9b7931b409" providerId="ADAL" clId="{0686B37B-D7BE-45E2-BC9F-5C4505E6C795}" dt="2025-09-10T08:42:09.429" v="528" actId="13822"/>
          <ac:cxnSpMkLst>
            <pc:docMk/>
            <pc:sldMk cId="485055122" sldId="596"/>
            <ac:cxnSpMk id="23" creationId="{2C851B79-7FF4-5213-E851-0F455AAA990C}"/>
          </ac:cxnSpMkLst>
        </pc:cxnChg>
        <pc:cxnChg chg="del mod">
          <ac:chgData name="Deepika Vatsa" userId="f7100972-27fe-4ee6-8fb4-ec9b7931b409" providerId="ADAL" clId="{0686B37B-D7BE-45E2-BC9F-5C4505E6C795}" dt="2025-09-10T08:41:25.731" v="525" actId="478"/>
          <ac:cxnSpMkLst>
            <pc:docMk/>
            <pc:sldMk cId="485055122" sldId="596"/>
            <ac:cxnSpMk id="24" creationId="{EE21ACAD-1026-1E80-B831-CFAF61A36B24}"/>
          </ac:cxnSpMkLst>
        </pc:cxnChg>
        <pc:cxnChg chg="add">
          <ac:chgData name="Deepika Vatsa" userId="f7100972-27fe-4ee6-8fb4-ec9b7931b409" providerId="ADAL" clId="{0686B37B-D7BE-45E2-BC9F-5C4505E6C795}" dt="2025-09-10T08:42:53.162" v="533" actId="11529"/>
          <ac:cxnSpMkLst>
            <pc:docMk/>
            <pc:sldMk cId="485055122" sldId="596"/>
            <ac:cxnSpMk id="31" creationId="{309E1409-B61C-1BFB-2F6F-8A2242B478A9}"/>
          </ac:cxnSpMkLst>
        </pc:cxnChg>
      </pc:sldChg>
      <pc:sldChg chg="add del">
        <pc:chgData name="Deepika Vatsa" userId="f7100972-27fe-4ee6-8fb4-ec9b7931b409" providerId="ADAL" clId="{0686B37B-D7BE-45E2-BC9F-5C4505E6C795}" dt="2025-09-10T08:34:53.397" v="64" actId="47"/>
        <pc:sldMkLst>
          <pc:docMk/>
          <pc:sldMk cId="2680060840" sldId="596"/>
        </pc:sldMkLst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3521986725" sldId="597"/>
        </pc:sldMkLst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7" creationId="{04F43C91-146D-1477-C4FC-49BD316D316F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8" creationId="{BB05F2FD-3D8F-FAC7-AC76-BD30E32A1C5A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9" creationId="{36CE456F-0991-C61B-BC31-FDCF24EF410C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10" creationId="{8A12E7B0-5FDF-F79A-758A-689499986BF7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11" creationId="{61049285-C1BB-A250-5EDB-02DAB5A4ACDC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12" creationId="{E11BCB81-AAF9-A4B9-247C-033B3352D5C5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13" creationId="{3A64B8D6-ADA1-34CA-0841-68FA879067A3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14" creationId="{E12A5FFF-992B-FFB6-E0E2-2E5525EA93F3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15" creationId="{B50E4002-3033-94F2-3671-7ED49208F699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16" creationId="{F2E40D3C-2EAE-2710-ECB3-0C509BCF18F7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17" creationId="{9D150CD9-313E-FF5E-5A19-341DF03CE210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18" creationId="{34D2D0B3-819F-D621-4FAA-2C81858A8A24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19" creationId="{3EA0E23C-464D-DAC7-B612-F0E6436D9A9C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20" creationId="{83D6B5E4-79EA-A861-ACAD-D0971025B252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21" creationId="{EF968A81-980B-8C1F-DED6-6926A2E55A29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22" creationId="{17BA0261-582E-5E4E-EBA2-8977E28ED40E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27" creationId="{C0D24B77-B046-107D-9392-2619E8FE7E7C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28" creationId="{F4DC935D-6FEE-4794-5CE5-A1B4C4324A56}"/>
          </ac:spMkLst>
        </pc:spChg>
        <pc:spChg chg="del">
          <ac:chgData name="Deepika Vatsa" userId="f7100972-27fe-4ee6-8fb4-ec9b7931b409" providerId="ADAL" clId="{0686B37B-D7BE-45E2-BC9F-5C4505E6C795}" dt="2025-09-10T08:46:02.051" v="592" actId="478"/>
          <ac:spMkLst>
            <pc:docMk/>
            <pc:sldMk cId="3521986725" sldId="597"/>
            <ac:spMk id="29" creationId="{8D74232C-7F4A-024A-9C2D-4E5E2A2A8769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30" creationId="{2D406947-5EFF-07C1-0008-79378E6EB06B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31" creationId="{8CD1378B-2DEA-8AA9-691E-5DFB285E9A32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32" creationId="{088F7478-BD1F-BE8E-89AD-A4DCE489A313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33" creationId="{EE16774E-2E0C-3398-525B-BB24E81F3896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34" creationId="{3D9547D2-80AC-C155-BA4E-A69EF0BC1F8B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35" creationId="{D554993F-9CB6-8464-25F8-A3DFF2E5E238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36" creationId="{0F43649A-3B98-34E3-7134-0166CBDB4853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37" creationId="{C524C3FC-E83F-1511-812F-752CC357AFF2}"/>
          </ac:spMkLst>
        </pc:spChg>
        <pc:spChg chg="mod">
          <ac:chgData name="Deepika Vatsa" userId="f7100972-27fe-4ee6-8fb4-ec9b7931b409" providerId="ADAL" clId="{0686B37B-D7BE-45E2-BC9F-5C4505E6C795}" dt="2025-09-10T08:46:28.536" v="641" actId="113"/>
          <ac:spMkLst>
            <pc:docMk/>
            <pc:sldMk cId="3521986725" sldId="597"/>
            <ac:spMk id="38" creationId="{90C16B20-101C-1834-9F9D-75514A3F3CD7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39" creationId="{3F6A1879-BE83-23E0-B418-F2CAC83100BF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40" creationId="{6206DC5E-5F12-C73D-8707-6BB42F660B0F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41" creationId="{32D67BE0-13CC-3622-C590-B41FC23DD8B0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42" creationId="{B6889B68-6863-E2C2-0221-40C2765B9F84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43" creationId="{830233D0-74CB-AB33-24CA-AE60F6335BBD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44" creationId="{B84295BD-5CE8-78FD-C7BB-6A2194B1F875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46" creationId="{D3169068-EBBA-0BEC-AAF6-7A831F8F2A6E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47" creationId="{27709FF9-153E-5F68-E602-AA66469C80A6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48" creationId="{91530211-F06A-E95D-B0A0-5AD534DDDF34}"/>
          </ac:spMkLst>
        </pc:spChg>
        <pc:spChg chg="add mod">
          <ac:chgData name="Deepika Vatsa" userId="f7100972-27fe-4ee6-8fb4-ec9b7931b409" providerId="ADAL" clId="{0686B37B-D7BE-45E2-BC9F-5C4505E6C795}" dt="2025-09-10T08:46:20.302" v="640" actId="1038"/>
          <ac:spMkLst>
            <pc:docMk/>
            <pc:sldMk cId="3521986725" sldId="597"/>
            <ac:spMk id="52" creationId="{758495BC-E20A-4401-4188-BC11B6E86F08}"/>
          </ac:spMkLst>
        </pc:sp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3521986725" sldId="597"/>
            <ac:inkMk id="4" creationId="{C0602AEF-6993-E331-B2D1-7814E95889E0}"/>
          </ac:inkMkLst>
        </pc:inkChg>
        <pc:cxnChg chg="del">
          <ac:chgData name="Deepika Vatsa" userId="f7100972-27fe-4ee6-8fb4-ec9b7931b409" providerId="ADAL" clId="{0686B37B-D7BE-45E2-BC9F-5C4505E6C795}" dt="2025-09-10T08:46:02.051" v="592" actId="478"/>
          <ac:cxnSpMkLst>
            <pc:docMk/>
            <pc:sldMk cId="3521986725" sldId="597"/>
            <ac:cxnSpMk id="4" creationId="{869F1D7B-B114-EBF7-015B-B3A9A939B7AB}"/>
          </ac:cxnSpMkLst>
        </pc:cxnChg>
        <pc:cxnChg chg="del">
          <ac:chgData name="Deepika Vatsa" userId="f7100972-27fe-4ee6-8fb4-ec9b7931b409" providerId="ADAL" clId="{0686B37B-D7BE-45E2-BC9F-5C4505E6C795}" dt="2025-09-10T08:46:02.051" v="592" actId="478"/>
          <ac:cxnSpMkLst>
            <pc:docMk/>
            <pc:sldMk cId="3521986725" sldId="597"/>
            <ac:cxnSpMk id="5" creationId="{880C768C-25E0-BC6D-6967-750837D3ED8C}"/>
          </ac:cxnSpMkLst>
        </pc:cxnChg>
        <pc:cxnChg chg="del">
          <ac:chgData name="Deepika Vatsa" userId="f7100972-27fe-4ee6-8fb4-ec9b7931b409" providerId="ADAL" clId="{0686B37B-D7BE-45E2-BC9F-5C4505E6C795}" dt="2025-09-10T08:46:02.051" v="592" actId="478"/>
          <ac:cxnSpMkLst>
            <pc:docMk/>
            <pc:sldMk cId="3521986725" sldId="597"/>
            <ac:cxnSpMk id="6" creationId="{BDA509E0-D227-26D6-A947-CD65D15F2CEE}"/>
          </ac:cxnSpMkLst>
        </pc:cxnChg>
        <pc:cxnChg chg="del">
          <ac:chgData name="Deepika Vatsa" userId="f7100972-27fe-4ee6-8fb4-ec9b7931b409" providerId="ADAL" clId="{0686B37B-D7BE-45E2-BC9F-5C4505E6C795}" dt="2025-09-10T08:46:02.051" v="592" actId="478"/>
          <ac:cxnSpMkLst>
            <pc:docMk/>
            <pc:sldMk cId="3521986725" sldId="597"/>
            <ac:cxnSpMk id="23" creationId="{2C851B79-7FF4-5213-E851-0F455AAA990C}"/>
          </ac:cxnSpMkLst>
        </pc:cxnChg>
        <pc:cxnChg chg="del mod">
          <ac:chgData name="Deepika Vatsa" userId="f7100972-27fe-4ee6-8fb4-ec9b7931b409" providerId="ADAL" clId="{0686B37B-D7BE-45E2-BC9F-5C4505E6C795}" dt="2025-09-10T08:46:02.051" v="592" actId="478"/>
          <ac:cxnSpMkLst>
            <pc:docMk/>
            <pc:sldMk cId="3521986725" sldId="597"/>
            <ac:cxnSpMk id="24" creationId="{EE21ACAD-1026-1E80-B831-CFAF61A36B24}"/>
          </ac:cxnSpMkLst>
        </pc:cxnChg>
        <pc:cxnChg chg="add mod">
          <ac:chgData name="Deepika Vatsa" userId="f7100972-27fe-4ee6-8fb4-ec9b7931b409" providerId="ADAL" clId="{0686B37B-D7BE-45E2-BC9F-5C4505E6C795}" dt="2025-09-10T08:46:20.302" v="640" actId="1038"/>
          <ac:cxnSpMkLst>
            <pc:docMk/>
            <pc:sldMk cId="3521986725" sldId="597"/>
            <ac:cxnSpMk id="25" creationId="{060B9C80-C094-3B59-C6A4-778B1D6A75D1}"/>
          </ac:cxnSpMkLst>
        </pc:cxnChg>
        <pc:cxnChg chg="add mod">
          <ac:chgData name="Deepika Vatsa" userId="f7100972-27fe-4ee6-8fb4-ec9b7931b409" providerId="ADAL" clId="{0686B37B-D7BE-45E2-BC9F-5C4505E6C795}" dt="2025-09-10T08:46:20.302" v="640" actId="1038"/>
          <ac:cxnSpMkLst>
            <pc:docMk/>
            <pc:sldMk cId="3521986725" sldId="597"/>
            <ac:cxnSpMk id="26" creationId="{EFF3C667-19AE-A475-B031-B683BCA70DD2}"/>
          </ac:cxnSpMkLst>
        </pc:cxnChg>
        <pc:cxnChg chg="add mod">
          <ac:chgData name="Deepika Vatsa" userId="f7100972-27fe-4ee6-8fb4-ec9b7931b409" providerId="ADAL" clId="{0686B37B-D7BE-45E2-BC9F-5C4505E6C795}" dt="2025-09-10T08:46:20.302" v="640" actId="1038"/>
          <ac:cxnSpMkLst>
            <pc:docMk/>
            <pc:sldMk cId="3521986725" sldId="597"/>
            <ac:cxnSpMk id="45" creationId="{132FCE7D-B6B1-4D5C-A0DA-4F68BC8E95C4}"/>
          </ac:cxnSpMkLst>
        </pc:cxnChg>
        <pc:cxnChg chg="add mod">
          <ac:chgData name="Deepika Vatsa" userId="f7100972-27fe-4ee6-8fb4-ec9b7931b409" providerId="ADAL" clId="{0686B37B-D7BE-45E2-BC9F-5C4505E6C795}" dt="2025-09-10T08:46:20.302" v="640" actId="1038"/>
          <ac:cxnSpMkLst>
            <pc:docMk/>
            <pc:sldMk cId="3521986725" sldId="597"/>
            <ac:cxnSpMk id="49" creationId="{7909FB90-61BC-38A1-58DF-A5608EF3C4E3}"/>
          </ac:cxnSpMkLst>
        </pc:cxnChg>
        <pc:cxnChg chg="add mod">
          <ac:chgData name="Deepika Vatsa" userId="f7100972-27fe-4ee6-8fb4-ec9b7931b409" providerId="ADAL" clId="{0686B37B-D7BE-45E2-BC9F-5C4505E6C795}" dt="2025-09-10T08:46:20.302" v="640" actId="1038"/>
          <ac:cxnSpMkLst>
            <pc:docMk/>
            <pc:sldMk cId="3521986725" sldId="597"/>
            <ac:cxnSpMk id="50" creationId="{93BF36B4-D4A0-3685-5EFD-18FE5AD74DD9}"/>
          </ac:cxnSpMkLst>
        </pc:cxnChg>
        <pc:cxnChg chg="add mod">
          <ac:chgData name="Deepika Vatsa" userId="f7100972-27fe-4ee6-8fb4-ec9b7931b409" providerId="ADAL" clId="{0686B37B-D7BE-45E2-BC9F-5C4505E6C795}" dt="2025-09-10T08:46:20.302" v="640" actId="1038"/>
          <ac:cxnSpMkLst>
            <pc:docMk/>
            <pc:sldMk cId="3521986725" sldId="597"/>
            <ac:cxnSpMk id="51" creationId="{1EABC7AC-9AB6-C23F-12E5-65D886AB1A21}"/>
          </ac:cxnSpMkLst>
        </pc:cxnChg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76242864" sldId="598"/>
        </pc:sldMkLst>
        <pc:spChg chg="mod">
          <ac:chgData name="Deepika Vatsa" userId="f7100972-27fe-4ee6-8fb4-ec9b7931b409" providerId="ADAL" clId="{0686B37B-D7BE-45E2-BC9F-5C4505E6C795}" dt="2025-09-10T08:46:54.973" v="672" actId="20577"/>
          <ac:spMkLst>
            <pc:docMk/>
            <pc:sldMk cId="76242864" sldId="598"/>
            <ac:spMk id="2" creationId="{00000000-0000-0000-0000-000000000000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30" creationId="{2D406947-5EFF-07C1-0008-79378E6EB06B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31" creationId="{8CD1378B-2DEA-8AA9-691E-5DFB285E9A32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32" creationId="{088F7478-BD1F-BE8E-89AD-A4DCE489A313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33" creationId="{EE16774E-2E0C-3398-525B-BB24E81F3896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34" creationId="{3D9547D2-80AC-C155-BA4E-A69EF0BC1F8B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35" creationId="{D554993F-9CB6-8464-25F8-A3DFF2E5E238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36" creationId="{0F43649A-3B98-34E3-7134-0166CBDB4853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37" creationId="{C524C3FC-E83F-1511-812F-752CC357AFF2}"/>
          </ac:spMkLst>
        </pc:spChg>
        <pc:spChg chg="mod">
          <ac:chgData name="Deepika Vatsa" userId="f7100972-27fe-4ee6-8fb4-ec9b7931b409" providerId="ADAL" clId="{0686B37B-D7BE-45E2-BC9F-5C4505E6C795}" dt="2025-09-10T09:17:40.608" v="878" actId="20577"/>
          <ac:spMkLst>
            <pc:docMk/>
            <pc:sldMk cId="76242864" sldId="598"/>
            <ac:spMk id="38" creationId="{90C16B20-101C-1834-9F9D-75514A3F3CD7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39" creationId="{3F6A1879-BE83-23E0-B418-F2CAC83100BF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40" creationId="{6206DC5E-5F12-C73D-8707-6BB42F660B0F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41" creationId="{32D67BE0-13CC-3622-C590-B41FC23DD8B0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42" creationId="{B6889B68-6863-E2C2-0221-40C2765B9F84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43" creationId="{830233D0-74CB-AB33-24CA-AE60F6335BBD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44" creationId="{B84295BD-5CE8-78FD-C7BB-6A2194B1F875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46" creationId="{D3169068-EBBA-0BEC-AAF6-7A831F8F2A6E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47" creationId="{27709FF9-153E-5F68-E602-AA66469C80A6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48" creationId="{91530211-F06A-E95D-B0A0-5AD534DDDF34}"/>
          </ac:spMkLst>
        </pc:spChg>
        <pc:spChg chg="del">
          <ac:chgData name="Deepika Vatsa" userId="f7100972-27fe-4ee6-8fb4-ec9b7931b409" providerId="ADAL" clId="{0686B37B-D7BE-45E2-BC9F-5C4505E6C795}" dt="2025-09-10T08:47:52.645" v="676" actId="478"/>
          <ac:spMkLst>
            <pc:docMk/>
            <pc:sldMk cId="76242864" sldId="598"/>
            <ac:spMk id="52" creationId="{758495BC-E20A-4401-4188-BC11B6E86F08}"/>
          </ac:spMkLst>
        </pc:sp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76242864" sldId="598"/>
            <ac:inkMk id="4" creationId="{7EB8A75C-A1A1-4A64-8702-DA6D18CE69F9}"/>
          </ac:inkMkLst>
        </pc:inkChg>
        <pc:cxnChg chg="del">
          <ac:chgData name="Deepika Vatsa" userId="f7100972-27fe-4ee6-8fb4-ec9b7931b409" providerId="ADAL" clId="{0686B37B-D7BE-45E2-BC9F-5C4505E6C795}" dt="2025-09-10T08:47:52.645" v="676" actId="478"/>
          <ac:cxnSpMkLst>
            <pc:docMk/>
            <pc:sldMk cId="76242864" sldId="598"/>
            <ac:cxnSpMk id="25" creationId="{060B9C80-C094-3B59-C6A4-778B1D6A75D1}"/>
          </ac:cxnSpMkLst>
        </pc:cxnChg>
        <pc:cxnChg chg="del">
          <ac:chgData name="Deepika Vatsa" userId="f7100972-27fe-4ee6-8fb4-ec9b7931b409" providerId="ADAL" clId="{0686B37B-D7BE-45E2-BC9F-5C4505E6C795}" dt="2025-09-10T08:47:52.645" v="676" actId="478"/>
          <ac:cxnSpMkLst>
            <pc:docMk/>
            <pc:sldMk cId="76242864" sldId="598"/>
            <ac:cxnSpMk id="26" creationId="{EFF3C667-19AE-A475-B031-B683BCA70DD2}"/>
          </ac:cxnSpMkLst>
        </pc:cxnChg>
        <pc:cxnChg chg="del">
          <ac:chgData name="Deepika Vatsa" userId="f7100972-27fe-4ee6-8fb4-ec9b7931b409" providerId="ADAL" clId="{0686B37B-D7BE-45E2-BC9F-5C4505E6C795}" dt="2025-09-10T08:47:52.645" v="676" actId="478"/>
          <ac:cxnSpMkLst>
            <pc:docMk/>
            <pc:sldMk cId="76242864" sldId="598"/>
            <ac:cxnSpMk id="45" creationId="{132FCE7D-B6B1-4D5C-A0DA-4F68BC8E95C4}"/>
          </ac:cxnSpMkLst>
        </pc:cxnChg>
        <pc:cxnChg chg="del">
          <ac:chgData name="Deepika Vatsa" userId="f7100972-27fe-4ee6-8fb4-ec9b7931b409" providerId="ADAL" clId="{0686B37B-D7BE-45E2-BC9F-5C4505E6C795}" dt="2025-09-10T08:47:52.645" v="676" actId="478"/>
          <ac:cxnSpMkLst>
            <pc:docMk/>
            <pc:sldMk cId="76242864" sldId="598"/>
            <ac:cxnSpMk id="49" creationId="{7909FB90-61BC-38A1-58DF-A5608EF3C4E3}"/>
          </ac:cxnSpMkLst>
        </pc:cxnChg>
        <pc:cxnChg chg="del">
          <ac:chgData name="Deepika Vatsa" userId="f7100972-27fe-4ee6-8fb4-ec9b7931b409" providerId="ADAL" clId="{0686B37B-D7BE-45E2-BC9F-5C4505E6C795}" dt="2025-09-10T08:47:52.645" v="676" actId="478"/>
          <ac:cxnSpMkLst>
            <pc:docMk/>
            <pc:sldMk cId="76242864" sldId="598"/>
            <ac:cxnSpMk id="50" creationId="{93BF36B4-D4A0-3685-5EFD-18FE5AD74DD9}"/>
          </ac:cxnSpMkLst>
        </pc:cxnChg>
        <pc:cxnChg chg="del">
          <ac:chgData name="Deepika Vatsa" userId="f7100972-27fe-4ee6-8fb4-ec9b7931b409" providerId="ADAL" clId="{0686B37B-D7BE-45E2-BC9F-5C4505E6C795}" dt="2025-09-10T08:47:52.645" v="676" actId="478"/>
          <ac:cxnSpMkLst>
            <pc:docMk/>
            <pc:sldMk cId="76242864" sldId="598"/>
            <ac:cxnSpMk id="51" creationId="{1EABC7AC-9AB6-C23F-12E5-65D886AB1A21}"/>
          </ac:cxnSpMkLst>
        </pc:cxnChg>
      </pc:sldChg>
      <pc:sldChg chg="addSp modSp add mod">
        <pc:chgData name="Deepika Vatsa" userId="f7100972-27fe-4ee6-8fb4-ec9b7931b409" providerId="ADAL" clId="{0686B37B-D7BE-45E2-BC9F-5C4505E6C795}" dt="2025-09-10T11:36:31.449" v="1667"/>
        <pc:sldMkLst>
          <pc:docMk/>
          <pc:sldMk cId="2771364255" sldId="599"/>
        </pc:sldMkLst>
        <pc:spChg chg="mod">
          <ac:chgData name="Deepika Vatsa" userId="f7100972-27fe-4ee6-8fb4-ec9b7931b409" providerId="ADAL" clId="{0686B37B-D7BE-45E2-BC9F-5C4505E6C795}" dt="2025-09-10T08:50:27.587" v="757" actId="20577"/>
          <ac:spMkLst>
            <pc:docMk/>
            <pc:sldMk cId="2771364255" sldId="599"/>
            <ac:spMk id="2" creationId="{00000000-0000-0000-0000-000000000000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6" creationId="{4F01468E-0F3C-95F2-A95A-A47453D32617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7" creationId="{31493932-B172-30AF-2DBA-A4A4B80F8CBE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8" creationId="{3D211964-4EF0-10CC-F693-15519F053CA7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9" creationId="{8CA878D2-ED1B-B3F8-31E1-04B0302C5C93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10" creationId="{8B93218D-225E-B3E9-AA20-5C6C9D9C465A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11" creationId="{09D0B110-B8E7-2154-DDDA-508E98A21341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12" creationId="{6DE9768A-8E14-BCD1-2B95-7BCAB35DB582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13" creationId="{47C46C3B-1FB5-5E45-E651-42265AF992E5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14" creationId="{A95D9E24-93CA-ECB9-61D5-6EF177EA8853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15" creationId="{E9A3B7B5-2637-EE6F-1675-5B6FA53BB53B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16" creationId="{EF622768-39B3-1231-A23F-43991F2A9814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17" creationId="{F612D59E-EDA6-9465-6F60-00ADD55A417F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18" creationId="{1AAFB21B-D5A9-86C6-B9F1-FE464DCA9767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19" creationId="{9DDAB12E-3812-7328-23E5-FE71B4526009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21" creationId="{60E4658D-D628-CF7D-A74B-10AE3405C1B4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22" creationId="{A0113AA7-8835-71D3-953A-647DDC0C34BF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23" creationId="{50886FB1-D774-6E88-F86C-B1B5E250E592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27" creationId="{E2D2DC61-2931-E0A0-450E-33B43478A2D6}"/>
          </ac:spMkLst>
        </pc:spChg>
        <pc:spChg chg="add mod">
          <ac:chgData name="Deepika Vatsa" userId="f7100972-27fe-4ee6-8fb4-ec9b7931b409" providerId="ADAL" clId="{0686B37B-D7BE-45E2-BC9F-5C4505E6C795}" dt="2025-09-10T08:53:00.389" v="857" actId="1035"/>
          <ac:spMkLst>
            <pc:docMk/>
            <pc:sldMk cId="2771364255" sldId="599"/>
            <ac:spMk id="30" creationId="{F2A92C43-A9CF-6C7B-115F-D165947B75DC}"/>
          </ac:spMkLst>
        </pc:spChg>
        <pc:spChg chg="mod">
          <ac:chgData name="Deepika Vatsa" userId="f7100972-27fe-4ee6-8fb4-ec9b7931b409" providerId="ADAL" clId="{0686B37B-D7BE-45E2-BC9F-5C4505E6C795}" dt="2025-09-10T08:53:04.225" v="858" actId="20577"/>
          <ac:spMkLst>
            <pc:docMk/>
            <pc:sldMk cId="2771364255" sldId="599"/>
            <ac:spMk id="38" creationId="{90C16B20-101C-1834-9F9D-75514A3F3CD7}"/>
          </ac:spMkLst>
        </pc:spChg>
        <pc:inkChg chg="add mod">
          <ac:chgData name="Deepika Vatsa" userId="f7100972-27fe-4ee6-8fb4-ec9b7931b409" providerId="ADAL" clId="{0686B37B-D7BE-45E2-BC9F-5C4505E6C795}" dt="2025-09-10T08:53:00.389" v="857" actId="1035"/>
          <ac:inkMkLst>
            <pc:docMk/>
            <pc:sldMk cId="2771364255" sldId="599"/>
            <ac:inkMk id="31" creationId="{6747E487-95EF-0D08-78C5-5B69EA9930C5}"/>
          </ac:inkMkLst>
        </pc:inkChg>
        <pc:inkChg chg="add mod">
          <ac:chgData name="Deepika Vatsa" userId="f7100972-27fe-4ee6-8fb4-ec9b7931b409" providerId="ADAL" clId="{0686B37B-D7BE-45E2-BC9F-5C4505E6C795}" dt="2025-09-10T08:53:00.389" v="857" actId="1035"/>
          <ac:inkMkLst>
            <pc:docMk/>
            <pc:sldMk cId="2771364255" sldId="599"/>
            <ac:inkMk id="32" creationId="{B7A1348C-17B0-4FC5-7B20-47821FEB7673}"/>
          </ac:inkMkLst>
        </pc:ink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2771364255" sldId="599"/>
            <ac:inkMk id="33" creationId="{CD93CCDB-266C-A9F8-B349-F4FCA637A7DE}"/>
          </ac:inkMkLst>
        </pc:inkChg>
        <pc:cxnChg chg="add mod">
          <ac:chgData name="Deepika Vatsa" userId="f7100972-27fe-4ee6-8fb4-ec9b7931b409" providerId="ADAL" clId="{0686B37B-D7BE-45E2-BC9F-5C4505E6C795}" dt="2025-09-10T08:53:00.389" v="857" actId="1035"/>
          <ac:cxnSpMkLst>
            <pc:docMk/>
            <pc:sldMk cId="2771364255" sldId="599"/>
            <ac:cxnSpMk id="4" creationId="{93A63C66-BBCC-74F4-92F0-6F31002F42B4}"/>
          </ac:cxnSpMkLst>
        </pc:cxnChg>
        <pc:cxnChg chg="add mod">
          <ac:chgData name="Deepika Vatsa" userId="f7100972-27fe-4ee6-8fb4-ec9b7931b409" providerId="ADAL" clId="{0686B37B-D7BE-45E2-BC9F-5C4505E6C795}" dt="2025-09-10T08:53:00.389" v="857" actId="1035"/>
          <ac:cxnSpMkLst>
            <pc:docMk/>
            <pc:sldMk cId="2771364255" sldId="599"/>
            <ac:cxnSpMk id="5" creationId="{3DF54D41-B4AB-FA2A-815D-084F1D6B4B39}"/>
          </ac:cxnSpMkLst>
        </pc:cxnChg>
        <pc:cxnChg chg="add mod">
          <ac:chgData name="Deepika Vatsa" userId="f7100972-27fe-4ee6-8fb4-ec9b7931b409" providerId="ADAL" clId="{0686B37B-D7BE-45E2-BC9F-5C4505E6C795}" dt="2025-09-10T08:53:00.389" v="857" actId="1035"/>
          <ac:cxnSpMkLst>
            <pc:docMk/>
            <pc:sldMk cId="2771364255" sldId="599"/>
            <ac:cxnSpMk id="20" creationId="{21587B4F-F8E0-5EEF-9FD9-347083BADD83}"/>
          </ac:cxnSpMkLst>
        </pc:cxnChg>
        <pc:cxnChg chg="add mod">
          <ac:chgData name="Deepika Vatsa" userId="f7100972-27fe-4ee6-8fb4-ec9b7931b409" providerId="ADAL" clId="{0686B37B-D7BE-45E2-BC9F-5C4505E6C795}" dt="2025-09-10T08:53:00.389" v="857" actId="1035"/>
          <ac:cxnSpMkLst>
            <pc:docMk/>
            <pc:sldMk cId="2771364255" sldId="599"/>
            <ac:cxnSpMk id="24" creationId="{8C085D38-39D4-11C8-4895-5C8BFEED19C6}"/>
          </ac:cxnSpMkLst>
        </pc:cxnChg>
        <pc:cxnChg chg="add mod">
          <ac:chgData name="Deepika Vatsa" userId="f7100972-27fe-4ee6-8fb4-ec9b7931b409" providerId="ADAL" clId="{0686B37B-D7BE-45E2-BC9F-5C4505E6C795}" dt="2025-09-10T08:53:00.389" v="857" actId="1035"/>
          <ac:cxnSpMkLst>
            <pc:docMk/>
            <pc:sldMk cId="2771364255" sldId="599"/>
            <ac:cxnSpMk id="25" creationId="{0B6536FB-8081-BAD5-D0DC-B7E31325D33F}"/>
          </ac:cxnSpMkLst>
        </pc:cxnChg>
        <pc:cxnChg chg="add mod">
          <ac:chgData name="Deepika Vatsa" userId="f7100972-27fe-4ee6-8fb4-ec9b7931b409" providerId="ADAL" clId="{0686B37B-D7BE-45E2-BC9F-5C4505E6C795}" dt="2025-09-10T08:53:00.389" v="857" actId="1035"/>
          <ac:cxnSpMkLst>
            <pc:docMk/>
            <pc:sldMk cId="2771364255" sldId="599"/>
            <ac:cxnSpMk id="26" creationId="{40D2FD0C-F532-FED9-F3A0-3046467D979E}"/>
          </ac:cxnSpMkLst>
        </pc:cxnChg>
        <pc:cxnChg chg="add mod">
          <ac:chgData name="Deepika Vatsa" userId="f7100972-27fe-4ee6-8fb4-ec9b7931b409" providerId="ADAL" clId="{0686B37B-D7BE-45E2-BC9F-5C4505E6C795}" dt="2025-09-10T08:53:00.389" v="857" actId="1035"/>
          <ac:cxnSpMkLst>
            <pc:docMk/>
            <pc:sldMk cId="2771364255" sldId="599"/>
            <ac:cxnSpMk id="28" creationId="{9ABF9273-E8FB-867F-1A18-1C377EED233E}"/>
          </ac:cxnSpMkLst>
        </pc:cxnChg>
        <pc:cxnChg chg="add mod">
          <ac:chgData name="Deepika Vatsa" userId="f7100972-27fe-4ee6-8fb4-ec9b7931b409" providerId="ADAL" clId="{0686B37B-D7BE-45E2-BC9F-5C4505E6C795}" dt="2025-09-10T08:53:00.389" v="857" actId="1035"/>
          <ac:cxnSpMkLst>
            <pc:docMk/>
            <pc:sldMk cId="2771364255" sldId="599"/>
            <ac:cxnSpMk id="29" creationId="{9C3BF62B-5ED7-E240-B563-8D098E118B20}"/>
          </ac:cxnSpMkLst>
        </pc:cxnChg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3741322471" sldId="600"/>
        </pc:sldMkLst>
        <pc:spChg chg="mod">
          <ac:chgData name="Deepika Vatsa" userId="f7100972-27fe-4ee6-8fb4-ec9b7931b409" providerId="ADAL" clId="{0686B37B-D7BE-45E2-BC9F-5C4505E6C795}" dt="2025-09-10T09:20:05.366" v="894" actId="20577"/>
          <ac:spMkLst>
            <pc:docMk/>
            <pc:sldMk cId="3741322471" sldId="600"/>
            <ac:spMk id="2" creationId="{00000000-0000-0000-0000-000000000000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6" creationId="{4F01468E-0F3C-95F2-A95A-A47453D32617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7" creationId="{31493932-B172-30AF-2DBA-A4A4B80F8CBE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8" creationId="{3D211964-4EF0-10CC-F693-15519F053CA7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9" creationId="{8CA878D2-ED1B-B3F8-31E1-04B0302C5C93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10" creationId="{8B93218D-225E-B3E9-AA20-5C6C9D9C465A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11" creationId="{09D0B110-B8E7-2154-DDDA-508E98A21341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12" creationId="{6DE9768A-8E14-BCD1-2B95-7BCAB35DB582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13" creationId="{47C46C3B-1FB5-5E45-E651-42265AF992E5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14" creationId="{A95D9E24-93CA-ECB9-61D5-6EF177EA8853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15" creationId="{E9A3B7B5-2637-EE6F-1675-5B6FA53BB53B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16" creationId="{EF622768-39B3-1231-A23F-43991F2A9814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17" creationId="{F612D59E-EDA6-9465-6F60-00ADD55A417F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18" creationId="{1AAFB21B-D5A9-86C6-B9F1-FE464DCA9767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19" creationId="{9DDAB12E-3812-7328-23E5-FE71B4526009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21" creationId="{60E4658D-D628-CF7D-A74B-10AE3405C1B4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22" creationId="{A0113AA7-8835-71D3-953A-647DDC0C34BF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23" creationId="{50886FB1-D774-6E88-F86C-B1B5E250E592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27" creationId="{E2D2DC61-2931-E0A0-450E-33B43478A2D6}"/>
          </ac:spMkLst>
        </pc:spChg>
        <pc:spChg chg="del">
          <ac:chgData name="Deepika Vatsa" userId="f7100972-27fe-4ee6-8fb4-ec9b7931b409" providerId="ADAL" clId="{0686B37B-D7BE-45E2-BC9F-5C4505E6C795}" dt="2025-09-10T09:20:41.491" v="896" actId="478"/>
          <ac:spMkLst>
            <pc:docMk/>
            <pc:sldMk cId="3741322471" sldId="600"/>
            <ac:spMk id="30" creationId="{F2A92C43-A9CF-6C7B-115F-D165947B75DC}"/>
          </ac:spMkLst>
        </pc:spChg>
        <pc:spChg chg="add mod">
          <ac:chgData name="Deepika Vatsa" userId="f7100972-27fe-4ee6-8fb4-ec9b7931b409" providerId="ADAL" clId="{0686B37B-D7BE-45E2-BC9F-5C4505E6C795}" dt="2025-09-10T09:23:39.247" v="1047" actId="20577"/>
          <ac:spMkLst>
            <pc:docMk/>
            <pc:sldMk cId="3741322471" sldId="600"/>
            <ac:spMk id="36" creationId="{5C65085D-785C-2228-9264-0F2DCA7C0C3F}"/>
          </ac:spMkLst>
        </pc:spChg>
        <pc:spChg chg="mod">
          <ac:chgData name="Deepika Vatsa" userId="f7100972-27fe-4ee6-8fb4-ec9b7931b409" providerId="ADAL" clId="{0686B37B-D7BE-45E2-BC9F-5C4505E6C795}" dt="2025-09-10T09:24:02.659" v="1068" actId="6549"/>
          <ac:spMkLst>
            <pc:docMk/>
            <pc:sldMk cId="3741322471" sldId="600"/>
            <ac:spMk id="38" creationId="{90C16B20-101C-1834-9F9D-75514A3F3CD7}"/>
          </ac:spMkLst>
        </pc:spChg>
        <pc:picChg chg="add mod modCrop">
          <ac:chgData name="Deepika Vatsa" userId="f7100972-27fe-4ee6-8fb4-ec9b7931b409" providerId="ADAL" clId="{0686B37B-D7BE-45E2-BC9F-5C4505E6C795}" dt="2025-09-10T09:23:18.567" v="1040" actId="1036"/>
          <ac:picMkLst>
            <pc:docMk/>
            <pc:sldMk cId="3741322471" sldId="600"/>
            <ac:picMk id="34" creationId="{AC5891A7-F734-8390-6F24-757F0E4E8CD2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3741322471" sldId="600"/>
            <ac:inkMk id="4" creationId="{B405EE41-9BB0-EF31-CD7B-D1826F0322DD}"/>
          </ac:inkMkLst>
        </pc:inkChg>
        <pc:inkChg chg="del">
          <ac:chgData name="Deepika Vatsa" userId="f7100972-27fe-4ee6-8fb4-ec9b7931b409" providerId="ADAL" clId="{0686B37B-D7BE-45E2-BC9F-5C4505E6C795}" dt="2025-09-10T09:20:41.491" v="896" actId="478"/>
          <ac:inkMkLst>
            <pc:docMk/>
            <pc:sldMk cId="3741322471" sldId="600"/>
            <ac:inkMk id="31" creationId="{6747E487-95EF-0D08-78C5-5B69EA9930C5}"/>
          </ac:inkMkLst>
        </pc:inkChg>
        <pc:inkChg chg="del">
          <ac:chgData name="Deepika Vatsa" userId="f7100972-27fe-4ee6-8fb4-ec9b7931b409" providerId="ADAL" clId="{0686B37B-D7BE-45E2-BC9F-5C4505E6C795}" dt="2025-09-10T09:20:41.491" v="896" actId="478"/>
          <ac:inkMkLst>
            <pc:docMk/>
            <pc:sldMk cId="3741322471" sldId="600"/>
            <ac:inkMk id="32" creationId="{B7A1348C-17B0-4FC5-7B20-47821FEB7673}"/>
          </ac:inkMkLst>
        </pc:inkChg>
        <pc:cxnChg chg="del">
          <ac:chgData name="Deepika Vatsa" userId="f7100972-27fe-4ee6-8fb4-ec9b7931b409" providerId="ADAL" clId="{0686B37B-D7BE-45E2-BC9F-5C4505E6C795}" dt="2025-09-10T09:20:41.491" v="896" actId="478"/>
          <ac:cxnSpMkLst>
            <pc:docMk/>
            <pc:sldMk cId="3741322471" sldId="600"/>
            <ac:cxnSpMk id="4" creationId="{93A63C66-BBCC-74F4-92F0-6F31002F42B4}"/>
          </ac:cxnSpMkLst>
        </pc:cxnChg>
        <pc:cxnChg chg="del">
          <ac:chgData name="Deepika Vatsa" userId="f7100972-27fe-4ee6-8fb4-ec9b7931b409" providerId="ADAL" clId="{0686B37B-D7BE-45E2-BC9F-5C4505E6C795}" dt="2025-09-10T09:20:41.491" v="896" actId="478"/>
          <ac:cxnSpMkLst>
            <pc:docMk/>
            <pc:sldMk cId="3741322471" sldId="600"/>
            <ac:cxnSpMk id="5" creationId="{3DF54D41-B4AB-FA2A-815D-084F1D6B4B39}"/>
          </ac:cxnSpMkLst>
        </pc:cxnChg>
        <pc:cxnChg chg="del">
          <ac:chgData name="Deepika Vatsa" userId="f7100972-27fe-4ee6-8fb4-ec9b7931b409" providerId="ADAL" clId="{0686B37B-D7BE-45E2-BC9F-5C4505E6C795}" dt="2025-09-10T09:20:41.491" v="896" actId="478"/>
          <ac:cxnSpMkLst>
            <pc:docMk/>
            <pc:sldMk cId="3741322471" sldId="600"/>
            <ac:cxnSpMk id="20" creationId="{21587B4F-F8E0-5EEF-9FD9-347083BADD83}"/>
          </ac:cxnSpMkLst>
        </pc:cxnChg>
        <pc:cxnChg chg="del">
          <ac:chgData name="Deepika Vatsa" userId="f7100972-27fe-4ee6-8fb4-ec9b7931b409" providerId="ADAL" clId="{0686B37B-D7BE-45E2-BC9F-5C4505E6C795}" dt="2025-09-10T09:20:41.491" v="896" actId="478"/>
          <ac:cxnSpMkLst>
            <pc:docMk/>
            <pc:sldMk cId="3741322471" sldId="600"/>
            <ac:cxnSpMk id="24" creationId="{8C085D38-39D4-11C8-4895-5C8BFEED19C6}"/>
          </ac:cxnSpMkLst>
        </pc:cxnChg>
        <pc:cxnChg chg="del">
          <ac:chgData name="Deepika Vatsa" userId="f7100972-27fe-4ee6-8fb4-ec9b7931b409" providerId="ADAL" clId="{0686B37B-D7BE-45E2-BC9F-5C4505E6C795}" dt="2025-09-10T09:20:41.491" v="896" actId="478"/>
          <ac:cxnSpMkLst>
            <pc:docMk/>
            <pc:sldMk cId="3741322471" sldId="600"/>
            <ac:cxnSpMk id="25" creationId="{0B6536FB-8081-BAD5-D0DC-B7E31325D33F}"/>
          </ac:cxnSpMkLst>
        </pc:cxnChg>
        <pc:cxnChg chg="del">
          <ac:chgData name="Deepika Vatsa" userId="f7100972-27fe-4ee6-8fb4-ec9b7931b409" providerId="ADAL" clId="{0686B37B-D7BE-45E2-BC9F-5C4505E6C795}" dt="2025-09-10T09:20:41.491" v="896" actId="478"/>
          <ac:cxnSpMkLst>
            <pc:docMk/>
            <pc:sldMk cId="3741322471" sldId="600"/>
            <ac:cxnSpMk id="26" creationId="{40D2FD0C-F532-FED9-F3A0-3046467D979E}"/>
          </ac:cxnSpMkLst>
        </pc:cxnChg>
        <pc:cxnChg chg="del mod">
          <ac:chgData name="Deepika Vatsa" userId="f7100972-27fe-4ee6-8fb4-ec9b7931b409" providerId="ADAL" clId="{0686B37B-D7BE-45E2-BC9F-5C4505E6C795}" dt="2025-09-10T09:20:41.491" v="896" actId="478"/>
          <ac:cxnSpMkLst>
            <pc:docMk/>
            <pc:sldMk cId="3741322471" sldId="600"/>
            <ac:cxnSpMk id="28" creationId="{9ABF9273-E8FB-867F-1A18-1C377EED233E}"/>
          </ac:cxnSpMkLst>
        </pc:cxnChg>
        <pc:cxnChg chg="del mod">
          <ac:chgData name="Deepika Vatsa" userId="f7100972-27fe-4ee6-8fb4-ec9b7931b409" providerId="ADAL" clId="{0686B37B-D7BE-45E2-BC9F-5C4505E6C795}" dt="2025-09-10T09:20:41.491" v="896" actId="478"/>
          <ac:cxnSpMkLst>
            <pc:docMk/>
            <pc:sldMk cId="3741322471" sldId="600"/>
            <ac:cxnSpMk id="29" creationId="{9C3BF62B-5ED7-E240-B563-8D098E118B20}"/>
          </ac:cxnSpMkLst>
        </pc:cxnChg>
      </pc:sldChg>
      <pc:sldChg chg="add del">
        <pc:chgData name="Deepika Vatsa" userId="f7100972-27fe-4ee6-8fb4-ec9b7931b409" providerId="ADAL" clId="{0686B37B-D7BE-45E2-BC9F-5C4505E6C795}" dt="2025-09-10T10:00:59.993" v="1137" actId="47"/>
        <pc:sldMkLst>
          <pc:docMk/>
          <pc:sldMk cId="231855967" sldId="601"/>
        </pc:sldMkLst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686138324" sldId="602"/>
        </pc:sldMkLst>
        <pc:spChg chg="mod">
          <ac:chgData name="Deepika Vatsa" userId="f7100972-27fe-4ee6-8fb4-ec9b7931b409" providerId="ADAL" clId="{0686B37B-D7BE-45E2-BC9F-5C4505E6C795}" dt="2025-09-10T09:25:46.495" v="1112" actId="20577"/>
          <ac:spMkLst>
            <pc:docMk/>
            <pc:sldMk cId="686138324" sldId="602"/>
            <ac:spMk id="36" creationId="{5C65085D-785C-2228-9264-0F2DCA7C0C3F}"/>
          </ac:spMkLst>
        </pc:spChg>
        <pc:spChg chg="del">
          <ac:chgData name="Deepika Vatsa" userId="f7100972-27fe-4ee6-8fb4-ec9b7931b409" providerId="ADAL" clId="{0686B37B-D7BE-45E2-BC9F-5C4505E6C795}" dt="2025-09-10T09:25:00.353" v="1100" actId="478"/>
          <ac:spMkLst>
            <pc:docMk/>
            <pc:sldMk cId="686138324" sldId="602"/>
            <ac:spMk id="38" creationId="{90C16B20-101C-1834-9F9D-75514A3F3CD7}"/>
          </ac:spMkLst>
        </pc:spChg>
        <pc:picChg chg="mod">
          <ac:chgData name="Deepika Vatsa" userId="f7100972-27fe-4ee6-8fb4-ec9b7931b409" providerId="ADAL" clId="{0686B37B-D7BE-45E2-BC9F-5C4505E6C795}" dt="2025-09-10T09:25:52.783" v="1136" actId="1037"/>
          <ac:picMkLst>
            <pc:docMk/>
            <pc:sldMk cId="686138324" sldId="602"/>
            <ac:picMk id="34" creationId="{AC5891A7-F734-8390-6F24-757F0E4E8CD2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686138324" sldId="602"/>
            <ac:inkMk id="4" creationId="{38CCEFBD-C775-89AA-B483-C2F2DDA873EA}"/>
          </ac:inkMkLst>
        </pc:inkChg>
      </pc:sldChg>
      <pc:sldChg chg="addSp modSp add mod">
        <pc:chgData name="Deepika Vatsa" userId="f7100972-27fe-4ee6-8fb4-ec9b7931b409" providerId="ADAL" clId="{0686B37B-D7BE-45E2-BC9F-5C4505E6C795}" dt="2025-09-10T11:36:31.449" v="1667"/>
        <pc:sldMkLst>
          <pc:docMk/>
          <pc:sldMk cId="488499430" sldId="603"/>
        </pc:sldMkLst>
        <pc:spChg chg="mod">
          <ac:chgData name="Deepika Vatsa" userId="f7100972-27fe-4ee6-8fb4-ec9b7931b409" providerId="ADAL" clId="{0686B37B-D7BE-45E2-BC9F-5C4505E6C795}" dt="2025-09-10T10:03:12.170" v="1175" actId="20577"/>
          <ac:spMkLst>
            <pc:docMk/>
            <pc:sldMk cId="488499430" sldId="603"/>
            <ac:spMk id="36" creationId="{5C65085D-785C-2228-9264-0F2DCA7C0C3F}"/>
          </ac:spMkLst>
        </pc:sp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488499430" sldId="603"/>
            <ac:inkMk id="4" creationId="{A3799B07-F1E2-63FB-6F20-18D067DE398B}"/>
          </ac:inkMkLst>
        </pc:inkChg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1880175837" sldId="604"/>
        </pc:sldMkLst>
        <pc:spChg chg="mod">
          <ac:chgData name="Deepika Vatsa" userId="f7100972-27fe-4ee6-8fb4-ec9b7931b409" providerId="ADAL" clId="{0686B37B-D7BE-45E2-BC9F-5C4505E6C795}" dt="2025-09-10T10:18:09.787" v="1304" actId="20577"/>
          <ac:spMkLst>
            <pc:docMk/>
            <pc:sldMk cId="1880175837" sldId="604"/>
            <ac:spMk id="36" creationId="{5C65085D-785C-2228-9264-0F2DCA7C0C3F}"/>
          </ac:spMkLst>
        </pc:spChg>
        <pc:picChg chg="del">
          <ac:chgData name="Deepika Vatsa" userId="f7100972-27fe-4ee6-8fb4-ec9b7931b409" providerId="ADAL" clId="{0686B37B-D7BE-45E2-BC9F-5C4505E6C795}" dt="2025-09-10T10:04:19.688" v="1181" actId="478"/>
          <ac:picMkLst>
            <pc:docMk/>
            <pc:sldMk cId="1880175837" sldId="604"/>
            <ac:picMk id="34" creationId="{AC5891A7-F734-8390-6F24-757F0E4E8CD2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1880175837" sldId="604"/>
            <ac:inkMk id="4" creationId="{BF60BB74-C9C9-BB3D-FFEA-5B65B3CEE67C}"/>
          </ac:inkMkLst>
        </pc:inkChg>
      </pc:sldChg>
      <pc:sldChg chg="addSp modSp add mod">
        <pc:chgData name="Deepika Vatsa" userId="f7100972-27fe-4ee6-8fb4-ec9b7931b409" providerId="ADAL" clId="{0686B37B-D7BE-45E2-BC9F-5C4505E6C795}" dt="2025-09-10T11:36:31.449" v="1667"/>
        <pc:sldMkLst>
          <pc:docMk/>
          <pc:sldMk cId="3128451273" sldId="605"/>
        </pc:sldMkLst>
        <pc:spChg chg="mod">
          <ac:chgData name="Deepika Vatsa" userId="f7100972-27fe-4ee6-8fb4-ec9b7931b409" providerId="ADAL" clId="{0686B37B-D7BE-45E2-BC9F-5C4505E6C795}" dt="2025-09-10T10:09:19.294" v="1299"/>
          <ac:spMkLst>
            <pc:docMk/>
            <pc:sldMk cId="3128451273" sldId="605"/>
            <ac:spMk id="36" creationId="{5C65085D-785C-2228-9264-0F2DCA7C0C3F}"/>
          </ac:spMkLst>
        </pc:spChg>
        <pc:picChg chg="add mod">
          <ac:chgData name="Deepika Vatsa" userId="f7100972-27fe-4ee6-8fb4-ec9b7931b409" providerId="ADAL" clId="{0686B37B-D7BE-45E2-BC9F-5C4505E6C795}" dt="2025-09-10T10:09:36.100" v="1302" actId="1076"/>
          <ac:picMkLst>
            <pc:docMk/>
            <pc:sldMk cId="3128451273" sldId="605"/>
            <ac:picMk id="5" creationId="{C4A71879-C8DA-B4C4-E5E5-0102C28EC5C7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3128451273" sldId="605"/>
            <ac:inkMk id="4" creationId="{AFDD23BC-64F3-ACE9-3DA8-10A88BFB93C5}"/>
          </ac:inkMkLst>
        </pc:inkChg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3099196050" sldId="606"/>
        </pc:sldMkLst>
        <pc:spChg chg="mod">
          <ac:chgData name="Deepika Vatsa" userId="f7100972-27fe-4ee6-8fb4-ec9b7931b409" providerId="ADAL" clId="{0686B37B-D7BE-45E2-BC9F-5C4505E6C795}" dt="2025-09-10T10:20:46.307" v="1380" actId="20577"/>
          <ac:spMkLst>
            <pc:docMk/>
            <pc:sldMk cId="3099196050" sldId="606"/>
            <ac:spMk id="36" creationId="{5C65085D-785C-2228-9264-0F2DCA7C0C3F}"/>
          </ac:spMkLst>
        </pc:spChg>
        <pc:picChg chg="del">
          <ac:chgData name="Deepika Vatsa" userId="f7100972-27fe-4ee6-8fb4-ec9b7931b409" providerId="ADAL" clId="{0686B37B-D7BE-45E2-BC9F-5C4505E6C795}" dt="2025-09-10T10:19:57.793" v="1306" actId="478"/>
          <ac:picMkLst>
            <pc:docMk/>
            <pc:sldMk cId="3099196050" sldId="606"/>
            <ac:picMk id="5" creationId="{C4A71879-C8DA-B4C4-E5E5-0102C28EC5C7}"/>
          </ac:picMkLst>
        </pc:picChg>
        <pc:picChg chg="add del mod">
          <ac:chgData name="Deepika Vatsa" userId="f7100972-27fe-4ee6-8fb4-ec9b7931b409" providerId="ADAL" clId="{0686B37B-D7BE-45E2-BC9F-5C4505E6C795}" dt="2025-09-10T10:21:21.465" v="1384" actId="478"/>
          <ac:picMkLst>
            <pc:docMk/>
            <pc:sldMk cId="3099196050" sldId="606"/>
            <ac:picMk id="6" creationId="{20F69807-FDC9-F2F6-9FAB-2B966F3659B6}"/>
          </ac:picMkLst>
        </pc:picChg>
        <pc:picChg chg="add mod">
          <ac:chgData name="Deepika Vatsa" userId="f7100972-27fe-4ee6-8fb4-ec9b7931b409" providerId="ADAL" clId="{0686B37B-D7BE-45E2-BC9F-5C4505E6C795}" dt="2025-09-10T10:21:39.964" v="1393" actId="1035"/>
          <ac:picMkLst>
            <pc:docMk/>
            <pc:sldMk cId="3099196050" sldId="606"/>
            <ac:picMk id="8" creationId="{27E062EA-37A8-50FD-4BF8-C12D514723FC}"/>
          </ac:picMkLst>
        </pc:picChg>
        <pc:picChg chg="add mod">
          <ac:chgData name="Deepika Vatsa" userId="f7100972-27fe-4ee6-8fb4-ec9b7931b409" providerId="ADAL" clId="{0686B37B-D7BE-45E2-BC9F-5C4505E6C795}" dt="2025-09-10T10:21:35.799" v="1391" actId="1036"/>
          <ac:picMkLst>
            <pc:docMk/>
            <pc:sldMk cId="3099196050" sldId="606"/>
            <ac:picMk id="10" creationId="{422228DC-9B1F-7838-6105-C35A0A648B04}"/>
          </ac:picMkLst>
        </pc:picChg>
        <pc:picChg chg="add mod">
          <ac:chgData name="Deepika Vatsa" userId="f7100972-27fe-4ee6-8fb4-ec9b7931b409" providerId="ADAL" clId="{0686B37B-D7BE-45E2-BC9F-5C4505E6C795}" dt="2025-09-10T10:22:01.783" v="1398" actId="14100"/>
          <ac:picMkLst>
            <pc:docMk/>
            <pc:sldMk cId="3099196050" sldId="606"/>
            <ac:picMk id="12" creationId="{8195F960-6FFB-53F7-6A4C-E1EE98CB9EB7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3099196050" sldId="606"/>
            <ac:inkMk id="4" creationId="{73FF5DFD-A31E-DE34-9AC1-8C76DE9A7E23}"/>
          </ac:inkMkLst>
        </pc:inkChg>
      </pc:sldChg>
      <pc:sldChg chg="addSp delSp modSp add mod modAnim">
        <pc:chgData name="Deepika Vatsa" userId="f7100972-27fe-4ee6-8fb4-ec9b7931b409" providerId="ADAL" clId="{0686B37B-D7BE-45E2-BC9F-5C4505E6C795}" dt="2025-09-10T11:36:31.449" v="1667"/>
        <pc:sldMkLst>
          <pc:docMk/>
          <pc:sldMk cId="3583789348" sldId="607"/>
        </pc:sldMkLst>
        <pc:spChg chg="mod">
          <ac:chgData name="Deepika Vatsa" userId="f7100972-27fe-4ee6-8fb4-ec9b7931b409" providerId="ADAL" clId="{0686B37B-D7BE-45E2-BC9F-5C4505E6C795}" dt="2025-09-10T10:23:56.815" v="1429" actId="20577"/>
          <ac:spMkLst>
            <pc:docMk/>
            <pc:sldMk cId="3583789348" sldId="607"/>
            <ac:spMk id="2" creationId="{00000000-0000-0000-0000-000000000000}"/>
          </ac:spMkLst>
        </pc:spChg>
        <pc:spChg chg="add mod">
          <ac:chgData name="Deepika Vatsa" userId="f7100972-27fe-4ee6-8fb4-ec9b7931b409" providerId="ADAL" clId="{0686B37B-D7BE-45E2-BC9F-5C4505E6C795}" dt="2025-09-10T10:24:35.224" v="1441" actId="1076"/>
          <ac:spMkLst>
            <pc:docMk/>
            <pc:sldMk cId="3583789348" sldId="607"/>
            <ac:spMk id="5" creationId="{859DBD53-625D-6B55-4349-FF00DCEACD72}"/>
          </ac:spMkLst>
        </pc:spChg>
        <pc:spChg chg="del">
          <ac:chgData name="Deepika Vatsa" userId="f7100972-27fe-4ee6-8fb4-ec9b7931b409" providerId="ADAL" clId="{0686B37B-D7BE-45E2-BC9F-5C4505E6C795}" dt="2025-09-10T10:24:08.354" v="1432" actId="478"/>
          <ac:spMkLst>
            <pc:docMk/>
            <pc:sldMk cId="3583789348" sldId="607"/>
            <ac:spMk id="36" creationId="{5C65085D-785C-2228-9264-0F2DCA7C0C3F}"/>
          </ac:spMkLst>
        </pc:spChg>
        <pc:picChg chg="add mod">
          <ac:chgData name="Deepika Vatsa" userId="f7100972-27fe-4ee6-8fb4-ec9b7931b409" providerId="ADAL" clId="{0686B37B-D7BE-45E2-BC9F-5C4505E6C795}" dt="2025-09-10T10:24:14.840" v="1436" actId="1076"/>
          <ac:picMkLst>
            <pc:docMk/>
            <pc:sldMk cId="3583789348" sldId="607"/>
            <ac:picMk id="4" creationId="{3EDF532E-D54E-C3AA-68D8-CEFD442D098C}"/>
          </ac:picMkLst>
        </pc:picChg>
        <pc:picChg chg="del">
          <ac:chgData name="Deepika Vatsa" userId="f7100972-27fe-4ee6-8fb4-ec9b7931b409" providerId="ADAL" clId="{0686B37B-D7BE-45E2-BC9F-5C4505E6C795}" dt="2025-09-10T10:24:10.207" v="1433" actId="478"/>
          <ac:picMkLst>
            <pc:docMk/>
            <pc:sldMk cId="3583789348" sldId="607"/>
            <ac:picMk id="8" creationId="{27E062EA-37A8-50FD-4BF8-C12D514723FC}"/>
          </ac:picMkLst>
        </pc:picChg>
        <pc:picChg chg="del">
          <ac:chgData name="Deepika Vatsa" userId="f7100972-27fe-4ee6-8fb4-ec9b7931b409" providerId="ADAL" clId="{0686B37B-D7BE-45E2-BC9F-5C4505E6C795}" dt="2025-09-10T10:24:11.703" v="1434" actId="478"/>
          <ac:picMkLst>
            <pc:docMk/>
            <pc:sldMk cId="3583789348" sldId="607"/>
            <ac:picMk id="10" creationId="{422228DC-9B1F-7838-6105-C35A0A648B04}"/>
          </ac:picMkLst>
        </pc:picChg>
        <pc:picChg chg="del">
          <ac:chgData name="Deepika Vatsa" userId="f7100972-27fe-4ee6-8fb4-ec9b7931b409" providerId="ADAL" clId="{0686B37B-D7BE-45E2-BC9F-5C4505E6C795}" dt="2025-09-10T10:24:05.714" v="1431" actId="478"/>
          <ac:picMkLst>
            <pc:docMk/>
            <pc:sldMk cId="3583789348" sldId="607"/>
            <ac:picMk id="12" creationId="{8195F960-6FFB-53F7-6A4C-E1EE98CB9EB7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3583789348" sldId="607"/>
            <ac:inkMk id="6" creationId="{F7E4ADFF-6B2F-EDC8-02DA-829B9D10A506}"/>
          </ac:inkMkLst>
        </pc:inkChg>
      </pc:sldChg>
      <pc:sldChg chg="addSp delSp modSp add mod delAnim">
        <pc:chgData name="Deepika Vatsa" userId="f7100972-27fe-4ee6-8fb4-ec9b7931b409" providerId="ADAL" clId="{0686B37B-D7BE-45E2-BC9F-5C4505E6C795}" dt="2025-09-10T11:36:31.449" v="1667"/>
        <pc:sldMkLst>
          <pc:docMk/>
          <pc:sldMk cId="1234892759" sldId="608"/>
        </pc:sldMkLst>
        <pc:spChg chg="del">
          <ac:chgData name="Deepika Vatsa" userId="f7100972-27fe-4ee6-8fb4-ec9b7931b409" providerId="ADAL" clId="{0686B37B-D7BE-45E2-BC9F-5C4505E6C795}" dt="2025-09-10T10:25:33.887" v="1449" actId="478"/>
          <ac:spMkLst>
            <pc:docMk/>
            <pc:sldMk cId="1234892759" sldId="608"/>
            <ac:spMk id="5" creationId="{859DBD53-625D-6B55-4349-FF00DCEACD72}"/>
          </ac:spMkLst>
        </pc:spChg>
        <pc:spChg chg="add mod">
          <ac:chgData name="Deepika Vatsa" userId="f7100972-27fe-4ee6-8fb4-ec9b7931b409" providerId="ADAL" clId="{0686B37B-D7BE-45E2-BC9F-5C4505E6C795}" dt="2025-09-10T10:29:35.276" v="1465" actId="1076"/>
          <ac:spMkLst>
            <pc:docMk/>
            <pc:sldMk cId="1234892759" sldId="608"/>
            <ac:spMk id="7" creationId="{63FD8690-80CD-00AB-7687-29E64A9FA3DF}"/>
          </ac:spMkLst>
        </pc:spChg>
        <pc:picChg chg="del">
          <ac:chgData name="Deepika Vatsa" userId="f7100972-27fe-4ee6-8fb4-ec9b7931b409" providerId="ADAL" clId="{0686B37B-D7BE-45E2-BC9F-5C4505E6C795}" dt="2025-09-10T10:25:35.795" v="1450" actId="478"/>
          <ac:picMkLst>
            <pc:docMk/>
            <pc:sldMk cId="1234892759" sldId="608"/>
            <ac:picMk id="4" creationId="{3EDF532E-D54E-C3AA-68D8-CEFD442D098C}"/>
          </ac:picMkLst>
        </pc:picChg>
        <pc:picChg chg="add mod">
          <ac:chgData name="Deepika Vatsa" userId="f7100972-27fe-4ee6-8fb4-ec9b7931b409" providerId="ADAL" clId="{0686B37B-D7BE-45E2-BC9F-5C4505E6C795}" dt="2025-09-10T10:29:41.239" v="1468" actId="1076"/>
          <ac:picMkLst>
            <pc:docMk/>
            <pc:sldMk cId="1234892759" sldId="608"/>
            <ac:picMk id="8" creationId="{BAFBE28C-D2CB-1C72-965F-2D65EEA083A8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1234892759" sldId="608"/>
            <ac:inkMk id="4" creationId="{BB005EF3-7155-2F15-F194-102C6AA5B964}"/>
          </ac:inkMkLst>
        </pc:inkChg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2613291127" sldId="609"/>
        </pc:sldMkLst>
        <pc:spChg chg="mod">
          <ac:chgData name="Deepika Vatsa" userId="f7100972-27fe-4ee6-8fb4-ec9b7931b409" providerId="ADAL" clId="{0686B37B-D7BE-45E2-BC9F-5C4505E6C795}" dt="2025-09-10T10:30:14.469" v="1477" actId="20577"/>
          <ac:spMkLst>
            <pc:docMk/>
            <pc:sldMk cId="2613291127" sldId="609"/>
            <ac:spMk id="7" creationId="{63FD8690-80CD-00AB-7687-29E64A9FA3DF}"/>
          </ac:spMkLst>
        </pc:spChg>
        <pc:picChg chg="add mod">
          <ac:chgData name="Deepika Vatsa" userId="f7100972-27fe-4ee6-8fb4-ec9b7931b409" providerId="ADAL" clId="{0686B37B-D7BE-45E2-BC9F-5C4505E6C795}" dt="2025-09-10T10:29:54.664" v="1471" actId="14100"/>
          <ac:picMkLst>
            <pc:docMk/>
            <pc:sldMk cId="2613291127" sldId="609"/>
            <ac:picMk id="4" creationId="{FA24F057-FFF0-749B-7384-90F6637944EC}"/>
          </ac:picMkLst>
        </pc:picChg>
        <pc:picChg chg="del">
          <ac:chgData name="Deepika Vatsa" userId="f7100972-27fe-4ee6-8fb4-ec9b7931b409" providerId="ADAL" clId="{0686B37B-D7BE-45E2-BC9F-5C4505E6C795}" dt="2025-09-10T10:28:07.130" v="1456" actId="478"/>
          <ac:picMkLst>
            <pc:docMk/>
            <pc:sldMk cId="2613291127" sldId="609"/>
            <ac:picMk id="8" creationId="{BAFBE28C-D2CB-1C72-965F-2D65EEA083A8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2613291127" sldId="609"/>
            <ac:inkMk id="5" creationId="{59C6F03B-6E86-7EA0-ACAC-769904449AE2}"/>
          </ac:inkMkLst>
        </pc:inkChg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1589192932" sldId="610"/>
        </pc:sldMkLst>
        <pc:spChg chg="mod">
          <ac:chgData name="Deepika Vatsa" userId="f7100972-27fe-4ee6-8fb4-ec9b7931b409" providerId="ADAL" clId="{0686B37B-D7BE-45E2-BC9F-5C4505E6C795}" dt="2025-09-10T10:32:35.909" v="1511" actId="20577"/>
          <ac:spMkLst>
            <pc:docMk/>
            <pc:sldMk cId="1589192932" sldId="610"/>
            <ac:spMk id="2" creationId="{00000000-0000-0000-0000-000000000000}"/>
          </ac:spMkLst>
        </pc:spChg>
        <pc:spChg chg="mod">
          <ac:chgData name="Deepika Vatsa" userId="f7100972-27fe-4ee6-8fb4-ec9b7931b409" providerId="ADAL" clId="{0686B37B-D7BE-45E2-BC9F-5C4505E6C795}" dt="2025-09-10T10:33:41.779" v="1537" actId="14100"/>
          <ac:spMkLst>
            <pc:docMk/>
            <pc:sldMk cId="1589192932" sldId="610"/>
            <ac:spMk id="7" creationId="{63FD8690-80CD-00AB-7687-29E64A9FA3DF}"/>
          </ac:spMkLst>
        </pc:spChg>
        <pc:picChg chg="del">
          <ac:chgData name="Deepika Vatsa" userId="f7100972-27fe-4ee6-8fb4-ec9b7931b409" providerId="ADAL" clId="{0686B37B-D7BE-45E2-BC9F-5C4505E6C795}" dt="2025-09-10T10:32:51.792" v="1513" actId="478"/>
          <ac:picMkLst>
            <pc:docMk/>
            <pc:sldMk cId="1589192932" sldId="610"/>
            <ac:picMk id="4" creationId="{FA24F057-FFF0-749B-7384-90F6637944EC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1589192932" sldId="610"/>
            <ac:inkMk id="4" creationId="{AA2D8A36-E386-88FC-53D4-A8B4BBE99313}"/>
          </ac:inkMkLst>
        </pc:inkChg>
      </pc:sldChg>
      <pc:sldChg chg="addSp modSp add mod">
        <pc:chgData name="Deepika Vatsa" userId="f7100972-27fe-4ee6-8fb4-ec9b7931b409" providerId="ADAL" clId="{0686B37B-D7BE-45E2-BC9F-5C4505E6C795}" dt="2025-09-10T11:36:31.449" v="1667"/>
        <pc:sldMkLst>
          <pc:docMk/>
          <pc:sldMk cId="355714154" sldId="611"/>
        </pc:sldMkLst>
        <pc:spChg chg="mod">
          <ac:chgData name="Deepika Vatsa" userId="f7100972-27fe-4ee6-8fb4-ec9b7931b409" providerId="ADAL" clId="{0686B37B-D7BE-45E2-BC9F-5C4505E6C795}" dt="2025-09-10T10:37:01.646" v="1548" actId="20577"/>
          <ac:spMkLst>
            <pc:docMk/>
            <pc:sldMk cId="355714154" sldId="611"/>
            <ac:spMk id="2" creationId="{00000000-0000-0000-0000-000000000000}"/>
          </ac:spMkLst>
        </pc:spChg>
        <pc:spChg chg="mod">
          <ac:chgData name="Deepika Vatsa" userId="f7100972-27fe-4ee6-8fb4-ec9b7931b409" providerId="ADAL" clId="{0686B37B-D7BE-45E2-BC9F-5C4505E6C795}" dt="2025-09-10T10:45:41.565" v="1631"/>
          <ac:spMkLst>
            <pc:docMk/>
            <pc:sldMk cId="355714154" sldId="611"/>
            <ac:spMk id="7" creationId="{63FD8690-80CD-00AB-7687-29E64A9FA3DF}"/>
          </ac:spMkLst>
        </pc:sp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355714154" sldId="611"/>
            <ac:inkMk id="4" creationId="{AE274538-4781-508C-31B8-82A43300F28D}"/>
          </ac:inkMkLst>
        </pc:inkChg>
      </pc:sldChg>
      <pc:sldChg chg="addSp modSp add mod">
        <pc:chgData name="Deepika Vatsa" userId="f7100972-27fe-4ee6-8fb4-ec9b7931b409" providerId="ADAL" clId="{0686B37B-D7BE-45E2-BC9F-5C4505E6C795}" dt="2025-09-10T11:36:31.449" v="1667"/>
        <pc:sldMkLst>
          <pc:docMk/>
          <pc:sldMk cId="384079750" sldId="612"/>
        </pc:sldMkLst>
        <pc:spChg chg="mod">
          <ac:chgData name="Deepika Vatsa" userId="f7100972-27fe-4ee6-8fb4-ec9b7931b409" providerId="ADAL" clId="{0686B37B-D7BE-45E2-BC9F-5C4505E6C795}" dt="2025-09-10T10:43:01.075" v="1600" actId="20577"/>
          <ac:spMkLst>
            <pc:docMk/>
            <pc:sldMk cId="384079750" sldId="612"/>
            <ac:spMk id="2" creationId="{00000000-0000-0000-0000-000000000000}"/>
          </ac:spMkLst>
        </pc:spChg>
        <pc:spChg chg="mod">
          <ac:chgData name="Deepika Vatsa" userId="f7100972-27fe-4ee6-8fb4-ec9b7931b409" providerId="ADAL" clId="{0686B37B-D7BE-45E2-BC9F-5C4505E6C795}" dt="2025-09-10T10:43:49.658" v="1615"/>
          <ac:spMkLst>
            <pc:docMk/>
            <pc:sldMk cId="384079750" sldId="612"/>
            <ac:spMk id="7" creationId="{63FD8690-80CD-00AB-7687-29E64A9FA3DF}"/>
          </ac:spMkLst>
        </pc:sp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384079750" sldId="612"/>
            <ac:inkMk id="4" creationId="{3AAB797E-DE3B-5DA1-C950-FDC25FE691CD}"/>
          </ac:inkMkLst>
        </pc:inkChg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3716050871" sldId="613"/>
        </pc:sldMkLst>
        <pc:spChg chg="mod">
          <ac:chgData name="Deepika Vatsa" userId="f7100972-27fe-4ee6-8fb4-ec9b7931b409" providerId="ADAL" clId="{0686B37B-D7BE-45E2-BC9F-5C4505E6C795}" dt="2025-09-10T10:45:26.636" v="1626" actId="20577"/>
          <ac:spMkLst>
            <pc:docMk/>
            <pc:sldMk cId="3716050871" sldId="613"/>
            <ac:spMk id="2" creationId="{00000000-0000-0000-0000-000000000000}"/>
          </ac:spMkLst>
        </pc:spChg>
        <pc:spChg chg="del">
          <ac:chgData name="Deepika Vatsa" userId="f7100972-27fe-4ee6-8fb4-ec9b7931b409" providerId="ADAL" clId="{0686B37B-D7BE-45E2-BC9F-5C4505E6C795}" dt="2025-09-10T10:45:16.756" v="1617" actId="478"/>
          <ac:spMkLst>
            <pc:docMk/>
            <pc:sldMk cId="3716050871" sldId="613"/>
            <ac:spMk id="7" creationId="{63FD8690-80CD-00AB-7687-29E64A9FA3DF}"/>
          </ac:spMkLst>
        </pc:spChg>
        <pc:picChg chg="add del mod">
          <ac:chgData name="Deepika Vatsa" userId="f7100972-27fe-4ee6-8fb4-ec9b7931b409" providerId="ADAL" clId="{0686B37B-D7BE-45E2-BC9F-5C4505E6C795}" dt="2025-09-10T10:50:37.501" v="1655" actId="478"/>
          <ac:picMkLst>
            <pc:docMk/>
            <pc:sldMk cId="3716050871" sldId="613"/>
            <ac:picMk id="5" creationId="{13884A6B-7C08-1B29-9CEE-7F7DE312DCE0}"/>
          </ac:picMkLst>
        </pc:picChg>
        <pc:picChg chg="add mod">
          <ac:chgData name="Deepika Vatsa" userId="f7100972-27fe-4ee6-8fb4-ec9b7931b409" providerId="ADAL" clId="{0686B37B-D7BE-45E2-BC9F-5C4505E6C795}" dt="2025-09-10T10:50:40.060" v="1657" actId="1076"/>
          <ac:picMkLst>
            <pc:docMk/>
            <pc:sldMk cId="3716050871" sldId="613"/>
            <ac:picMk id="8" creationId="{2436BED1-1ACE-ED0D-CDF8-1376DE2C159E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3716050871" sldId="613"/>
            <ac:inkMk id="4" creationId="{91195C2A-7E52-0A4D-B395-DF5FB6DA7A5E}"/>
          </ac:inkMkLst>
        </pc:inkChg>
      </pc:sldChg>
      <pc:sldChg chg="addSp delSp modSp add mod">
        <pc:chgData name="Deepika Vatsa" userId="f7100972-27fe-4ee6-8fb4-ec9b7931b409" providerId="ADAL" clId="{0686B37B-D7BE-45E2-BC9F-5C4505E6C795}" dt="2025-09-10T11:36:31.449" v="1667"/>
        <pc:sldMkLst>
          <pc:docMk/>
          <pc:sldMk cId="641320116" sldId="614"/>
        </pc:sldMkLst>
        <pc:spChg chg="del">
          <ac:chgData name="Deepika Vatsa" userId="f7100972-27fe-4ee6-8fb4-ec9b7931b409" providerId="ADAL" clId="{0686B37B-D7BE-45E2-BC9F-5C4505E6C795}" dt="2025-09-10T10:49:21.385" v="1651" actId="478"/>
          <ac:spMkLst>
            <pc:docMk/>
            <pc:sldMk cId="641320116" sldId="614"/>
            <ac:spMk id="7" creationId="{63FD8690-80CD-00AB-7687-29E64A9FA3DF}"/>
          </ac:spMkLst>
        </pc:spChg>
        <pc:picChg chg="add mod">
          <ac:chgData name="Deepika Vatsa" userId="f7100972-27fe-4ee6-8fb4-ec9b7931b409" providerId="ADAL" clId="{0686B37B-D7BE-45E2-BC9F-5C4505E6C795}" dt="2025-09-10T10:49:27.658" v="1654" actId="1076"/>
          <ac:picMkLst>
            <pc:docMk/>
            <pc:sldMk cId="641320116" sldId="614"/>
            <ac:picMk id="5" creationId="{5706E830-F6C3-7454-9A8C-C04FFC1C3F04}"/>
          </ac:picMkLst>
        </pc:picChg>
        <pc:inkChg chg="add">
          <ac:chgData name="Deepika Vatsa" userId="f7100972-27fe-4ee6-8fb4-ec9b7931b409" providerId="ADAL" clId="{0686B37B-D7BE-45E2-BC9F-5C4505E6C795}" dt="2025-09-10T11:36:31.449" v="1667"/>
          <ac:inkMkLst>
            <pc:docMk/>
            <pc:sldMk cId="641320116" sldId="614"/>
            <ac:inkMk id="4" creationId="{6519A086-B0EF-25CA-18C8-0F3369D4551C}"/>
          </ac:inkMkLst>
        </pc:inkChg>
      </pc:sldChg>
      <pc:sldChg chg="addSp delSp modSp add del mod">
        <pc:chgData name="Deepika Vatsa" userId="f7100972-27fe-4ee6-8fb4-ec9b7931b409" providerId="ADAL" clId="{0686B37B-D7BE-45E2-BC9F-5C4505E6C795}" dt="2025-09-10T10:49:14.824" v="1649" actId="2696"/>
        <pc:sldMkLst>
          <pc:docMk/>
          <pc:sldMk cId="4183607515" sldId="614"/>
        </pc:sldMkLst>
        <pc:spChg chg="mod">
          <ac:chgData name="Deepika Vatsa" userId="f7100972-27fe-4ee6-8fb4-ec9b7931b409" providerId="ADAL" clId="{0686B37B-D7BE-45E2-BC9F-5C4505E6C795}" dt="2025-09-10T10:46:38.075" v="1642" actId="20577"/>
          <ac:spMkLst>
            <pc:docMk/>
            <pc:sldMk cId="4183607515" sldId="614"/>
            <ac:spMk id="2" creationId="{00000000-0000-0000-0000-000000000000}"/>
          </ac:spMkLst>
        </pc:spChg>
        <pc:spChg chg="add mod">
          <ac:chgData name="Deepika Vatsa" userId="f7100972-27fe-4ee6-8fb4-ec9b7931b409" providerId="ADAL" clId="{0686B37B-D7BE-45E2-BC9F-5C4505E6C795}" dt="2025-09-10T10:47:03.193" v="1648" actId="14100"/>
          <ac:spMkLst>
            <pc:docMk/>
            <pc:sldMk cId="4183607515" sldId="614"/>
            <ac:spMk id="4" creationId="{33F2CC8C-C38E-A44F-274C-E33C888DB9FB}"/>
          </ac:spMkLst>
        </pc:spChg>
        <pc:picChg chg="del">
          <ac:chgData name="Deepika Vatsa" userId="f7100972-27fe-4ee6-8fb4-ec9b7931b409" providerId="ADAL" clId="{0686B37B-D7BE-45E2-BC9F-5C4505E6C795}" dt="2025-09-10T10:46:46.103" v="1643" actId="478"/>
          <ac:picMkLst>
            <pc:docMk/>
            <pc:sldMk cId="4183607515" sldId="614"/>
            <ac:picMk id="5" creationId="{13884A6B-7C08-1B29-9CEE-7F7DE312DCE0}"/>
          </ac:picMkLst>
        </pc:picChg>
      </pc:sldChg>
      <pc:sldMasterChg chg="del delSldLayout">
        <pc:chgData name="Deepika Vatsa" userId="f7100972-27fe-4ee6-8fb4-ec9b7931b409" providerId="ADAL" clId="{0686B37B-D7BE-45E2-BC9F-5C4505E6C795}" dt="2025-09-10T10:46:53.085" v="1645" actId="47"/>
        <pc:sldMasterMkLst>
          <pc:docMk/>
          <pc:sldMasterMk cId="0" sldId="2147483648"/>
        </pc:sldMasterMkLst>
        <pc:sldLayoutChg chg="del">
          <pc:chgData name="Deepika Vatsa" userId="f7100972-27fe-4ee6-8fb4-ec9b7931b409" providerId="ADAL" clId="{0686B37B-D7BE-45E2-BC9F-5C4505E6C795}" dt="2025-09-10T10:46:53.085" v="1645" actId="47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Deepika Vatsa" userId="f7100972-27fe-4ee6-8fb4-ec9b7931b409" providerId="ADAL" clId="{0686B37B-D7BE-45E2-BC9F-5C4505E6C795}" dt="2025-09-10T10:46:53.085" v="1645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Deepika Vatsa" userId="f7100972-27fe-4ee6-8fb4-ec9b7931b409" providerId="ADAL" clId="{0686B37B-D7BE-45E2-BC9F-5C4505E6C795}" dt="2025-09-10T10:30:58.397" v="1479" actId="47"/>
          <pc:sldLayoutMkLst>
            <pc:docMk/>
            <pc:sldMasterMk cId="0" sldId="2147483648"/>
            <pc:sldLayoutMk cId="2142604973" sldId="2147483651"/>
          </pc:sldLayoutMkLst>
        </pc:sldLayoutChg>
      </pc:sldMasterChg>
    </pc:docChg>
  </pc:docChgLst>
  <pc:docChgLst>
    <pc:chgData name="Deepika Vatsa" userId="f7100972-27fe-4ee6-8fb4-ec9b7931b409" providerId="ADAL" clId="{9BF1F297-6717-4BC3-A04E-71C2BE90CF54}"/>
    <pc:docChg chg="undo custSel addSld delSld modSld sldOrd">
      <pc:chgData name="Deepika Vatsa" userId="f7100972-27fe-4ee6-8fb4-ec9b7931b409" providerId="ADAL" clId="{9BF1F297-6717-4BC3-A04E-71C2BE90CF54}" dt="2025-09-15T09:38:13.418" v="609"/>
      <pc:docMkLst>
        <pc:docMk/>
      </pc:docMkLst>
      <pc:sldChg chg="modSp mod">
        <pc:chgData name="Deepika Vatsa" userId="f7100972-27fe-4ee6-8fb4-ec9b7931b409" providerId="ADAL" clId="{9BF1F297-6717-4BC3-A04E-71C2BE90CF54}" dt="2025-09-15T05:39:29.147" v="31" actId="20577"/>
        <pc:sldMkLst>
          <pc:docMk/>
          <pc:sldMk cId="0" sldId="395"/>
        </pc:sldMkLst>
        <pc:spChg chg="mod">
          <ac:chgData name="Deepika Vatsa" userId="f7100972-27fe-4ee6-8fb4-ec9b7931b409" providerId="ADAL" clId="{9BF1F297-6717-4BC3-A04E-71C2BE90CF54}" dt="2025-09-15T05:39:29.147" v="31" actId="20577"/>
          <ac:spMkLst>
            <pc:docMk/>
            <pc:sldMk cId="0" sldId="395"/>
            <ac:spMk id="2" creationId="{00000000-0000-0000-0000-000000000000}"/>
          </ac:spMkLst>
        </pc:spChg>
      </pc:sldChg>
      <pc:sldChg chg="delSp modSp mod">
        <pc:chgData name="Deepika Vatsa" userId="f7100972-27fe-4ee6-8fb4-ec9b7931b409" providerId="ADAL" clId="{9BF1F297-6717-4BC3-A04E-71C2BE90CF54}" dt="2025-09-15T05:41:23.997" v="88" actId="478"/>
        <pc:sldMkLst>
          <pc:docMk/>
          <pc:sldMk cId="3198423911" sldId="593"/>
        </pc:sldMkLst>
        <pc:spChg chg="mod">
          <ac:chgData name="Deepika Vatsa" userId="f7100972-27fe-4ee6-8fb4-ec9b7931b409" providerId="ADAL" clId="{9BF1F297-6717-4BC3-A04E-71C2BE90CF54}" dt="2025-09-15T05:39:48.520" v="68" actId="20577"/>
          <ac:spMkLst>
            <pc:docMk/>
            <pc:sldMk cId="3198423911" sldId="593"/>
            <ac:spMk id="2" creationId="{00000000-0000-0000-0000-000000000000}"/>
          </ac:spMkLst>
        </pc:spChg>
        <pc:spChg chg="mod">
          <ac:chgData name="Deepika Vatsa" userId="f7100972-27fe-4ee6-8fb4-ec9b7931b409" providerId="ADAL" clId="{9BF1F297-6717-4BC3-A04E-71C2BE90CF54}" dt="2025-09-15T05:41:21.464" v="87" actId="20577"/>
          <ac:spMkLst>
            <pc:docMk/>
            <pc:sldMk cId="3198423911" sldId="593"/>
            <ac:spMk id="5" creationId="{2461C6AC-CE12-CE55-1E34-C97C06A15181}"/>
          </ac:spMkLst>
        </pc:spChg>
        <pc:inkChg chg="del">
          <ac:chgData name="Deepika Vatsa" userId="f7100972-27fe-4ee6-8fb4-ec9b7931b409" providerId="ADAL" clId="{9BF1F297-6717-4BC3-A04E-71C2BE90CF54}" dt="2025-09-15T05:41:23.997" v="88" actId="478"/>
          <ac:inkMkLst>
            <pc:docMk/>
            <pc:sldMk cId="3198423911" sldId="593"/>
            <ac:inkMk id="4" creationId="{7C05569E-4D8E-E754-C254-97F195769E1D}"/>
          </ac:inkMkLst>
        </pc:inkChg>
      </pc:sldChg>
      <pc:sldChg chg="del">
        <pc:chgData name="Deepika Vatsa" userId="f7100972-27fe-4ee6-8fb4-ec9b7931b409" providerId="ADAL" clId="{9BF1F297-6717-4BC3-A04E-71C2BE90CF54}" dt="2025-09-15T05:43:10.216" v="146" actId="2696"/>
        <pc:sldMkLst>
          <pc:docMk/>
          <pc:sldMk cId="437715440" sldId="594"/>
        </pc:sldMkLst>
      </pc:sldChg>
      <pc:sldChg chg="del">
        <pc:chgData name="Deepika Vatsa" userId="f7100972-27fe-4ee6-8fb4-ec9b7931b409" providerId="ADAL" clId="{9BF1F297-6717-4BC3-A04E-71C2BE90CF54}" dt="2025-09-15T05:43:10.216" v="146" actId="2696"/>
        <pc:sldMkLst>
          <pc:docMk/>
          <pc:sldMk cId="3863018802" sldId="595"/>
        </pc:sldMkLst>
      </pc:sldChg>
      <pc:sldChg chg="del">
        <pc:chgData name="Deepika Vatsa" userId="f7100972-27fe-4ee6-8fb4-ec9b7931b409" providerId="ADAL" clId="{9BF1F297-6717-4BC3-A04E-71C2BE90CF54}" dt="2025-09-15T05:43:10.216" v="146" actId="2696"/>
        <pc:sldMkLst>
          <pc:docMk/>
          <pc:sldMk cId="485055122" sldId="596"/>
        </pc:sldMkLst>
      </pc:sldChg>
      <pc:sldChg chg="del">
        <pc:chgData name="Deepika Vatsa" userId="f7100972-27fe-4ee6-8fb4-ec9b7931b409" providerId="ADAL" clId="{9BF1F297-6717-4BC3-A04E-71C2BE90CF54}" dt="2025-09-15T05:43:10.216" v="146" actId="2696"/>
        <pc:sldMkLst>
          <pc:docMk/>
          <pc:sldMk cId="3521986725" sldId="597"/>
        </pc:sldMkLst>
      </pc:sldChg>
      <pc:sldChg chg="del">
        <pc:chgData name="Deepika Vatsa" userId="f7100972-27fe-4ee6-8fb4-ec9b7931b409" providerId="ADAL" clId="{9BF1F297-6717-4BC3-A04E-71C2BE90CF54}" dt="2025-09-15T05:43:10.216" v="146" actId="2696"/>
        <pc:sldMkLst>
          <pc:docMk/>
          <pc:sldMk cId="76242864" sldId="598"/>
        </pc:sldMkLst>
      </pc:sldChg>
      <pc:sldChg chg="del">
        <pc:chgData name="Deepika Vatsa" userId="f7100972-27fe-4ee6-8fb4-ec9b7931b409" providerId="ADAL" clId="{9BF1F297-6717-4BC3-A04E-71C2BE90CF54}" dt="2025-09-15T05:43:10.216" v="146" actId="2696"/>
        <pc:sldMkLst>
          <pc:docMk/>
          <pc:sldMk cId="2771364255" sldId="599"/>
        </pc:sldMkLst>
      </pc:sldChg>
      <pc:sldChg chg="del">
        <pc:chgData name="Deepika Vatsa" userId="f7100972-27fe-4ee6-8fb4-ec9b7931b409" providerId="ADAL" clId="{9BF1F297-6717-4BC3-A04E-71C2BE90CF54}" dt="2025-09-15T05:43:10.216" v="146" actId="2696"/>
        <pc:sldMkLst>
          <pc:docMk/>
          <pc:sldMk cId="3741322471" sldId="600"/>
        </pc:sldMkLst>
      </pc:sldChg>
      <pc:sldChg chg="del">
        <pc:chgData name="Deepika Vatsa" userId="f7100972-27fe-4ee6-8fb4-ec9b7931b409" providerId="ADAL" clId="{9BF1F297-6717-4BC3-A04E-71C2BE90CF54}" dt="2025-09-15T05:43:10.216" v="146" actId="2696"/>
        <pc:sldMkLst>
          <pc:docMk/>
          <pc:sldMk cId="686138324" sldId="602"/>
        </pc:sldMkLst>
      </pc:sldChg>
      <pc:sldChg chg="del">
        <pc:chgData name="Deepika Vatsa" userId="f7100972-27fe-4ee6-8fb4-ec9b7931b409" providerId="ADAL" clId="{9BF1F297-6717-4BC3-A04E-71C2BE90CF54}" dt="2025-09-15T05:43:10.216" v="146" actId="2696"/>
        <pc:sldMkLst>
          <pc:docMk/>
          <pc:sldMk cId="488499430" sldId="603"/>
        </pc:sldMkLst>
      </pc:sldChg>
      <pc:sldChg chg="del">
        <pc:chgData name="Deepika Vatsa" userId="f7100972-27fe-4ee6-8fb4-ec9b7931b409" providerId="ADAL" clId="{9BF1F297-6717-4BC3-A04E-71C2BE90CF54}" dt="2025-09-15T05:43:10.216" v="146" actId="2696"/>
        <pc:sldMkLst>
          <pc:docMk/>
          <pc:sldMk cId="1880175837" sldId="604"/>
        </pc:sldMkLst>
      </pc:sldChg>
      <pc:sldChg chg="del">
        <pc:chgData name="Deepika Vatsa" userId="f7100972-27fe-4ee6-8fb4-ec9b7931b409" providerId="ADAL" clId="{9BF1F297-6717-4BC3-A04E-71C2BE90CF54}" dt="2025-09-15T05:43:10.216" v="146" actId="2696"/>
        <pc:sldMkLst>
          <pc:docMk/>
          <pc:sldMk cId="3128451273" sldId="605"/>
        </pc:sldMkLst>
      </pc:sldChg>
      <pc:sldChg chg="del">
        <pc:chgData name="Deepika Vatsa" userId="f7100972-27fe-4ee6-8fb4-ec9b7931b409" providerId="ADAL" clId="{9BF1F297-6717-4BC3-A04E-71C2BE90CF54}" dt="2025-09-15T05:43:10.216" v="146" actId="2696"/>
        <pc:sldMkLst>
          <pc:docMk/>
          <pc:sldMk cId="3099196050" sldId="606"/>
        </pc:sldMkLst>
      </pc:sldChg>
      <pc:sldChg chg="del">
        <pc:chgData name="Deepika Vatsa" userId="f7100972-27fe-4ee6-8fb4-ec9b7931b409" providerId="ADAL" clId="{9BF1F297-6717-4BC3-A04E-71C2BE90CF54}" dt="2025-09-15T05:43:10.216" v="146" actId="2696"/>
        <pc:sldMkLst>
          <pc:docMk/>
          <pc:sldMk cId="3583789348" sldId="607"/>
        </pc:sldMkLst>
      </pc:sldChg>
      <pc:sldChg chg="del">
        <pc:chgData name="Deepika Vatsa" userId="f7100972-27fe-4ee6-8fb4-ec9b7931b409" providerId="ADAL" clId="{9BF1F297-6717-4BC3-A04E-71C2BE90CF54}" dt="2025-09-15T05:43:10.216" v="146" actId="2696"/>
        <pc:sldMkLst>
          <pc:docMk/>
          <pc:sldMk cId="1234892759" sldId="608"/>
        </pc:sldMkLst>
      </pc:sldChg>
      <pc:sldChg chg="del">
        <pc:chgData name="Deepika Vatsa" userId="f7100972-27fe-4ee6-8fb4-ec9b7931b409" providerId="ADAL" clId="{9BF1F297-6717-4BC3-A04E-71C2BE90CF54}" dt="2025-09-15T05:43:10.216" v="146" actId="2696"/>
        <pc:sldMkLst>
          <pc:docMk/>
          <pc:sldMk cId="2613291127" sldId="609"/>
        </pc:sldMkLst>
      </pc:sldChg>
      <pc:sldChg chg="del">
        <pc:chgData name="Deepika Vatsa" userId="f7100972-27fe-4ee6-8fb4-ec9b7931b409" providerId="ADAL" clId="{9BF1F297-6717-4BC3-A04E-71C2BE90CF54}" dt="2025-09-15T05:43:10.216" v="146" actId="2696"/>
        <pc:sldMkLst>
          <pc:docMk/>
          <pc:sldMk cId="1589192932" sldId="610"/>
        </pc:sldMkLst>
      </pc:sldChg>
      <pc:sldChg chg="del">
        <pc:chgData name="Deepika Vatsa" userId="f7100972-27fe-4ee6-8fb4-ec9b7931b409" providerId="ADAL" clId="{9BF1F297-6717-4BC3-A04E-71C2BE90CF54}" dt="2025-09-15T05:43:10.216" v="146" actId="2696"/>
        <pc:sldMkLst>
          <pc:docMk/>
          <pc:sldMk cId="355714154" sldId="611"/>
        </pc:sldMkLst>
      </pc:sldChg>
      <pc:sldChg chg="del">
        <pc:chgData name="Deepika Vatsa" userId="f7100972-27fe-4ee6-8fb4-ec9b7931b409" providerId="ADAL" clId="{9BF1F297-6717-4BC3-A04E-71C2BE90CF54}" dt="2025-09-15T05:43:10.216" v="146" actId="2696"/>
        <pc:sldMkLst>
          <pc:docMk/>
          <pc:sldMk cId="384079750" sldId="612"/>
        </pc:sldMkLst>
      </pc:sldChg>
      <pc:sldChg chg="del">
        <pc:chgData name="Deepika Vatsa" userId="f7100972-27fe-4ee6-8fb4-ec9b7931b409" providerId="ADAL" clId="{9BF1F297-6717-4BC3-A04E-71C2BE90CF54}" dt="2025-09-15T05:43:10.216" v="146" actId="2696"/>
        <pc:sldMkLst>
          <pc:docMk/>
          <pc:sldMk cId="3716050871" sldId="613"/>
        </pc:sldMkLst>
      </pc:sldChg>
      <pc:sldChg chg="del">
        <pc:chgData name="Deepika Vatsa" userId="f7100972-27fe-4ee6-8fb4-ec9b7931b409" providerId="ADAL" clId="{9BF1F297-6717-4BC3-A04E-71C2BE90CF54}" dt="2025-09-15T05:43:10.216" v="146" actId="2696"/>
        <pc:sldMkLst>
          <pc:docMk/>
          <pc:sldMk cId="641320116" sldId="614"/>
        </pc:sldMkLst>
      </pc:sldChg>
      <pc:sldChg chg="modSp add mod">
        <pc:chgData name="Deepika Vatsa" userId="f7100972-27fe-4ee6-8fb4-ec9b7931b409" providerId="ADAL" clId="{9BF1F297-6717-4BC3-A04E-71C2BE90CF54}" dt="2025-09-15T05:42:57.522" v="145" actId="20577"/>
        <pc:sldMkLst>
          <pc:docMk/>
          <pc:sldMk cId="3220904083" sldId="615"/>
        </pc:sldMkLst>
        <pc:spChg chg="mod">
          <ac:chgData name="Deepika Vatsa" userId="f7100972-27fe-4ee6-8fb4-ec9b7931b409" providerId="ADAL" clId="{9BF1F297-6717-4BC3-A04E-71C2BE90CF54}" dt="2025-09-15T05:42:57.522" v="145" actId="20577"/>
          <ac:spMkLst>
            <pc:docMk/>
            <pc:sldMk cId="3220904083" sldId="615"/>
            <ac:spMk id="5" creationId="{2461C6AC-CE12-CE55-1E34-C97C06A15181}"/>
          </ac:spMkLst>
        </pc:spChg>
      </pc:sldChg>
      <pc:sldChg chg="addSp modSp add mod">
        <pc:chgData name="Deepika Vatsa" userId="f7100972-27fe-4ee6-8fb4-ec9b7931b409" providerId="ADAL" clId="{9BF1F297-6717-4BC3-A04E-71C2BE90CF54}" dt="2025-09-15T09:38:13.418" v="609"/>
        <pc:sldMkLst>
          <pc:docMk/>
          <pc:sldMk cId="1599474141" sldId="616"/>
        </pc:sldMkLst>
        <pc:spChg chg="mod">
          <ac:chgData name="Deepika Vatsa" userId="f7100972-27fe-4ee6-8fb4-ec9b7931b409" providerId="ADAL" clId="{9BF1F297-6717-4BC3-A04E-71C2BE90CF54}" dt="2025-09-15T05:43:46.501" v="159" actId="20577"/>
          <ac:spMkLst>
            <pc:docMk/>
            <pc:sldMk cId="1599474141" sldId="616"/>
            <ac:spMk id="2" creationId="{00000000-0000-0000-0000-000000000000}"/>
          </ac:spMkLst>
        </pc:spChg>
        <pc:spChg chg="mod">
          <ac:chgData name="Deepika Vatsa" userId="f7100972-27fe-4ee6-8fb4-ec9b7931b409" providerId="ADAL" clId="{9BF1F297-6717-4BC3-A04E-71C2BE90CF54}" dt="2025-09-15T05:44:12.019" v="177" actId="20577"/>
          <ac:spMkLst>
            <pc:docMk/>
            <pc:sldMk cId="1599474141" sldId="616"/>
            <ac:spMk id="5" creationId="{2461C6AC-CE12-CE55-1E34-C97C06A15181}"/>
          </ac:spMkLst>
        </pc:spChg>
        <pc:inkChg chg="add">
          <ac:chgData name="Deepika Vatsa" userId="f7100972-27fe-4ee6-8fb4-ec9b7931b409" providerId="ADAL" clId="{9BF1F297-6717-4BC3-A04E-71C2BE90CF54}" dt="2025-09-15T09:38:13.418" v="609"/>
          <ac:inkMkLst>
            <pc:docMk/>
            <pc:sldMk cId="1599474141" sldId="616"/>
            <ac:inkMk id="4" creationId="{B6F7AFC4-9EF2-E883-CD16-4A635338534C}"/>
          </ac:inkMkLst>
        </pc:inkChg>
      </pc:sldChg>
      <pc:sldChg chg="addSp delSp modSp add mod">
        <pc:chgData name="Deepika Vatsa" userId="f7100972-27fe-4ee6-8fb4-ec9b7931b409" providerId="ADAL" clId="{9BF1F297-6717-4BC3-A04E-71C2BE90CF54}" dt="2025-09-15T09:38:13.418" v="609"/>
        <pc:sldMkLst>
          <pc:docMk/>
          <pc:sldMk cId="875173089" sldId="617"/>
        </pc:sldMkLst>
        <pc:spChg chg="mod">
          <ac:chgData name="Deepika Vatsa" userId="f7100972-27fe-4ee6-8fb4-ec9b7931b409" providerId="ADAL" clId="{9BF1F297-6717-4BC3-A04E-71C2BE90CF54}" dt="2025-09-15T05:45:05.830" v="185" actId="20577"/>
          <ac:spMkLst>
            <pc:docMk/>
            <pc:sldMk cId="875173089" sldId="617"/>
            <ac:spMk id="2" creationId="{00000000-0000-0000-0000-000000000000}"/>
          </ac:spMkLst>
        </pc:spChg>
        <pc:spChg chg="del">
          <ac:chgData name="Deepika Vatsa" userId="f7100972-27fe-4ee6-8fb4-ec9b7931b409" providerId="ADAL" clId="{9BF1F297-6717-4BC3-A04E-71C2BE90CF54}" dt="2025-09-15T05:45:09.007" v="186" actId="478"/>
          <ac:spMkLst>
            <pc:docMk/>
            <pc:sldMk cId="875173089" sldId="617"/>
            <ac:spMk id="5" creationId="{2461C6AC-CE12-CE55-1E34-C97C06A15181}"/>
          </ac:spMkLst>
        </pc:spChg>
        <pc:spChg chg="add mod">
          <ac:chgData name="Deepika Vatsa" userId="f7100972-27fe-4ee6-8fb4-ec9b7931b409" providerId="ADAL" clId="{9BF1F297-6717-4BC3-A04E-71C2BE90CF54}" dt="2025-09-15T05:45:34.316" v="194" actId="404"/>
          <ac:spMkLst>
            <pc:docMk/>
            <pc:sldMk cId="875173089" sldId="617"/>
            <ac:spMk id="8" creationId="{85F5FF37-30E9-EBB5-D5C2-54CC184F4597}"/>
          </ac:spMkLst>
        </pc:spChg>
        <pc:picChg chg="add mod">
          <ac:chgData name="Deepika Vatsa" userId="f7100972-27fe-4ee6-8fb4-ec9b7931b409" providerId="ADAL" clId="{9BF1F297-6717-4BC3-A04E-71C2BE90CF54}" dt="2025-09-15T05:45:40.570" v="199" actId="1036"/>
          <ac:picMkLst>
            <pc:docMk/>
            <pc:sldMk cId="875173089" sldId="617"/>
            <ac:picMk id="6" creationId="{8FF83631-589F-3148-F95F-04EE7E175DF6}"/>
          </ac:picMkLst>
        </pc:picChg>
        <pc:inkChg chg="add">
          <ac:chgData name="Deepika Vatsa" userId="f7100972-27fe-4ee6-8fb4-ec9b7931b409" providerId="ADAL" clId="{9BF1F297-6717-4BC3-A04E-71C2BE90CF54}" dt="2025-09-15T09:38:13.418" v="609"/>
          <ac:inkMkLst>
            <pc:docMk/>
            <pc:sldMk cId="875173089" sldId="617"/>
            <ac:inkMk id="4" creationId="{BF0C2D28-F4D2-B2C4-570A-C1E44D0E00EC}"/>
          </ac:inkMkLst>
        </pc:inkChg>
      </pc:sldChg>
      <pc:sldChg chg="addSp delSp modSp add mod">
        <pc:chgData name="Deepika Vatsa" userId="f7100972-27fe-4ee6-8fb4-ec9b7931b409" providerId="ADAL" clId="{9BF1F297-6717-4BC3-A04E-71C2BE90CF54}" dt="2025-09-15T09:38:13.418" v="609"/>
        <pc:sldMkLst>
          <pc:docMk/>
          <pc:sldMk cId="975535541" sldId="618"/>
        </pc:sldMkLst>
        <pc:spChg chg="del">
          <ac:chgData name="Deepika Vatsa" userId="f7100972-27fe-4ee6-8fb4-ec9b7931b409" providerId="ADAL" clId="{9BF1F297-6717-4BC3-A04E-71C2BE90CF54}" dt="2025-09-15T05:46:02.945" v="203" actId="478"/>
          <ac:spMkLst>
            <pc:docMk/>
            <pc:sldMk cId="975535541" sldId="618"/>
            <ac:spMk id="8" creationId="{85F5FF37-30E9-EBB5-D5C2-54CC184F4597}"/>
          </ac:spMkLst>
        </pc:spChg>
        <pc:picChg chg="add mod">
          <ac:chgData name="Deepika Vatsa" userId="f7100972-27fe-4ee6-8fb4-ec9b7931b409" providerId="ADAL" clId="{9BF1F297-6717-4BC3-A04E-71C2BE90CF54}" dt="2025-09-15T05:46:05.098" v="204" actId="1076"/>
          <ac:picMkLst>
            <pc:docMk/>
            <pc:sldMk cId="975535541" sldId="618"/>
            <ac:picMk id="5" creationId="{E3B46581-2D92-9920-51EA-5638DF333819}"/>
          </ac:picMkLst>
        </pc:picChg>
        <pc:picChg chg="del">
          <ac:chgData name="Deepika Vatsa" userId="f7100972-27fe-4ee6-8fb4-ec9b7931b409" providerId="ADAL" clId="{9BF1F297-6717-4BC3-A04E-71C2BE90CF54}" dt="2025-09-15T05:45:59.592" v="201" actId="478"/>
          <ac:picMkLst>
            <pc:docMk/>
            <pc:sldMk cId="975535541" sldId="618"/>
            <ac:picMk id="6" creationId="{8FF83631-589F-3148-F95F-04EE7E175DF6}"/>
          </ac:picMkLst>
        </pc:picChg>
        <pc:inkChg chg="add">
          <ac:chgData name="Deepika Vatsa" userId="f7100972-27fe-4ee6-8fb4-ec9b7931b409" providerId="ADAL" clId="{9BF1F297-6717-4BC3-A04E-71C2BE90CF54}" dt="2025-09-15T09:38:13.418" v="609"/>
          <ac:inkMkLst>
            <pc:docMk/>
            <pc:sldMk cId="975535541" sldId="618"/>
            <ac:inkMk id="4" creationId="{118F46B3-E4F3-2AE2-A0C9-EBC5523314ED}"/>
          </ac:inkMkLst>
        </pc:inkChg>
      </pc:sldChg>
      <pc:sldChg chg="addSp delSp modSp add mod">
        <pc:chgData name="Deepika Vatsa" userId="f7100972-27fe-4ee6-8fb4-ec9b7931b409" providerId="ADAL" clId="{9BF1F297-6717-4BC3-A04E-71C2BE90CF54}" dt="2025-09-15T09:38:13.418" v="609"/>
        <pc:sldMkLst>
          <pc:docMk/>
          <pc:sldMk cId="4229793574" sldId="619"/>
        </pc:sldMkLst>
        <pc:picChg chg="del">
          <ac:chgData name="Deepika Vatsa" userId="f7100972-27fe-4ee6-8fb4-ec9b7931b409" providerId="ADAL" clId="{9BF1F297-6717-4BC3-A04E-71C2BE90CF54}" dt="2025-09-15T05:46:18.526" v="206" actId="478"/>
          <ac:picMkLst>
            <pc:docMk/>
            <pc:sldMk cId="4229793574" sldId="619"/>
            <ac:picMk id="5" creationId="{E3B46581-2D92-9920-51EA-5638DF333819}"/>
          </ac:picMkLst>
        </pc:picChg>
        <pc:picChg chg="add mod">
          <ac:chgData name="Deepika Vatsa" userId="f7100972-27fe-4ee6-8fb4-ec9b7931b409" providerId="ADAL" clId="{9BF1F297-6717-4BC3-A04E-71C2BE90CF54}" dt="2025-09-15T05:46:21.131" v="208" actId="1076"/>
          <ac:picMkLst>
            <pc:docMk/>
            <pc:sldMk cId="4229793574" sldId="619"/>
            <ac:picMk id="6" creationId="{85B7133A-4C0D-0833-4B11-49D646F670D5}"/>
          </ac:picMkLst>
        </pc:picChg>
        <pc:inkChg chg="add">
          <ac:chgData name="Deepika Vatsa" userId="f7100972-27fe-4ee6-8fb4-ec9b7931b409" providerId="ADAL" clId="{9BF1F297-6717-4BC3-A04E-71C2BE90CF54}" dt="2025-09-15T09:38:13.418" v="609"/>
          <ac:inkMkLst>
            <pc:docMk/>
            <pc:sldMk cId="4229793574" sldId="619"/>
            <ac:inkMk id="4" creationId="{0FAA27A9-7032-F0B8-A0A1-2FDD58833499}"/>
          </ac:inkMkLst>
        </pc:inkChg>
      </pc:sldChg>
      <pc:sldChg chg="addSp delSp modSp add mod">
        <pc:chgData name="Deepika Vatsa" userId="f7100972-27fe-4ee6-8fb4-ec9b7931b409" providerId="ADAL" clId="{9BF1F297-6717-4BC3-A04E-71C2BE90CF54}" dt="2025-09-15T09:38:13.418" v="609"/>
        <pc:sldMkLst>
          <pc:docMk/>
          <pc:sldMk cId="2370304540" sldId="620"/>
        </pc:sldMkLst>
        <pc:spChg chg="mod">
          <ac:chgData name="Deepika Vatsa" userId="f7100972-27fe-4ee6-8fb4-ec9b7931b409" providerId="ADAL" clId="{9BF1F297-6717-4BC3-A04E-71C2BE90CF54}" dt="2025-09-15T05:46:48.685" v="227" actId="20577"/>
          <ac:spMkLst>
            <pc:docMk/>
            <pc:sldMk cId="2370304540" sldId="620"/>
            <ac:spMk id="2" creationId="{00000000-0000-0000-0000-000000000000}"/>
          </ac:spMkLst>
        </pc:spChg>
        <pc:picChg chg="add mod">
          <ac:chgData name="Deepika Vatsa" userId="f7100972-27fe-4ee6-8fb4-ec9b7931b409" providerId="ADAL" clId="{9BF1F297-6717-4BC3-A04E-71C2BE90CF54}" dt="2025-09-15T05:46:53.313" v="230" actId="14100"/>
          <ac:picMkLst>
            <pc:docMk/>
            <pc:sldMk cId="2370304540" sldId="620"/>
            <ac:picMk id="5" creationId="{8E99249C-5EBB-AA97-D252-FA18A7A70316}"/>
          </ac:picMkLst>
        </pc:picChg>
        <pc:picChg chg="del">
          <ac:chgData name="Deepika Vatsa" userId="f7100972-27fe-4ee6-8fb4-ec9b7931b409" providerId="ADAL" clId="{9BF1F297-6717-4BC3-A04E-71C2BE90CF54}" dt="2025-09-15T05:46:50.447" v="228" actId="478"/>
          <ac:picMkLst>
            <pc:docMk/>
            <pc:sldMk cId="2370304540" sldId="620"/>
            <ac:picMk id="6" creationId="{85B7133A-4C0D-0833-4B11-49D646F670D5}"/>
          </ac:picMkLst>
        </pc:picChg>
        <pc:inkChg chg="add">
          <ac:chgData name="Deepika Vatsa" userId="f7100972-27fe-4ee6-8fb4-ec9b7931b409" providerId="ADAL" clId="{9BF1F297-6717-4BC3-A04E-71C2BE90CF54}" dt="2025-09-15T09:38:13.418" v="609"/>
          <ac:inkMkLst>
            <pc:docMk/>
            <pc:sldMk cId="2370304540" sldId="620"/>
            <ac:inkMk id="4" creationId="{E76307F7-DA51-0DED-19BA-DD0A44DC53E7}"/>
          </ac:inkMkLst>
        </pc:inkChg>
      </pc:sldChg>
      <pc:sldChg chg="addSp delSp modSp add mod">
        <pc:chgData name="Deepika Vatsa" userId="f7100972-27fe-4ee6-8fb4-ec9b7931b409" providerId="ADAL" clId="{9BF1F297-6717-4BC3-A04E-71C2BE90CF54}" dt="2025-09-15T05:47:16.188" v="241" actId="20577"/>
        <pc:sldMkLst>
          <pc:docMk/>
          <pc:sldMk cId="3351889467" sldId="621"/>
        </pc:sldMkLst>
        <pc:spChg chg="mod">
          <ac:chgData name="Deepika Vatsa" userId="f7100972-27fe-4ee6-8fb4-ec9b7931b409" providerId="ADAL" clId="{9BF1F297-6717-4BC3-A04E-71C2BE90CF54}" dt="2025-09-15T05:47:16.188" v="241" actId="20577"/>
          <ac:spMkLst>
            <pc:docMk/>
            <pc:sldMk cId="3351889467" sldId="621"/>
            <ac:spMk id="2" creationId="{00000000-0000-0000-0000-000000000000}"/>
          </ac:spMkLst>
        </pc:spChg>
        <pc:picChg chg="del">
          <ac:chgData name="Deepika Vatsa" userId="f7100972-27fe-4ee6-8fb4-ec9b7931b409" providerId="ADAL" clId="{9BF1F297-6717-4BC3-A04E-71C2BE90CF54}" dt="2025-09-15T05:47:08.945" v="232" actId="478"/>
          <ac:picMkLst>
            <pc:docMk/>
            <pc:sldMk cId="3351889467" sldId="621"/>
            <ac:picMk id="5" creationId="{8E99249C-5EBB-AA97-D252-FA18A7A70316}"/>
          </ac:picMkLst>
        </pc:picChg>
        <pc:picChg chg="add mod">
          <ac:chgData name="Deepika Vatsa" userId="f7100972-27fe-4ee6-8fb4-ec9b7931b409" providerId="ADAL" clId="{9BF1F297-6717-4BC3-A04E-71C2BE90CF54}" dt="2025-09-15T05:47:12.240" v="234" actId="1076"/>
          <ac:picMkLst>
            <pc:docMk/>
            <pc:sldMk cId="3351889467" sldId="621"/>
            <ac:picMk id="6" creationId="{764BB4A2-C078-1132-2F32-24A8E2FAD5A1}"/>
          </ac:picMkLst>
        </pc:picChg>
      </pc:sldChg>
      <pc:sldChg chg="addSp delSp modSp add mod">
        <pc:chgData name="Deepika Vatsa" userId="f7100972-27fe-4ee6-8fb4-ec9b7931b409" providerId="ADAL" clId="{9BF1F297-6717-4BC3-A04E-71C2BE90CF54}" dt="2025-09-15T09:38:13.418" v="609"/>
        <pc:sldMkLst>
          <pc:docMk/>
          <pc:sldMk cId="2402558446" sldId="622"/>
        </pc:sldMkLst>
        <pc:spChg chg="mod">
          <ac:chgData name="Deepika Vatsa" userId="f7100972-27fe-4ee6-8fb4-ec9b7931b409" providerId="ADAL" clId="{9BF1F297-6717-4BC3-A04E-71C2BE90CF54}" dt="2025-09-15T05:47:35.471" v="262" actId="20577"/>
          <ac:spMkLst>
            <pc:docMk/>
            <pc:sldMk cId="2402558446" sldId="622"/>
            <ac:spMk id="2" creationId="{00000000-0000-0000-0000-000000000000}"/>
          </ac:spMkLst>
        </pc:spChg>
        <pc:spChg chg="add mod">
          <ac:chgData name="Deepika Vatsa" userId="f7100972-27fe-4ee6-8fb4-ec9b7931b409" providerId="ADAL" clId="{9BF1F297-6717-4BC3-A04E-71C2BE90CF54}" dt="2025-09-15T05:48:12.871" v="282" actId="113"/>
          <ac:spMkLst>
            <pc:docMk/>
            <pc:sldMk cId="2402558446" sldId="622"/>
            <ac:spMk id="5" creationId="{F87B4D5C-2C77-8E82-CA8B-DDF28B46635E}"/>
          </ac:spMkLst>
        </pc:spChg>
        <pc:picChg chg="del">
          <ac:chgData name="Deepika Vatsa" userId="f7100972-27fe-4ee6-8fb4-ec9b7931b409" providerId="ADAL" clId="{9BF1F297-6717-4BC3-A04E-71C2BE90CF54}" dt="2025-09-15T05:47:37.227" v="263" actId="478"/>
          <ac:picMkLst>
            <pc:docMk/>
            <pc:sldMk cId="2402558446" sldId="622"/>
            <ac:picMk id="6" creationId="{764BB4A2-C078-1132-2F32-24A8E2FAD5A1}"/>
          </ac:picMkLst>
        </pc:picChg>
        <pc:inkChg chg="add">
          <ac:chgData name="Deepika Vatsa" userId="f7100972-27fe-4ee6-8fb4-ec9b7931b409" providerId="ADAL" clId="{9BF1F297-6717-4BC3-A04E-71C2BE90CF54}" dt="2025-09-15T09:38:13.418" v="609"/>
          <ac:inkMkLst>
            <pc:docMk/>
            <pc:sldMk cId="2402558446" sldId="622"/>
            <ac:inkMk id="4" creationId="{001ACAE2-3FEF-EBA8-D4C2-F9D76AEACAA6}"/>
          </ac:inkMkLst>
        </pc:inkChg>
      </pc:sldChg>
      <pc:sldChg chg="addSp delSp modSp add mod">
        <pc:chgData name="Deepika Vatsa" userId="f7100972-27fe-4ee6-8fb4-ec9b7931b409" providerId="ADAL" clId="{9BF1F297-6717-4BC3-A04E-71C2BE90CF54}" dt="2025-09-15T09:38:13.418" v="609"/>
        <pc:sldMkLst>
          <pc:docMk/>
          <pc:sldMk cId="2334051634" sldId="623"/>
        </pc:sldMkLst>
        <pc:spChg chg="del">
          <ac:chgData name="Deepika Vatsa" userId="f7100972-27fe-4ee6-8fb4-ec9b7931b409" providerId="ADAL" clId="{9BF1F297-6717-4BC3-A04E-71C2BE90CF54}" dt="2025-09-15T05:48:43.845" v="284" actId="478"/>
          <ac:spMkLst>
            <pc:docMk/>
            <pc:sldMk cId="2334051634" sldId="623"/>
            <ac:spMk id="5" creationId="{F87B4D5C-2C77-8E82-CA8B-DDF28B46635E}"/>
          </ac:spMkLst>
        </pc:spChg>
        <pc:picChg chg="add mod">
          <ac:chgData name="Deepika Vatsa" userId="f7100972-27fe-4ee6-8fb4-ec9b7931b409" providerId="ADAL" clId="{9BF1F297-6717-4BC3-A04E-71C2BE90CF54}" dt="2025-09-15T05:48:48.089" v="288" actId="1035"/>
          <ac:picMkLst>
            <pc:docMk/>
            <pc:sldMk cId="2334051634" sldId="623"/>
            <ac:picMk id="6" creationId="{0DC946EE-BD72-512D-170F-43BF03006917}"/>
          </ac:picMkLst>
        </pc:picChg>
        <pc:inkChg chg="add">
          <ac:chgData name="Deepika Vatsa" userId="f7100972-27fe-4ee6-8fb4-ec9b7931b409" providerId="ADAL" clId="{9BF1F297-6717-4BC3-A04E-71C2BE90CF54}" dt="2025-09-15T09:38:13.418" v="609"/>
          <ac:inkMkLst>
            <pc:docMk/>
            <pc:sldMk cId="2334051634" sldId="623"/>
            <ac:inkMk id="4" creationId="{D508B3FF-4DDE-1118-4E20-7ABAA5FFCB31}"/>
          </ac:inkMkLst>
        </pc:inkChg>
      </pc:sldChg>
      <pc:sldChg chg="addSp delSp modSp add mod">
        <pc:chgData name="Deepika Vatsa" userId="f7100972-27fe-4ee6-8fb4-ec9b7931b409" providerId="ADAL" clId="{9BF1F297-6717-4BC3-A04E-71C2BE90CF54}" dt="2025-09-15T09:38:13.418" v="609"/>
        <pc:sldMkLst>
          <pc:docMk/>
          <pc:sldMk cId="586789904" sldId="624"/>
        </pc:sldMkLst>
        <pc:spChg chg="mod">
          <ac:chgData name="Deepika Vatsa" userId="f7100972-27fe-4ee6-8fb4-ec9b7931b409" providerId="ADAL" clId="{9BF1F297-6717-4BC3-A04E-71C2BE90CF54}" dt="2025-09-15T05:49:11.593" v="301" actId="6549"/>
          <ac:spMkLst>
            <pc:docMk/>
            <pc:sldMk cId="586789904" sldId="624"/>
            <ac:spMk id="2" creationId="{00000000-0000-0000-0000-000000000000}"/>
          </ac:spMkLst>
        </pc:spChg>
        <pc:spChg chg="add mod">
          <ac:chgData name="Deepika Vatsa" userId="f7100972-27fe-4ee6-8fb4-ec9b7931b409" providerId="ADAL" clId="{9BF1F297-6717-4BC3-A04E-71C2BE90CF54}" dt="2025-09-15T05:50:40.968" v="343" actId="20577"/>
          <ac:spMkLst>
            <pc:docMk/>
            <pc:sldMk cId="586789904" sldId="624"/>
            <ac:spMk id="5" creationId="{471099DE-380A-7800-9FFA-A5A3A3C4D51F}"/>
          </ac:spMkLst>
        </pc:spChg>
        <pc:picChg chg="del">
          <ac:chgData name="Deepika Vatsa" userId="f7100972-27fe-4ee6-8fb4-ec9b7931b409" providerId="ADAL" clId="{9BF1F297-6717-4BC3-A04E-71C2BE90CF54}" dt="2025-09-15T05:49:13.158" v="302" actId="478"/>
          <ac:picMkLst>
            <pc:docMk/>
            <pc:sldMk cId="586789904" sldId="624"/>
            <ac:picMk id="6" creationId="{0DC946EE-BD72-512D-170F-43BF03006917}"/>
          </ac:picMkLst>
        </pc:picChg>
        <pc:picChg chg="add mod">
          <ac:chgData name="Deepika Vatsa" userId="f7100972-27fe-4ee6-8fb4-ec9b7931b409" providerId="ADAL" clId="{9BF1F297-6717-4BC3-A04E-71C2BE90CF54}" dt="2025-09-15T05:49:52.077" v="322" actId="1076"/>
          <ac:picMkLst>
            <pc:docMk/>
            <pc:sldMk cId="586789904" sldId="624"/>
            <ac:picMk id="8" creationId="{8F51D435-C53B-45EF-EFE3-292FA76FCE95}"/>
          </ac:picMkLst>
        </pc:picChg>
        <pc:picChg chg="add mod">
          <ac:chgData name="Deepika Vatsa" userId="f7100972-27fe-4ee6-8fb4-ec9b7931b409" providerId="ADAL" clId="{9BF1F297-6717-4BC3-A04E-71C2BE90CF54}" dt="2025-09-15T05:50:30.498" v="339" actId="1076"/>
          <ac:picMkLst>
            <pc:docMk/>
            <pc:sldMk cId="586789904" sldId="624"/>
            <ac:picMk id="10" creationId="{11AADCB0-7DA7-C6DA-7895-8C62C668FECA}"/>
          </ac:picMkLst>
        </pc:picChg>
        <pc:inkChg chg="add">
          <ac:chgData name="Deepika Vatsa" userId="f7100972-27fe-4ee6-8fb4-ec9b7931b409" providerId="ADAL" clId="{9BF1F297-6717-4BC3-A04E-71C2BE90CF54}" dt="2025-09-15T09:38:13.418" v="609"/>
          <ac:inkMkLst>
            <pc:docMk/>
            <pc:sldMk cId="586789904" sldId="624"/>
            <ac:inkMk id="4" creationId="{781DFC77-BB36-7E10-43E2-8A4FDC0BB11D}"/>
          </ac:inkMkLst>
        </pc:inkChg>
      </pc:sldChg>
      <pc:sldChg chg="addSp delSp modSp add mod">
        <pc:chgData name="Deepika Vatsa" userId="f7100972-27fe-4ee6-8fb4-ec9b7931b409" providerId="ADAL" clId="{9BF1F297-6717-4BC3-A04E-71C2BE90CF54}" dt="2025-09-15T09:38:13.418" v="609"/>
        <pc:sldMkLst>
          <pc:docMk/>
          <pc:sldMk cId="3770554117" sldId="625"/>
        </pc:sldMkLst>
        <pc:spChg chg="del">
          <ac:chgData name="Deepika Vatsa" userId="f7100972-27fe-4ee6-8fb4-ec9b7931b409" providerId="ADAL" clId="{9BF1F297-6717-4BC3-A04E-71C2BE90CF54}" dt="2025-09-15T05:51:01.869" v="345" actId="478"/>
          <ac:spMkLst>
            <pc:docMk/>
            <pc:sldMk cId="3770554117" sldId="625"/>
            <ac:spMk id="5" creationId="{471099DE-380A-7800-9FFA-A5A3A3C4D51F}"/>
          </ac:spMkLst>
        </pc:spChg>
        <pc:picChg chg="add mod">
          <ac:chgData name="Deepika Vatsa" userId="f7100972-27fe-4ee6-8fb4-ec9b7931b409" providerId="ADAL" clId="{9BF1F297-6717-4BC3-A04E-71C2BE90CF54}" dt="2025-09-15T06:09:10.686" v="549" actId="1076"/>
          <ac:picMkLst>
            <pc:docMk/>
            <pc:sldMk cId="3770554117" sldId="625"/>
            <ac:picMk id="6" creationId="{3238F4D3-7C6B-7564-95FA-CD69F02E141F}"/>
          </ac:picMkLst>
        </pc:picChg>
        <pc:picChg chg="add mod modCrop">
          <ac:chgData name="Deepika Vatsa" userId="f7100972-27fe-4ee6-8fb4-ec9b7931b409" providerId="ADAL" clId="{9BF1F297-6717-4BC3-A04E-71C2BE90CF54}" dt="2025-09-15T06:09:54.769" v="560" actId="1076"/>
          <ac:picMkLst>
            <pc:docMk/>
            <pc:sldMk cId="3770554117" sldId="625"/>
            <ac:picMk id="7" creationId="{FBDC6BEC-7424-03DB-0E3E-2491E4EEB007}"/>
          </ac:picMkLst>
        </pc:picChg>
        <pc:picChg chg="del">
          <ac:chgData name="Deepika Vatsa" userId="f7100972-27fe-4ee6-8fb4-ec9b7931b409" providerId="ADAL" clId="{9BF1F297-6717-4BC3-A04E-71C2BE90CF54}" dt="2025-09-15T05:51:03.216" v="346" actId="478"/>
          <ac:picMkLst>
            <pc:docMk/>
            <pc:sldMk cId="3770554117" sldId="625"/>
            <ac:picMk id="8" creationId="{8F51D435-C53B-45EF-EFE3-292FA76FCE95}"/>
          </ac:picMkLst>
        </pc:picChg>
        <pc:picChg chg="add mod modCrop">
          <ac:chgData name="Deepika Vatsa" userId="f7100972-27fe-4ee6-8fb4-ec9b7931b409" providerId="ADAL" clId="{9BF1F297-6717-4BC3-A04E-71C2BE90CF54}" dt="2025-09-15T06:09:59.007" v="564" actId="1037"/>
          <ac:picMkLst>
            <pc:docMk/>
            <pc:sldMk cId="3770554117" sldId="625"/>
            <ac:picMk id="9" creationId="{EE2FE848-A580-BF3C-124A-11DD689E1088}"/>
          </ac:picMkLst>
        </pc:picChg>
        <pc:picChg chg="del">
          <ac:chgData name="Deepika Vatsa" userId="f7100972-27fe-4ee6-8fb4-ec9b7931b409" providerId="ADAL" clId="{9BF1F297-6717-4BC3-A04E-71C2BE90CF54}" dt="2025-09-15T05:51:04.737" v="347" actId="478"/>
          <ac:picMkLst>
            <pc:docMk/>
            <pc:sldMk cId="3770554117" sldId="625"/>
            <ac:picMk id="10" creationId="{11AADCB0-7DA7-C6DA-7895-8C62C668FECA}"/>
          </ac:picMkLst>
        </pc:picChg>
        <pc:inkChg chg="add">
          <ac:chgData name="Deepika Vatsa" userId="f7100972-27fe-4ee6-8fb4-ec9b7931b409" providerId="ADAL" clId="{9BF1F297-6717-4BC3-A04E-71C2BE90CF54}" dt="2025-09-15T09:38:13.418" v="609"/>
          <ac:inkMkLst>
            <pc:docMk/>
            <pc:sldMk cId="3770554117" sldId="625"/>
            <ac:inkMk id="4" creationId="{D3BD8EC7-D9A7-98DD-93FB-1B86D6F5A4B5}"/>
          </ac:inkMkLst>
        </pc:inkChg>
      </pc:sldChg>
      <pc:sldChg chg="addSp delSp modSp add del mod">
        <pc:chgData name="Deepika Vatsa" userId="f7100972-27fe-4ee6-8fb4-ec9b7931b409" providerId="ADAL" clId="{9BF1F297-6717-4BC3-A04E-71C2BE90CF54}" dt="2025-09-15T06:10:03.678" v="565" actId="2696"/>
        <pc:sldMkLst>
          <pc:docMk/>
          <pc:sldMk cId="164575399" sldId="626"/>
        </pc:sldMkLst>
        <pc:picChg chg="add mod">
          <ac:chgData name="Deepika Vatsa" userId="f7100972-27fe-4ee6-8fb4-ec9b7931b409" providerId="ADAL" clId="{9BF1F297-6717-4BC3-A04E-71C2BE90CF54}" dt="2025-09-15T05:51:28.121" v="353" actId="1076"/>
          <ac:picMkLst>
            <pc:docMk/>
            <pc:sldMk cId="164575399" sldId="626"/>
            <ac:picMk id="5" creationId="{C23D22B8-B23A-5F36-1C1F-0EDD9A42FBDA}"/>
          </ac:picMkLst>
        </pc:picChg>
        <pc:picChg chg="del">
          <ac:chgData name="Deepika Vatsa" userId="f7100972-27fe-4ee6-8fb4-ec9b7931b409" providerId="ADAL" clId="{9BF1F297-6717-4BC3-A04E-71C2BE90CF54}" dt="2025-09-15T05:51:26.025" v="351" actId="478"/>
          <ac:picMkLst>
            <pc:docMk/>
            <pc:sldMk cId="164575399" sldId="626"/>
            <ac:picMk id="6" creationId="{3238F4D3-7C6B-7564-95FA-CD69F02E141F}"/>
          </ac:picMkLst>
        </pc:picChg>
      </pc:sldChg>
      <pc:sldChg chg="addSp delSp modSp add mod">
        <pc:chgData name="Deepika Vatsa" userId="f7100972-27fe-4ee6-8fb4-ec9b7931b409" providerId="ADAL" clId="{9BF1F297-6717-4BC3-A04E-71C2BE90CF54}" dt="2025-09-15T09:38:13.418" v="609"/>
        <pc:sldMkLst>
          <pc:docMk/>
          <pc:sldMk cId="3910122957" sldId="627"/>
        </pc:sldMkLst>
        <pc:spChg chg="mod">
          <ac:chgData name="Deepika Vatsa" userId="f7100972-27fe-4ee6-8fb4-ec9b7931b409" providerId="ADAL" clId="{9BF1F297-6717-4BC3-A04E-71C2BE90CF54}" dt="2025-09-15T05:51:47.525" v="372" actId="20577"/>
          <ac:spMkLst>
            <pc:docMk/>
            <pc:sldMk cId="3910122957" sldId="627"/>
            <ac:spMk id="2" creationId="{00000000-0000-0000-0000-000000000000}"/>
          </ac:spMkLst>
        </pc:spChg>
        <pc:picChg chg="del">
          <ac:chgData name="Deepika Vatsa" userId="f7100972-27fe-4ee6-8fb4-ec9b7931b409" providerId="ADAL" clId="{9BF1F297-6717-4BC3-A04E-71C2BE90CF54}" dt="2025-09-15T05:51:49.412" v="373" actId="478"/>
          <ac:picMkLst>
            <pc:docMk/>
            <pc:sldMk cId="3910122957" sldId="627"/>
            <ac:picMk id="5" creationId="{C23D22B8-B23A-5F36-1C1F-0EDD9A42FBDA}"/>
          </ac:picMkLst>
        </pc:picChg>
        <pc:picChg chg="add mod">
          <ac:chgData name="Deepika Vatsa" userId="f7100972-27fe-4ee6-8fb4-ec9b7931b409" providerId="ADAL" clId="{9BF1F297-6717-4BC3-A04E-71C2BE90CF54}" dt="2025-09-15T05:51:52.500" v="375" actId="1076"/>
          <ac:picMkLst>
            <pc:docMk/>
            <pc:sldMk cId="3910122957" sldId="627"/>
            <ac:picMk id="6" creationId="{42F0FD45-FEF5-D645-D0B6-FDDA90834D54}"/>
          </ac:picMkLst>
        </pc:picChg>
        <pc:inkChg chg="add">
          <ac:chgData name="Deepika Vatsa" userId="f7100972-27fe-4ee6-8fb4-ec9b7931b409" providerId="ADAL" clId="{9BF1F297-6717-4BC3-A04E-71C2BE90CF54}" dt="2025-09-15T09:38:13.418" v="609"/>
          <ac:inkMkLst>
            <pc:docMk/>
            <pc:sldMk cId="3910122957" sldId="627"/>
            <ac:inkMk id="4" creationId="{7BFE8E2A-ACE6-3B23-4B2B-F8F0CF4EBDDD}"/>
          </ac:inkMkLst>
        </pc:inkChg>
      </pc:sldChg>
      <pc:sldChg chg="addSp delSp modSp add mod">
        <pc:chgData name="Deepika Vatsa" userId="f7100972-27fe-4ee6-8fb4-ec9b7931b409" providerId="ADAL" clId="{9BF1F297-6717-4BC3-A04E-71C2BE90CF54}" dt="2025-09-15T09:38:13.418" v="609"/>
        <pc:sldMkLst>
          <pc:docMk/>
          <pc:sldMk cId="3479671803" sldId="628"/>
        </pc:sldMkLst>
        <pc:spChg chg="mod">
          <ac:chgData name="Deepika Vatsa" userId="f7100972-27fe-4ee6-8fb4-ec9b7931b409" providerId="ADAL" clId="{9BF1F297-6717-4BC3-A04E-71C2BE90CF54}" dt="2025-09-15T05:52:34.793" v="398" actId="20577"/>
          <ac:spMkLst>
            <pc:docMk/>
            <pc:sldMk cId="3479671803" sldId="628"/>
            <ac:spMk id="2" creationId="{00000000-0000-0000-0000-000000000000}"/>
          </ac:spMkLst>
        </pc:spChg>
        <pc:spChg chg="add mod">
          <ac:chgData name="Deepika Vatsa" userId="f7100972-27fe-4ee6-8fb4-ec9b7931b409" providerId="ADAL" clId="{9BF1F297-6717-4BC3-A04E-71C2BE90CF54}" dt="2025-09-15T06:13:18.333" v="608" actId="6549"/>
          <ac:spMkLst>
            <pc:docMk/>
            <pc:sldMk cId="3479671803" sldId="628"/>
            <ac:spMk id="5" creationId="{E06DEC66-5E5C-786F-F090-E4FF6450B894}"/>
          </ac:spMkLst>
        </pc:spChg>
        <pc:picChg chg="del">
          <ac:chgData name="Deepika Vatsa" userId="f7100972-27fe-4ee6-8fb4-ec9b7931b409" providerId="ADAL" clId="{9BF1F297-6717-4BC3-A04E-71C2BE90CF54}" dt="2025-09-15T05:52:36.359" v="399" actId="478"/>
          <ac:picMkLst>
            <pc:docMk/>
            <pc:sldMk cId="3479671803" sldId="628"/>
            <ac:picMk id="6" creationId="{42F0FD45-FEF5-D645-D0B6-FDDA90834D54}"/>
          </ac:picMkLst>
        </pc:picChg>
        <pc:inkChg chg="add">
          <ac:chgData name="Deepika Vatsa" userId="f7100972-27fe-4ee6-8fb4-ec9b7931b409" providerId="ADAL" clId="{9BF1F297-6717-4BC3-A04E-71C2BE90CF54}" dt="2025-09-15T09:38:13.418" v="609"/>
          <ac:inkMkLst>
            <pc:docMk/>
            <pc:sldMk cId="3479671803" sldId="628"/>
            <ac:inkMk id="4" creationId="{EA4CC50E-3FC2-8AB4-256D-EA65E43DFA94}"/>
          </ac:inkMkLst>
        </pc:inkChg>
      </pc:sldChg>
      <pc:sldChg chg="addSp delSp modSp add mod">
        <pc:chgData name="Deepika Vatsa" userId="f7100972-27fe-4ee6-8fb4-ec9b7931b409" providerId="ADAL" clId="{9BF1F297-6717-4BC3-A04E-71C2BE90CF54}" dt="2025-09-15T09:38:13.418" v="609"/>
        <pc:sldMkLst>
          <pc:docMk/>
          <pc:sldMk cId="1613191694" sldId="629"/>
        </pc:sldMkLst>
        <pc:spChg chg="del">
          <ac:chgData name="Deepika Vatsa" userId="f7100972-27fe-4ee6-8fb4-ec9b7931b409" providerId="ADAL" clId="{9BF1F297-6717-4BC3-A04E-71C2BE90CF54}" dt="2025-09-15T05:54:40.195" v="423" actId="478"/>
          <ac:spMkLst>
            <pc:docMk/>
            <pc:sldMk cId="1613191694" sldId="629"/>
            <ac:spMk id="5" creationId="{E06DEC66-5E5C-786F-F090-E4FF6450B894}"/>
          </ac:spMkLst>
        </pc:spChg>
        <pc:picChg chg="add mod">
          <ac:chgData name="Deepika Vatsa" userId="f7100972-27fe-4ee6-8fb4-ec9b7931b409" providerId="ADAL" clId="{9BF1F297-6717-4BC3-A04E-71C2BE90CF54}" dt="2025-09-15T05:54:43.185" v="425" actId="1076"/>
          <ac:picMkLst>
            <pc:docMk/>
            <pc:sldMk cId="1613191694" sldId="629"/>
            <ac:picMk id="6" creationId="{FB1DC82B-E7AC-F5E8-6A8D-A8E1B151240F}"/>
          </ac:picMkLst>
        </pc:picChg>
        <pc:inkChg chg="add">
          <ac:chgData name="Deepika Vatsa" userId="f7100972-27fe-4ee6-8fb4-ec9b7931b409" providerId="ADAL" clId="{9BF1F297-6717-4BC3-A04E-71C2BE90CF54}" dt="2025-09-15T09:38:13.418" v="609"/>
          <ac:inkMkLst>
            <pc:docMk/>
            <pc:sldMk cId="1613191694" sldId="629"/>
            <ac:inkMk id="4" creationId="{8119B54C-3D42-A7F9-9057-32EDBF008517}"/>
          </ac:inkMkLst>
        </pc:inkChg>
      </pc:sldChg>
      <pc:sldChg chg="addSp delSp modSp add mod">
        <pc:chgData name="Deepika Vatsa" userId="f7100972-27fe-4ee6-8fb4-ec9b7931b409" providerId="ADAL" clId="{9BF1F297-6717-4BC3-A04E-71C2BE90CF54}" dt="2025-09-15T09:38:13.418" v="609"/>
        <pc:sldMkLst>
          <pc:docMk/>
          <pc:sldMk cId="2056555501" sldId="630"/>
        </pc:sldMkLst>
        <pc:spChg chg="add mod">
          <ac:chgData name="Deepika Vatsa" userId="f7100972-27fe-4ee6-8fb4-ec9b7931b409" providerId="ADAL" clId="{9BF1F297-6717-4BC3-A04E-71C2BE90CF54}" dt="2025-09-15T05:55:20.327" v="445" actId="20577"/>
          <ac:spMkLst>
            <pc:docMk/>
            <pc:sldMk cId="2056555501" sldId="630"/>
            <ac:spMk id="5" creationId="{54E90A71-447D-AF82-685A-D4C11173EA4A}"/>
          </ac:spMkLst>
        </pc:spChg>
        <pc:picChg chg="del">
          <ac:chgData name="Deepika Vatsa" userId="f7100972-27fe-4ee6-8fb4-ec9b7931b409" providerId="ADAL" clId="{9BF1F297-6717-4BC3-A04E-71C2BE90CF54}" dt="2025-09-15T05:54:57.584" v="427" actId="478"/>
          <ac:picMkLst>
            <pc:docMk/>
            <pc:sldMk cId="2056555501" sldId="630"/>
            <ac:picMk id="6" creationId="{FB1DC82B-E7AC-F5E8-6A8D-A8E1B151240F}"/>
          </ac:picMkLst>
        </pc:picChg>
        <pc:inkChg chg="add">
          <ac:chgData name="Deepika Vatsa" userId="f7100972-27fe-4ee6-8fb4-ec9b7931b409" providerId="ADAL" clId="{9BF1F297-6717-4BC3-A04E-71C2BE90CF54}" dt="2025-09-15T09:38:13.418" v="609"/>
          <ac:inkMkLst>
            <pc:docMk/>
            <pc:sldMk cId="2056555501" sldId="630"/>
            <ac:inkMk id="4" creationId="{15B66D45-CFF5-9206-367E-DB35CA9D605B}"/>
          </ac:inkMkLst>
        </pc:inkChg>
      </pc:sldChg>
      <pc:sldChg chg="addSp modSp add mod">
        <pc:chgData name="Deepika Vatsa" userId="f7100972-27fe-4ee6-8fb4-ec9b7931b409" providerId="ADAL" clId="{9BF1F297-6717-4BC3-A04E-71C2BE90CF54}" dt="2025-09-15T09:38:13.418" v="609"/>
        <pc:sldMkLst>
          <pc:docMk/>
          <pc:sldMk cId="1768498066" sldId="631"/>
        </pc:sldMkLst>
        <pc:spChg chg="mod">
          <ac:chgData name="Deepika Vatsa" userId="f7100972-27fe-4ee6-8fb4-ec9b7931b409" providerId="ADAL" clId="{9BF1F297-6717-4BC3-A04E-71C2BE90CF54}" dt="2025-09-15T05:59:31.300" v="470" actId="20577"/>
          <ac:spMkLst>
            <pc:docMk/>
            <pc:sldMk cId="1768498066" sldId="631"/>
            <ac:spMk id="2" creationId="{00000000-0000-0000-0000-000000000000}"/>
          </ac:spMkLst>
        </pc:spChg>
        <pc:spChg chg="mod">
          <ac:chgData name="Deepika Vatsa" userId="f7100972-27fe-4ee6-8fb4-ec9b7931b409" providerId="ADAL" clId="{9BF1F297-6717-4BC3-A04E-71C2BE90CF54}" dt="2025-09-15T06:00:37.855" v="491" actId="20577"/>
          <ac:spMkLst>
            <pc:docMk/>
            <pc:sldMk cId="1768498066" sldId="631"/>
            <ac:spMk id="5" creationId="{54E90A71-447D-AF82-685A-D4C11173EA4A}"/>
          </ac:spMkLst>
        </pc:spChg>
        <pc:picChg chg="add mod">
          <ac:chgData name="Deepika Vatsa" userId="f7100972-27fe-4ee6-8fb4-ec9b7931b409" providerId="ADAL" clId="{9BF1F297-6717-4BC3-A04E-71C2BE90CF54}" dt="2025-09-15T06:00:12.784" v="477" actId="1076"/>
          <ac:picMkLst>
            <pc:docMk/>
            <pc:sldMk cId="1768498066" sldId="631"/>
            <ac:picMk id="6" creationId="{11C349AB-BA6F-7437-5265-73BE3E526A1C}"/>
          </ac:picMkLst>
        </pc:picChg>
        <pc:inkChg chg="add">
          <ac:chgData name="Deepika Vatsa" userId="f7100972-27fe-4ee6-8fb4-ec9b7931b409" providerId="ADAL" clId="{9BF1F297-6717-4BC3-A04E-71C2BE90CF54}" dt="2025-09-15T09:38:13.418" v="609"/>
          <ac:inkMkLst>
            <pc:docMk/>
            <pc:sldMk cId="1768498066" sldId="631"/>
            <ac:inkMk id="4" creationId="{C67EAB8E-50E8-DE39-930B-6424766CF1DB}"/>
          </ac:inkMkLst>
        </pc:inkChg>
      </pc:sldChg>
      <pc:sldChg chg="addSp delSp modSp add mod ord">
        <pc:chgData name="Deepika Vatsa" userId="f7100972-27fe-4ee6-8fb4-ec9b7931b409" providerId="ADAL" clId="{9BF1F297-6717-4BC3-A04E-71C2BE90CF54}" dt="2025-09-15T09:38:13.418" v="609"/>
        <pc:sldMkLst>
          <pc:docMk/>
          <pc:sldMk cId="1941639791" sldId="632"/>
        </pc:sldMkLst>
        <pc:spChg chg="mod">
          <ac:chgData name="Deepika Vatsa" userId="f7100972-27fe-4ee6-8fb4-ec9b7931b409" providerId="ADAL" clId="{9BF1F297-6717-4BC3-A04E-71C2BE90CF54}" dt="2025-09-15T06:03:21.203" v="505" actId="20577"/>
          <ac:spMkLst>
            <pc:docMk/>
            <pc:sldMk cId="1941639791" sldId="632"/>
            <ac:spMk id="2" creationId="{00000000-0000-0000-0000-000000000000}"/>
          </ac:spMkLst>
        </pc:spChg>
        <pc:spChg chg="del">
          <ac:chgData name="Deepika Vatsa" userId="f7100972-27fe-4ee6-8fb4-ec9b7931b409" providerId="ADAL" clId="{9BF1F297-6717-4BC3-A04E-71C2BE90CF54}" dt="2025-09-15T06:03:24.305" v="506" actId="478"/>
          <ac:spMkLst>
            <pc:docMk/>
            <pc:sldMk cId="1941639791" sldId="632"/>
            <ac:spMk id="5" creationId="{54E90A71-447D-AF82-685A-D4C11173EA4A}"/>
          </ac:spMkLst>
        </pc:spChg>
        <pc:picChg chg="del">
          <ac:chgData name="Deepika Vatsa" userId="f7100972-27fe-4ee6-8fb4-ec9b7931b409" providerId="ADAL" clId="{9BF1F297-6717-4BC3-A04E-71C2BE90CF54}" dt="2025-09-15T06:03:27.322" v="509" actId="478"/>
          <ac:picMkLst>
            <pc:docMk/>
            <pc:sldMk cId="1941639791" sldId="632"/>
            <ac:picMk id="6" creationId="{11C349AB-BA6F-7437-5265-73BE3E526A1C}"/>
          </ac:picMkLst>
        </pc:picChg>
        <pc:picChg chg="add mod">
          <ac:chgData name="Deepika Vatsa" userId="f7100972-27fe-4ee6-8fb4-ec9b7931b409" providerId="ADAL" clId="{9BF1F297-6717-4BC3-A04E-71C2BE90CF54}" dt="2025-09-15T06:03:29.728" v="510" actId="1076"/>
          <ac:picMkLst>
            <pc:docMk/>
            <pc:sldMk cId="1941639791" sldId="632"/>
            <ac:picMk id="7" creationId="{F3DED6EB-F07A-3C16-79CA-B45E2B0B05B2}"/>
          </ac:picMkLst>
        </pc:picChg>
        <pc:inkChg chg="add">
          <ac:chgData name="Deepika Vatsa" userId="f7100972-27fe-4ee6-8fb4-ec9b7931b409" providerId="ADAL" clId="{9BF1F297-6717-4BC3-A04E-71C2BE90CF54}" dt="2025-09-15T09:38:13.418" v="609"/>
          <ac:inkMkLst>
            <pc:docMk/>
            <pc:sldMk cId="1941639791" sldId="632"/>
            <ac:inkMk id="4" creationId="{5B6C7AEC-B3BE-860C-8B75-A318AF66AF3D}"/>
          </ac:inkMkLst>
        </pc:inkChg>
      </pc:sldChg>
      <pc:sldChg chg="addSp delSp modSp add mod">
        <pc:chgData name="Deepika Vatsa" userId="f7100972-27fe-4ee6-8fb4-ec9b7931b409" providerId="ADAL" clId="{9BF1F297-6717-4BC3-A04E-71C2BE90CF54}" dt="2025-09-15T09:38:13.418" v="609"/>
        <pc:sldMkLst>
          <pc:docMk/>
          <pc:sldMk cId="3638622173" sldId="633"/>
        </pc:sldMkLst>
        <pc:spChg chg="add mod">
          <ac:chgData name="Deepika Vatsa" userId="f7100972-27fe-4ee6-8fb4-ec9b7931b409" providerId="ADAL" clId="{9BF1F297-6717-4BC3-A04E-71C2BE90CF54}" dt="2025-09-15T06:07:06.472" v="541" actId="12"/>
          <ac:spMkLst>
            <pc:docMk/>
            <pc:sldMk cId="3638622173" sldId="633"/>
            <ac:spMk id="5" creationId="{D1083879-4885-CAB9-5DDE-FFDECCFBF734}"/>
          </ac:spMkLst>
        </pc:spChg>
        <pc:picChg chg="del">
          <ac:chgData name="Deepika Vatsa" userId="f7100972-27fe-4ee6-8fb4-ec9b7931b409" providerId="ADAL" clId="{9BF1F297-6717-4BC3-A04E-71C2BE90CF54}" dt="2025-09-15T06:06:00.829" v="512" actId="478"/>
          <ac:picMkLst>
            <pc:docMk/>
            <pc:sldMk cId="3638622173" sldId="633"/>
            <ac:picMk id="7" creationId="{F3DED6EB-F07A-3C16-79CA-B45E2B0B05B2}"/>
          </ac:picMkLst>
        </pc:picChg>
        <pc:inkChg chg="add">
          <ac:chgData name="Deepika Vatsa" userId="f7100972-27fe-4ee6-8fb4-ec9b7931b409" providerId="ADAL" clId="{9BF1F297-6717-4BC3-A04E-71C2BE90CF54}" dt="2025-09-15T09:38:13.418" v="609"/>
          <ac:inkMkLst>
            <pc:docMk/>
            <pc:sldMk cId="3638622173" sldId="633"/>
            <ac:inkMk id="4" creationId="{B88F33D3-D0C3-8B56-9ACF-8826B484431D}"/>
          </ac:inkMkLst>
        </pc:inkChg>
      </pc:sldChg>
      <pc:sldChg chg="addSp modSp add mod">
        <pc:chgData name="Deepika Vatsa" userId="f7100972-27fe-4ee6-8fb4-ec9b7931b409" providerId="ADAL" clId="{9BF1F297-6717-4BC3-A04E-71C2BE90CF54}" dt="2025-09-15T09:38:13.418" v="609"/>
        <pc:sldMkLst>
          <pc:docMk/>
          <pc:sldMk cId="903980338" sldId="634"/>
        </pc:sldMkLst>
        <pc:spChg chg="mod">
          <ac:chgData name="Deepika Vatsa" userId="f7100972-27fe-4ee6-8fb4-ec9b7931b409" providerId="ADAL" clId="{9BF1F297-6717-4BC3-A04E-71C2BE90CF54}" dt="2025-09-15T06:12:10.788" v="601" actId="6549"/>
          <ac:spMkLst>
            <pc:docMk/>
            <pc:sldMk cId="903980338" sldId="634"/>
            <ac:spMk id="5" creationId="{2461C6AC-CE12-CE55-1E34-C97C06A15181}"/>
          </ac:spMkLst>
        </pc:spChg>
        <pc:inkChg chg="add">
          <ac:chgData name="Deepika Vatsa" userId="f7100972-27fe-4ee6-8fb4-ec9b7931b409" providerId="ADAL" clId="{9BF1F297-6717-4BC3-A04E-71C2BE90CF54}" dt="2025-09-15T09:38:13.418" v="609"/>
          <ac:inkMkLst>
            <pc:docMk/>
            <pc:sldMk cId="903980338" sldId="634"/>
            <ac:inkMk id="4" creationId="{389D71D9-E9EA-5EF8-6CA8-5A6071108B82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AB7C8-D09B-4A0D-960C-DA59EA11975D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FBF0A-65EB-4E60-942F-E3405B2946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020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5T09:13:27.9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12155 3307 422 0,'0'0'290'0,"0"0"-205"0,0 0 19 16,0 0-18-16,0 0-28 15,0 0-34-15,0 0 0 16,0 0 8-16,62-27-1 16,-40 25-15-16,4 1 7 15,18 1 9-15,13-2-16 16,15 1 4-16,10-4 5 15,14 3-10-15,8-2-3 16,6 4-1-16,1-3-6 0,-5 3 1 16,-5 0-1-16,-3 0 4 15,1 0-4-15,7 0 0 16,-8 0 3-16,8 0-4 16,0 0 1-16,2 0-5 15,-7 0 0-15,-5 0 0 16,-7 0 11-16,-9 0-11 15,-3 3-3-15,-8 1 3 16,-4-2 1-16,3 1 1 16,-8 0-2-16,5 2 0 15,-12 2-2-15,-1-1 6 16,4-1-4-16,-1 4 0 16,0-5 2-16,10 1-1 15,3-2-1-15,1 0-1 16,-1 2 0-16,-11 1-2 0,-16-2 3 15,-7-2-2 1,-20 1 4-16,-4-3-1 0,-3 2-1 16,-2-2 1-16,-5 0-1 15,0 0 0-15,0 0 0 16,0 3 0-16,0-3 1 16,0 0-2-16,-5 1 0 15,-19 4-57-15,-17-1-106 16,5-1-201-16</inkml:trace>
  <inkml:trace contextRef="#ctx0" brushRef="#br0" timeOffset="17090.43">17404 4209 742 0,'0'0'101'0,"0"0"-15"0,0 0-3 0,0 0 2 16,0 0-47-16,0 0-27 16,0 0 9-16,-10 10 29 15,46-10 19-15,27 0-30 16,16 0 1-16,17 0-24 16,20 0-7-16,26 0 19 15,12 0-10-15,16 0 5 16,-1 0-19-16,1-4 2 15,15 1-2-15,-4 0-2 16,2-3 4-16,-6 3-5 16,-8-1 3-16,-13 1-3 0,-9-1 0 15,4 1 0 1,-11 2 3-16,-18-2 2 0,-13-1-2 16,-16 1-2-16,-4 0 0 15,-7-2-1-15,0 1 3 16,-3 0 2-16,5 3-5 15,-9-3 9-15,-8 2-6 16,-11-3-1-16,-6 1 2 16,-12 4-8-16,-6-2 2 15,-6 2 2-15,-11 0 1 16,-1 0 1-16,-7 0-2 16,0 0 0-16,-7 0 1 15,0 0-2-15,0 0 0 0,-48 0-23 16,-9 0-58-1,-27 4-77-15,11 0-196 0</inkml:trace>
  <inkml:trace contextRef="#ctx0" brushRef="#br0" timeOffset="23916.73">18452 3233 779 0,'0'0'164'0,"0"0"-120"0,0 0 81 16,0 0-40-16,0 0-31 16,0 0-22-16,0 0 10 15,-62 44 0-15,62-44-17 16,0 0 15-16,0 0 3 16,0 0-3-16,0 0 10 0,0-7-27 15,0-16 27 1,36-18-36-16,26-12 0 0,22-17-13 15,17-5 8-15,20-11-6 16,-3-9 2-16,11-4-2 16,-8 4-1-16,-6 5 5 15,-7 8-7-15,-4 8-3 16,-18 7 2-16,6 6 2 16,-8 6 0-16,-12 3-1 15,-2 10 2-15,-15 9-2 16,-12 6 1-16,-7 6 0 15,-17 7-1-15,-9 8 0 16,-10 3 0-16,0 3 1 0,0 0 1 16,0 0 2-16,0 0-2 15,-2 0-2-15,-25 0-3 16,-14 0 2-16,-4 3 1 16,-8 6-5-16,7 4 4 15,0-1 1-15,15-4 0 16,12 1 0-16,2-7-3 15,15 0 3-15,2-2 3 16,0 0-3-16,0 0-4 16,0 0-4-16,0 0-5 15,0 0 12-15,19 0-10 16,7 0 11-16,18-2 3 16,-1 1-3-16,5-2 2 15,-5 3-4-15,-7 0 2 0,-9 0-4 16,-1 6 3-1,-16 14-14-15,-3 6 6 0,-7 6-12 16,0 4-21-16,-17 1-23 16,-24 3-58-16,5-7-35 15,-5-1-276-15</inkml:trace>
  <inkml:trace contextRef="#ctx0" brushRef="#br0" timeOffset="24920.33">20549 1713 588 0,'0'0'188'0,"0"0"-40"0,0 0-54 15,0 0-37-15,0 0-14 16,0 0 6-16,0 0 8 0,-22 8-15 16,22-8 10-16,0 0 8 15,-4 0-2-15,1 0 0 16,-4 0-11-16,-5 0-13 15,5-2-2-15,0-6-2 16,4-1-11-16,3-3-4 16,0-3-7-16,0 0-6 15,0-4 5-15,3 3-7 16,23-1 4-16,-2 6-4 16,2 4 0-16,1 5-4 0,7 2 0 15,-3 0-2-15,10 6 3 16,-5 11 3-1,-7 3 6-15,-3 2-6 0,-11 0 0 16,-8 1 2-16,-5-6-1 16,-2-1 2-16,0-6-3 15,0-3 0-15,0-5 0 16,0-2 3-16,0 0-1 16,0-2-2-16,0-15 18 15,0-5-17-15,7-2-1 16,1-3-8-16,11 1 7 15,2 2 2-15,8 1-2 16,0 5-2-16,-2 5-2 16,-6 3 3-16,1 8 0 15,-10 2-1-15,2 0-3 16,8 0 2-16,-5 9 3 0,9 7-1 16,-4 0 2-16,-3 3 4 15,-4 0-4-15,-1 0-6 16,-4-2 2-16,2-3-30 15,-5 2-34-15,0-4-16 16,7-2-29-16,-6-1-14 16,6-5-78-16,5-2-155 15</inkml:trace>
  <inkml:trace contextRef="#ctx0" brushRef="#br0" timeOffset="26326.51">21588 1555 880 0,'0'0'223'0,"0"0"-59"0,0 0-89 0,0 0 0 16,0 0-19-16,0 0-18 15,-144-25-18-15,110 30-11 16,-2 11-4-16,-5 6-5 15,12-1 0-15,7 1-4 16,10-4 3-16,5 1-3 16,7-3 4-16,0-5 2 15,0-1-2-15,5-2 0 0,9-4-6 16,8-2 3-16,2-2 3 16,0 0 0-16,-2-2 6 15,7-11 1-15,-3-3-7 16,-2-2 0-16,-5 1 2 15,-2 2 0-15,-2 3 10 16,-11 5-11-16,-4 5 19 16,0 1 11-16,8 1-1 15,-8 0-30-15,0 0 0 16,0 3-8-16,12 9-1 0,2 3 8 16,3 3 2-1,-5 2 0-15,2 0 2 0,1-3-2 16,-6-8-2-16,3 0 2 15,-4-5 0-15,-3-4 8 16,-3 0-11-16,10 0 4 16,5-10 4-16,2-7 2 15,5-2-5-15,2-3-1 16,1 2 2-16,-1 1 9 16,-6 3-12-16,-1 6 5 15,-12 5 1-15,8 3 7 16,-11 2-14-16,4 0-2 15,8 0 0-15,4 0 2 16,1 11-2-16,1-1 3 16,-3 2-2-16,-4-2 1 0,-6-3-1 15,-2-4 1-15,3-1-2 16,-8-2 3-16,1 0-1 16,4 0 2-16,5-2 5 15,-2-10-6-15,9-3-1 16,0-2 2-16,-2 1 1 15,0 8-3-15,-8 0 7 16,-1 6-14-16,-1 2 7 16,-5 0-3-16,10 0-5 15,3 2 7-15,4 10-4 16,-2-1 2-16,2 2 3 16,-2 0 0-16,-3-4-1 0,-2-3-9 15,-5-1 0 1,1-2-4-16,-8-3 7 0,9 0 3 15,-4 0 4-15,7-12-1 16,5-2 2-16,-5-2 1 16,2 4-2-16,-4 2 1 15,-3 2-1-15,-2 6 1 16,-5 2-1-16,0 0 0 16,0 0-5-16,7 0-6 15,13 2 6-15,-4 7-2 16,4-2 7-16,1 0 1 15,1-2 0-15,2-4-1 16,-7-1-1-16,2 0 1 0,-2 0 1 16,0-4 4-1,-1-7-5-15,-6-1 4 0,2-1-1 16,-12-2-3-16,0 4 1 16,0 1-1-16,0 3 9 15,0 3-7-15,-12 4 10 16,5 0-11-16,-5 0 0 15,5 0-1-15,-10 12-14 16,10 4 11-16,-1 0 2 16,8 0-1-16,0-2 2 15,0-1-10-15,8-5 5 16,16-2-11-16,-5-5 12 0,10-1-10 16,-8 0 9-1,6 0 2-15,2-7 3 0,0-12 2 16,4-1 2-16,-4-4-3 15,-7-1-1-15,11 2 0 16,-6 0 0-16,-8 5 0 16,0 6 0-16,-2 5 1 15,-7 6 5-15,-1 1-5 16,6 0-1-16,6 0 0 16,6 13 3-16,2 4-3 15,-8 1 5-15,-1-1 3 16,-6 2-2-16,-4-2 3 15,-10-1-6-15,0 0-2 16,0 0 5-16,-10-2-6 16,-24 1 0-16,-9-2-1 15,-12 0-50-15,-10 2-124 0,2 0-98 16,-2-1-411-16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5T09:15:39.9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4044 5220 780 0,'0'0'176'0,"0"0"-35"0,0 0-47 16,0 0-40-16,0 0-14 15,0 0-4-15,0 0 10 16,-41 14-4-16,41-14-2 0,0 0-6 15,0 2-15 1,0 0-6-16,36 1 6 0,20-1 24 16,16-2-25-16,17 0-6 15,12 0-11-15,2-2 6 16,3-5-3-16,-12 2-4 16,-10 2 0-16,-17 3 0 15,-12 0 0-15,-16 0 0 16,-15 0-1-16,-10 0 0 15,-9 0-3-15,-5 0 6 16,0 0-4-16,0 0-12 16,0 0-53-16,0 0-34 15,-26 6-65-15,-3 5-246 16</inkml:trace>
  <inkml:trace contextRef="#ctx0" brushRef="#br0" timeOffset="3432.2">4306 4044 819 0,'0'0'220'0,"0"0"-123"0,0 0-19 0,0 0 9 0,0 0-25 16,0 0-18-16,0 0-2 15,-19 14-4-15,19-14 1 0,0 0 4 16,0 0-4-16,0 0-2 16,5-7 2-16,31-12-13 15,19-8-10-15,17-6-15 16,5-2-1-16,0-4 1 15,2-1 2-15,-6-2-3 16,-11 3 0-16,-7 5 0 16,-11 4 2-16,-18 10-1 15,-11 0-1-15,-15 9 2 16,0 1-1-16,0 1 2 16,-15 4 0-16,-11 0-6 15,-6-1 3-15,-1 2-4 0,6 4 4 16,3-3-1-1,15 3 1-15,-1 0 0 0,8 0 0 16,2 0-1-16,0 0 0 16,0 0 0-16,0 0-3 15,0-1-2-15,0 0-1 16,2 1 2-16,25 0 3 16,1 0 2-16,8 0 0 15,-7 0-2-15,0 0 2 16,-10 5 1-16,3 10 1 15,-8-1-4-15,1 3-1 16,-10 4 3-16,-3-1 0 16,-2 4 0-16,0-1 0 15,0 3-6-15,-2-8-32 16,-10-3-52-16,4-4-50 16,1-5-32-16,0-3-117 0,7-3-261 15</inkml:trace>
  <inkml:trace contextRef="#ctx0" brushRef="#br0" timeOffset="3885.04">5451 3409 201 0,'0'0'765'0,"0"0"-544"0,0 0-93 0,0 0-51 0,0 0-32 0,0 0-16 16,0-4-13-16,0 8-4 16,-3 8 13-16,3 1 12 15,0 2-14-15,0 3-11 16,0-1 8-16,10 0-7 15,16-1-1-15,6 2-4 16,4-4-7-16,2 0 0 16,-2 0 5-16,5 0-5 15,-12-2-2-15,-15-3 0 0,3 2 0 16,-12-1 0-16,-5 1 1 16,0 3 0-16,0 1 2 15,-22 5 4 1,-18-3-2-16,-9-1-4 0,-1-5-3 15,-1-5-5-15,3-4-24 16,5-2-42-16,0 0-45 16,7 0-37-16,2-15-72 15,8-4-226-15</inkml:trace>
  <inkml:trace contextRef="#ctx0" brushRef="#br0" timeOffset="4086.97">5350 3409 878 0,'0'0'275'0,"0"0"-147"15,0 0-91-15,0 0-18 16,0 0-9-16,192-59-8 16,-144 53 0-16,-12 1-2 15,-2 5-25-15,-12 0-71 16,-6 0-193-16,-4 0-415 15</inkml:trace>
  <inkml:trace contextRef="#ctx0" brushRef="#br0" timeOffset="15023.04">15752 5356 844 0,'0'0'122'0,"0"0"-17"0,0 0-13 0,0 0-25 16,0 0-30-16,0 0-17 15,0 0 0-15,55 19 26 16,37-19-9-16,21 0-18 0,14 0-6 16,20-3 5-16,11-3-14 15,8 5-4-15,-2 1 2 16,-3 0 1-16,-10 0-3 16,-11 0 2-16,-8 7-1 15,-16 3-2-15,-6-1 0 16,-9 0 1-16,-14 0 6 15,-25-2-6-15,-16-3 0 16,-12 2 0-16,-15-5-2 16,-12 1 2-16,3 1 9 15,-10-3 11-15,0 0 1 16,0 0-1-16,0 0-7 16,0 0-10-16,0 0-2 0,0 0 0 15,0 3-1-15,-10 0-12 16,-21 2-41-16,-17 5-68 15,0-3-87-15,-3-4-284 16</inkml:trace>
  <inkml:trace contextRef="#ctx0" brushRef="#br0" timeOffset="18869.74">12838 6402 483 0,'0'0'203'0,"0"0"-145"0,0 0-9 16,0 0 27-16,0 0-25 16,0 0-24-16,0 0 11 15,0 0 5-15,77 44 11 16,-61-42-11-16,-16-2-2 0,10 0-2 15,4 0 10 1,13-3-12-16,4-14-1 0,17-5-22 16,-2-6-9-16,7-3-5 15,4-2 0-15,-1 5-3 16,-6 3-30-16,-14 4-96 16,5 5-116-16,-9 2-420 15</inkml:trace>
  <inkml:trace contextRef="#ctx0" brushRef="#br0" timeOffset="21113.39">11138 7389 715 0,'0'0'142'0,"0"0"-17"16,0 0-25-16,0 0-9 16,0 0-30-16,0 0-23 15,-5 0 0-15,5 0-8 0,0 0-12 16,0 0 2-16,0 0-4 15,19 0 1-15,17 0 16 16,10 0-4-16,7 0-10 16,16 0-13-16,1-3 0 15,2-5-5-15,-9 2 1 16,-8 0 1-16,0 0-3 16,-11 0 0-16,-8 5-1 15,-7-1 1-15,-10 1 0 16,-10 1 0-16,-4 0-2 0,-5 0-1 15,0 0 3 1,0 0 3-16,0 0-3 0,0 0-5 16,0-2-22-16,-19 2-46 15,2 0-34-15,-9 0-69 16,6 0-176-16</inkml:trace>
  <inkml:trace contextRef="#ctx0" brushRef="#br0" timeOffset="27643.48">20703 2676 729 0,'0'0'110'0,"0"0"48"0,0 0-35 16,0 0-46-16,0 0-9 16,0 0-15-16,0 0-3 15,0 0-9-15,0 0-3 16,0 0-12-16,-12 0-5 16,-10 0-17-16,-4 0-2 0,-5 0 1 15,2 4-1-15,2-1-2 16,8 0 0-16,2 2-1 15,3-2 1-15,9 1 0 16,-5-1 0-16,6 1-6 16,1-1 3-16,-2 1 3 15,5 2 0-15,0 1 0 16,0 2-3-16,0 3 4 16,0 0-1-16,0 2 0 15,0 5 1-15,0 0 1 16,0 5-1-16,0 3 1 15,0 1-1-15,0 3 3 16,5 2-2-16,2 3 1 16,3 5 2-16,-10 3-2 0,0 2-2 15,0 2 2-15,5-6 5 16,-3 2 1-16,8-4 4 16,-5 1-2-16,9 1 0 15,-2 4 5-15,0 0-7 16,-2 2-2-16,-6 3 6 15,4-1-4-15,-8-1-3 16,2-5 6-16,-2 2-9 16,0-3 1-16,0 1 4 15,0-1 3-15,0 0-5 16,0-1-3-16,0-2 2 16,0 1-4-16,0-2 0 15,0-2 4-15,7 1 0 0,-2 0-5 16,-2 1 5-1,-3 2-1-15,0-1-4 0,0 4 5 16,0 2-3-16,0 0-3 16,0-2 2-16,0-3 0 15,0-3 2-15,0 0 1 16,0 4 0-16,0-3 8 16,0-1-1-16,7-6-2 15,0-8-9-15,7-4 2 16,1-7-5-16,4-10 5 15,8-1-2-15,9-2 7 16,12-5-6-16,14-19 1 0,-2 0-2 16,5-5 0-1,-2 1-31-15,-15 0-38 0,10-4-81 16,-15-1-52-16,3-6-281 16</inkml:trace>
  <inkml:trace contextRef="#ctx0" brushRef="#br0" timeOffset="29318.07">24127 2714 636 0,'0'0'189'0,"0"0"-9"0,0 0-40 0,0 0-51 16,0 0-38-16,0 0-30 15,36-20 8-15,-9 17-2 16,6 1-7-16,-2 1-7 16,3-1-6-16,2 0 2 0,-2 1-3 15,0 1-6-15,-10-2 2 16,4 2-2-16,-13 0 1 15,-1 0-3-15,-6 0 3 16,-1 0-2-16,2 2 1 16,-6 6 0-16,-1 2 1 15,3 1 0-15,-3 5 1 16,-2 0 0-16,8 2 3 16,-8 1-4-16,4-1 3 15,11 1-4-15,2 0 4 16,-5-1 2-16,2 6 2 15,1-4-1-15,-3 4 3 16,4 0 11-16,-11-1-5 16,7 6-13-16,-5 0 5 0,3 2 1 15,-5 2-6 1,2-5 7-16,-2 5-5 0,0-2-2 16,-1-3 0-16,-1 3-1 15,4 3 9-15,-7 0-7 16,7 3 3-16,3 3 3 15,-5 1-2-15,9 2 2 16,-9-2 1-16,9 1-6 16,1-5-2-16,-8 4-3 15,3-2 3-15,-6 0-1 16,1 4 0-16,5 0 2 16,-5 0 1-16,2-1-3 15,0 1 4-15,0 1-1 0,-4-1 2 16,4-2-3-16,-2-2 6 15,2-2-8-15,-7-1 0 16,12 2 0-16,-10 1-1 16,6-4 2-16,-4 0-1 15,4-6 1-15,-4 3-1 16,1-1 1-16,0 4 0 16,-2 0 1-16,4-2 3 15,-2-3-4-15,-3-3-2 16,8-3 1-16,-6-4-2 15,1 0 2-15,-2-3 1 16,4 2-2-16,-7-4 3 16,0 3-4-16,0 1 1 0,0 1 0 15,0-1 3-15,-15-2-1 16,11-5-2-16,-6-3 1 16,3 4 0-16,0-2-2 15,-1-2 0-15,6 0 0 16,-10-5 2-16,-3 6-2 15,-6 0 3-15,-1 0-3 16,-14-3 10-16,0 0-1 16,-12-3 0-16,0 1-1 15,5-1-7-15,-8-4 0 16,-2 1 6-16,0-1-7 16,-4 2-11-16,4-1-15 15,5-1-44-15,19 0-36 16,14 0-91-16,13-21-221 0</inkml:trace>
  <inkml:trace contextRef="#ctx0" brushRef="#br0" timeOffset="30422.95">20979 2802 752 0,'0'0'231'0,"0"0"-77"0,0 0-62 0,0 0-44 15,0 0-35-15,0 0-11 16,-7 2 0-16,7 12 4 15,0 2 28-15,0 4-8 16,7 0-4-16,1 3 11 16,-1-2-2-16,-2-1-11 15,2 1-2-15,-2-3-6 16,-3-2 3-16,1-6-7 16,1-1 2-16,-4-7 1 15,3 0-8-15,-3-2 5 16,0 0 1-16,0 0 4 15,0 0 7-15,7 0 1 0,-7-4 8 16,0-9-12-16,0-2-12 16,0-5 3-16,-10-6-7 15,1-3 6-15,-3-2-3 16,7-4-1-16,-10 0 4 16,8-2-6-16,7-2 0 15,0-2 3-15,0-3-4 16,0-2-1-16,0 2 1 15,15 5-1-15,9 9-1 16,-5 9 2-16,-2 10-5 16,-8 4-1-16,1 7-22 15,-5 0-23-15,9 0-78 16,1 21 23-16,-3 2-45 16,-7 7-122-16,-3-3-315 0</inkml:trace>
  <inkml:trace contextRef="#ctx0" brushRef="#br0" timeOffset="30708.71">20881 2848 911 0,'0'0'215'0,"0"0"-73"0,0 0-58 0,0 0-61 16,0 0-8-16,0 0-13 15,139-35-1-15,-103 24 0 16,-7 2-1-16,7 0 0 16,-4 4-3-16,-8 1-6 15,-3 3-30-15,-1 1-100 16,-6 0-109-16,-4 0-242 15</inkml:trace>
  <inkml:trace contextRef="#ctx0" brushRef="#br0" timeOffset="31326.82">20823 2633 659 0,'0'0'333'0,"0"0"-125"0,0 0-77 0,0 0-58 15,0 0-14-15,0 0-17 16,-70-53-3-16,70 53-14 16,22 0-23-16,14 0 9 15,7 4-2-15,3 13 6 0,5 3 3 16,-1 4 5-16,5 1-9 15,1 5-3-15,-11-2-9 16,-4 4 4-16,-7-1-6 16,-5 0 0-16,-8-5 4 15,-6-2-3-15,-8-5-1 16,5-4-2-16,-10-4-7 16,8-6-27-16,-10-4-54 15,0-1-66-15,0 0-23 16,0 0-75-16,0-10-350 0</inkml:trace>
  <inkml:trace contextRef="#ctx0" brushRef="#br0" timeOffset="31595.2">21191 2636 599 0,'0'0'304'15,"0"0"-108"-15,0 0-66 16,0 0-15-16,0 0-49 15,0 0-27-15,-84-3-28 16,62 31 16-16,-4 3 14 16,4 7-11-16,-2-1-11 15,-10 3-9-15,15-5-5 16,-10-3-3-16,13-8-2 16,8-5-1-16,1-7-5 0,7-3-62 15,0-3-51-15,0-6-54 16,17 0-79-16,17 0-274 15</inkml:trace>
  <inkml:trace contextRef="#ctx0" brushRef="#br0" timeOffset="31828.98">21489 2725 723 0,'0'0'407'15,"0"0"-237"-15,0 0-93 0,0 0-30 16,0 0 12 0,0 0 6-16,27 49-32 0,-20-25-13 15,-2 0-8-15,-5-3-6 16,0 4-5-16,0-8-2 16,0-1 1-16,0-2-39 15,0-3-110-15,0-2-65 16,17-2-228-16</inkml:trace>
  <inkml:trace contextRef="#ctx0" brushRef="#br0" timeOffset="32130.69">21982 2640 920 0,'0'0'233'16,"0"0"-26"-16,0 0-64 15,0 0-51-15,0 0-74 16,0 0-13-16,-7-4-4 16,48 21 2-16,7 4 4 15,-5 6-3-15,-4-1 0 16,-1 1-4-16,-9-3-4 15,-7-4 1-15,-8-5-54 16,-7-1-104-16,0-6-53 0,1-6-206 16</inkml:trace>
  <inkml:trace contextRef="#ctx0" brushRef="#br0" timeOffset="32332.46">22220 2610 820 0,'0'0'284'16,"0"0"-104"-16,0 0-103 16,0 0-47-16,0 0-12 15,0 0 6-15,-127 110-9 16,103-75-10-16,-8 0-5 16,4-2-2-16,1-6-23 0,13-6-85 15,14-7-79-15,0-12-150 16,0-2-373-16</inkml:trace>
  <inkml:trace contextRef="#ctx0" brushRef="#br0" timeOffset="32599.69">22386 2758 1 0,'0'0'634'16,"0"0"-506"-16,0 0-37 15,0 0 9-15,0 0-37 16,0 0-24-16,140 40-5 15,-140-19-3-15,0 2-6 0,-10 0-10 16,-9-3 9 0,4-7 7-16,1-5-8 0,14-5-5 15,0-3-2-15,0 0-2 16,0 0-5-16,0 0 6 16,34 0-4-16,-3-8-8 15,10-2-3-15,0-2 0 16,-5 1-29-16,0-2-110 15,0 3-82-15,-5 0-441 16</inkml:trace>
  <inkml:trace contextRef="#ctx0" brushRef="#br0" timeOffset="32850.5">22800 2657 863 0,'0'0'257'0,"0"0"-68"15,0 0-79-15,0 0-35 16,0 0-37-16,0 0-23 16,9 4 7-16,30 11 12 15,-1 3-22-15,8 6 3 16,-3 1-7-16,3-2-5 16,-8-2-3-16,-6-1-1 15,-11-5-1-15,-1-3-43 16,-8-4-85-16,-3-5-40 15,-2-3-106-15,-7 0-178 16</inkml:trace>
  <inkml:trace contextRef="#ctx0" brushRef="#br0" timeOffset="33051.97">23132 2620 775 0,'0'0'301'16,"0"0"-134"-16,0 0-52 15,0 0-41-15,0 0-46 16,0 0-23-16,-65 30 4 16,45 0 1-16,-6 1-6 15,-3 5-2-15,-2 1-2 16,0 1-6-16,-3-1-87 16,17-9-108-16,7-6-193 0</inkml:trace>
  <inkml:trace contextRef="#ctx0" brushRef="#br0" timeOffset="33403.15">23377 2740 567 0,'0'0'140'15,"0"0"-62"-15,0 0 42 16,0 0-53-16,0 0-38 15,0 0-5-15,72 53-11 0,-72-38 8 16,0 2-15-16,0-3-4 16,0 1-2-16,-7-4 1 15,7 0 0-15,0-2 3 16,0 0-3-16,0-4-1 16,7 2 0-16,5-1-5 15,-2-3 5-15,-10 0 0 16,0 1 0-16,0 0-3 15,0-1-1-15,0 3 4 16,-29-3 8-16,2 3-8 16,1-3 0-16,-8 2-56 15,8-4-166-15,4 4-140 16</inkml:trace>
  <inkml:trace contextRef="#ctx0" brushRef="#br0" timeOffset="33708.37">23812 2636 562 0,'0'0'599'0,"0"0"-446"0,0 0-67 16,0 0-39-16,0 0-43 0,0 0 23 16,96 47 8-16,-48-27-20 15,-12 2-9-15,0 0-6 16,-4-2 0-16,-13 0-14 16,0-6-41-16,-12-4-71 15,1-5-55-15,-4-3-142 16,-1-2-142-16</inkml:trace>
  <inkml:trace contextRef="#ctx0" brushRef="#br0" timeOffset="33905.73">24093 2627 703 0,'0'0'260'16,"0"0"-47"-16,0 0-82 0,0 0-35 15,0 0-72-15,0 0-14 16,-134 49 16-16,110-15-22 15,-5 3-2-15,-5 3-2 16,8-2-1-16,-8-1-33 16,17-7-95-16,0-5-81 15,17-10-123-15</inkml:trace>
  <inkml:trace contextRef="#ctx0" brushRef="#br0" timeOffset="34257.62">24120 2810 806 0,'0'0'199'15,"0"0"-99"-15,0 0-40 16,0 0-38-16,0 0-16 16,0 0-4-16,43 33-2 15,-38-28 0-15,7-5 5 16,-2 0-2-16,4 0 1 15,0 0 8-15,1-11 22 16,-8-1-2-16,0 2 6 16,0-1 4-16,-2 5 3 15,-5 3-3-15,0 3 9 16,0 0-5-16,0 0-27 0,0 0-13 16,0 13-5-1,0 4 3-15,0 3-1 0,0-2-3 16,0 4 0-16,0 2-2 15,0 0-69-15,0 1-54 16,0-6-51-16,0 0-129 16</inkml:trace>
  <inkml:trace contextRef="#ctx0" brushRef="#br0" timeOffset="35546.24">20068 3263 179 0,'0'0'700'0,"0"0"-545"0,0 0-63 0,0 0-41 16,0 0-22 0,0 0-23-16,3-3-6 0,11 3-4 15,0 0-32-15,-9 6-191 16,5 8-321-16</inkml:trace>
  <inkml:trace contextRef="#ctx0" brushRef="#br0" timeOffset="35680.1">20133 3522 450 0,'0'0'20'16,"0"0"-11"-16,0 0-9 0</inkml:trace>
  <inkml:trace contextRef="#ctx0" brushRef="#br0" timeOffset="35847.51">20232 3814 61 0,'0'0'327'0,"0"0"-314"15,0 0-13-15,0 0-170 16</inkml:trace>
  <inkml:trace contextRef="#ctx0" brushRef="#br0" timeOffset="36282.86">20224 4709 628 0,'0'0'145'16,"0"0"44"-16,0 0-66 16,20 103 4-16,-11-85-110 15,-4-5 5-15,-3-4 4 16,3-5-15-16,-2-4-6 15,-3 0-2-15,0 0-3 0,0-13 0 16,0-7-103 0,0-14-173-16,0-10-518 0</inkml:trace>
  <inkml:trace contextRef="#ctx0" brushRef="#br0" timeOffset="36737.43">19746 3206 838 0,'0'0'279'0,"0"0"-102"0,0 0-79 0,0 0-40 0,0 0-36 15,0 0-9-15,22 25 28 16,-15-2-25-16,-2 5-10 16,-5 6-3-16,0 7-6 15,0 6-60-15,0 4-115 16,0 0-171-16</inkml:trace>
  <inkml:trace contextRef="#ctx0" brushRef="#br0" timeOffset="37455.05">19842 4830 779 0,'0'0'214'16,"0"0"-73"-16,0 0 15 0,0 0-69 0,0 0-5 15,0 0 14-15,17-81-42 16,-17 81-29-16,7 15-22 15,-4 17 3-15,-1 11 23 16,0 7-14-16,-2 0-9 0,5-3-3 16,-2-3-2-1,4-8-2-15,-2-8-11 0,4-9-59 16,3-5-74-16,3-11-10 16,4-3-92-16,-2 0-182 15</inkml:trace>
  <inkml:trace contextRef="#ctx0" brushRef="#br0" timeOffset="38091.18">20133 4826 767 0,'0'0'258'0,"0"0"-125"15,0 0-34-15,0 0-34 0,0 0-16 16,0 0-14-16,-77 110-2 15,77-80-6-15,0 0-14 16,0-5-9-16,0-3-2 16,22-7-1-16,-1-4-1 15,-1-6 0-15,11-5 4 16,-12 0 1-16,8 0-1 16,-3-13 2-16,-5-5-5 15,-2-2 3-15,-13-1-1 16,-4 1-1-16,0 5-1 15,0 4 2-15,-14-1-4 0,0 3 2 16,-8-3-2-16,15-2 2 16,4 0-1-16,3-2 7 15,0 0-7-15,0 4-1 16,0 2-1-16,5 6 2 16,14 4-4-16,1 0 1 15,4 0 2-15,0 4-5 16,0 12 5-16,-3 4-4 15,1 6 0-15,-7-2 2 16,-1 6-1-16,0-1 8 16,1-7-3-16,4-2-1 15,3-5-2-15,4-4 2 16,-9 1 0-16,5-9 1 16,-3-3-1-16,2 0 3 15,6 0 7-15,-3-15-2 0,-5-5 11 16,-9-1-1-1,-10-5 18-15,0 3-5 0,0-6-2 16,-31 1-2-16,-18 1-4 16,4 4-11-16,-6 5-12 15,-2 4-2-15,10 6 0 16,2 7-2-16,8 1-42 16,9 0-117-16,7 7-114 15,0 9-464-15</inkml:trace>
  <inkml:trace contextRef="#ctx0" brushRef="#br0" timeOffset="39129.23">20874 1464 989 0,'0'0'108'0,"0"0"38"0,0 0-28 16,0 0-5-16,0 0-47 15,0 0-50-15,0 0-8 16,-29 4-1-16,29 28 11 16,29 6 11-16,-3 1-2 15,-2 0-16-15,-12-7-11 16,3-5 4-16,-6-7-4 16,3-6 0-16,-5-8-28 0,8-3-69 15,-15-3-63-15,0-3-12 16,0-14-106-16,0-8-396 15</inkml:trace>
  <inkml:trace contextRef="#ctx0" brushRef="#br0" timeOffset="39397.57">20838 1514 448 0,'0'0'310'0,"0"0"-52"0,0 0-101 16,0 0-41-16,-118-90-25 16,115 89-26-16,3 1-6 15,0 0-20-15,32 0-28 16,30 0 1-16,17 0 1 15,3 8-1-15,5 8-3 16,-5 1-4-16,-10 2-1 16,-7 1-3-16,-12 5 1 0,-17 1-2 15,-20 1-2-15,-8 1 2 16,-8 1 4-16,-3-1 1 16,-33 4-4-16,-12-4 9 15,7-2-9-15,3-8 1 16,-3-5-2-16,14-2-4 15,6-6-36-15,4-1-91 16,2-4-40-16,11 0-152 16</inkml:trace>
  <inkml:trace contextRef="#ctx0" brushRef="#br0" timeOffset="48053.64">20162 6022 739 0,'0'0'209'0,"0"0"-31"0,0 0-39 0,0 0-28 15,0 0-20 1,0 0-38-16,0 0 1 0,-168 22-18 16,172-22-16-16,42 0-3 15,14 0-7-15,12-2 5 16,8-4-8-16,-18 0-6 16,-9 6-2-16,-22 0 1 15,-9 0-4-15,-15 0 2 16,-7 14-13-16,0 11-12 15,-9 9 16-15,-35 10 8 16,-9 5 1-16,3-6 0 16,14-8 4-16,2-6-3 15,17-11 1-15,13-7-2 16,4-5 2-16,0-2-5 16,0-4 1-16,16 0 4 0,16 0 0 15,9 0 3-15,-5-1-3 16,4-8 0-16,-1 0-5 15,4 0-66-15,-2-5-118 16,-7 2-137-16</inkml:trace>
  <inkml:trace contextRef="#ctx0" brushRef="#br0" timeOffset="48626.99">21104 5871 909 0,'0'0'152'0,"0"0"-22"0,0 0-16 0,0 0-63 0,0 0-21 16,0 0-9-16,-62-12 3 16,31 24-20-16,-15 2 2 15,5-1-2-15,10 1-4 16,-3-3 8-16,20 0-17 15,-1 1 15-15,8 0-6 16,2 2 0-16,5 3-6 16,0 3 6-16,0 7 6 15,0 2-3-15,0 5 13 16,0 6 5-16,5 2-1 16,-2 4 7-16,1-2-4 0,1-1-3 15,-5-2-8 1,0-5-7-16,0-7 0 0,0-7-5 15,0-7 1 1,3-6-1-16,4-4 0 0,2-2 0 16,3-3 0-16,12 0 8 15,10 0-8-15,2 0 0 16,15-12-30-16,4 1-73 16,8-3-93-16,6-1-181 15</inkml:trace>
  <inkml:trace contextRef="#ctx0" brushRef="#br0" timeOffset="49443.87">23673 5834 771 0,'0'0'250'0,"0"0"-135"0,0 0-47 0,0 0-16 0,0 0-37 0,0 0-8 16,175-20 14-16,-141 20-3 16,4 0-14-16,-14 0 15 15,3 0 3-15,-6 0-14 16,-1 0 3-16,1 2-6 15,3 3 4-15,-4-2 1 16,-4 0 4-16,8-1 0 16,-9 0-2-16,-6 3-5 15,3 0-4-15,-2 6-2 16,-10 5 7-16,0 2 12 16,0 7 0-16,0 2 6 0,-7 2-3 15,-3 6-15 1,5 5-1-16,5 3-5 15,0 1-1-15,0 2 2 16,0-4-1-16,0-3-2 0,0-5 0 16,8-3 1-16,-8-6 4 15,0-6-2-15,0-6 1 16,0-1 4-16,0-9-1 16,0 1 9-16,-10-3-3 15,-31-1-5-15,-7 0-3 16,-24 0-5-16,-12 0-12 15,-29 0-79-15,-15 0-113 16,-6 0-69-16,9 0-466 16</inkml:trace>
  <inkml:trace contextRef="#ctx0" brushRef="#br0" timeOffset="53445.43">19772 6159 911 0,'0'0'38'0,"0"0"-7"0,0 0 72 0,0 0 5 16,0 0-75-16,0 0-16 15,0 0 15-15,0 0 2 16,-19 0-2-16,-3 4-11 15,-6-4 9-15,-6 0-5 16,-2 0-4-16,0 0-6 16,-5 0-3-16,2 0-1 15,-9-9 1-15,8-9-4 16,-11-5 0-16,1-4-2 16,-6-6-4-16,6-2 4 15,-1-5-4-15,10 1-2 16,15-3 2-16,9 1 7 0,17 0-8 15,0-2 5 1,0-1-6-16,41-4 1 0,12-1-1 16,5 1 1-16,11 1-2 15,-4 2 2-15,-5 5 0 16,-4 5-1-16,-11 5 0 16,-16 7 0-16,-7 8 0 15,-13 5 0-15,-9 3 0 16,0 2 4-16,0 1-1 15,0-2-2-15,-9 1 4 16,-13-1-5-16,5 3 2 16,-12-3-4-16,3 6 4 0,-3-3-4 15,8 3 0-15,1 0 2 16,8 0 0-16,0 0 0 16,7 0-2-16,5 0 3 15,0 0-1-15,0 0 0 16,0 0-3-16,0-1 2 15,0 0-6-15,0-1 3 16,22 0 4-16,5 2-4 16,1 0 4-16,8 0 0 15,-2 0-1-15,-5 2 1 16,-7 8-1-16,-8 3 1 16,-2 4-1-16,-7 5 0 15,-5 6 0-15,0 9-31 0,-12 7-123 16,-29 2-68-1,-10 1-204-15</inkml:trace>
  <inkml:trace contextRef="#ctx0" brushRef="#br0" timeOffset="54444.3">19669 6323 715 0,'0'0'43'0,"0"0"35"0,0 0 17 16,0 0 3-16,0 0-49 0,0 0-18 15,0 0-5-15,-94-23 11 16,61 17-7-16,-6 2-10 16,-7-3 0-16,-2 1-10 15,-12-1-7-15,-2-4 7 16,-8-1-9-16,0-2-1 16,3 0 4-16,0-5 1 15,6-5-1-15,1-5 6 16,10-6 5-16,7-8-7 15,6 1 1-15,4-6-2 16,4 0-1-16,17-5 2 16,5-3-2-16,7-5 5 0,7-1-8 15,34-3 13 1,14 1-14-16,10-4-2 0,7 2 0 16,5 1 1-16,0-1-1 15,-5 6 1-15,-2 3-1 16,0 7 0-16,-13 7 0 15,3 6 1-15,-14 5 0 16,-5 5-1-16,-12 7 0 16,-15 5 1-16,-6 1 6 15,-8 4-3-15,0-3 3 16,0 2-3-16,0-1-2 16,0 3 4-16,0 0-5 15,-8 2-1-15,-16 2 0 16,-7 3 0-16,0 2 0 15,-5 0 0-15,-12 0-1 16,7 0 1-16,-15 7 0 0,-1 6-3 16,9-5 5-16,2 1-5 15,22-3-1-15,7-3 4 16,10-1 2-16,7-1-2 16,0-1-3-16,0 0 3 15,0 0-2-15,0 0 1 16,24 0-2-16,14 0 3 15,18 0 2-15,1-1-1 16,3-3 1-16,-7 3-1 16,-5 1-1-16,-7 0-1 15,-7 1 1-15,-8 14 0 0,-4 5 0 16,-7 8 1 0,-11 6-3-16,-4 7 2 0,0 7-27 15,-26 8-65-15,-10 7-56 16,-3 1-169-16,3 2-461 15</inkml:trace>
  <inkml:trace contextRef="#ctx0" brushRef="#br0" timeOffset="55493.17">19479 6388 194 0,'0'0'696'0,"0"0"-623"0,0 0 29 16,0 0 4-16,0 0-60 15,0 0-30-15,0-12 9 16,-10 9-2-16,-18-1-3 15,-16-1-3-15,-11 2-2 16,-15-3-5-16,-14 3-1 16,-3-2-8-16,-9-1 7 15,7-5-8-15,-7-3 10 16,5-2-10-16,14-7 1 16,-7-3 10-16,19-6 3 15,2-7-9-15,1-5 3 0,18-2-4 16,-6-2-2-1,14-3 0-15,7-1-2 0,7-2 2 16,10-4-2 0,12-1 0-16,0-2 2 0,0-4-1 15,27-3 0-15,4-4-1 16,3-10-3-16,9-2 3 16,0 3 0-16,5 0 0 15,8 11 0-15,-1 6-1 16,5 6 1-16,3 3 0 15,6 2 0-15,11-4 0 16,-3 8 0-16,-8 3 0 16,1 10 1-16,-12 7 2 15,-15 6-6-15,-7 0 3 0,-2 7 0 16,-15 2 2-16,-2 4-1 16,-17 6 0-16,0 1-1 15,0 1 6-15,0 1 2 16,0 1-3-16,-24-3-3 15,-17 3-3-15,-10 0 1 16,-4 0-1-16,-5 0-1 16,-7 6 2-16,2 2 2 15,-10-1-2-15,10 2-2 16,5-4 2-16,7 1 0 16,20-1 0-16,13-2 0 15,8 0 0-15,12-3 0 16,0 0 0-16,0 0-1 0,0 0 1 15,0 0-6-15,39 0 5 16,16-8 0-16,15-1 2 16,7-5-1-1,2 2 1-15,5 0-1 0,-7 1 2 16,-2 1-2-16,-20 4 1 16,-14 5-2-16,-12 1-1 15,-12 0 0-15,-15 8 0 16,-2 18 0-16,0 8 4 15,-12 13-2-15,-31 14 1 16,-8 9-1-16,1 6-22 16,2 2-87-16,7-8-71 15,2-9-187-15</inkml:trace>
  <inkml:trace contextRef="#ctx0" brushRef="#br0" timeOffset="68330.47">11152 8716 933 0,'0'0'15'0,"0"0"31"0,0 0 36 16,0 0 27-16,0 0-67 15,0 0-37-15,0 0 4 16,87-3 44-16,-61 21-25 16,-4 2 19-16,-3-4-13 15,-5-3-4-15,1-6-16 0,-1-2 0 16,1-5-10 0,6 0 5-16,13-7 11 0,24-20 30 15,11-8-25-15,11-10-20 16,11 0 1-16,0-2-1 15,1 1-2-15,-10 7-3 16,-15 7-5 0,-7 5-21-16,-14 10-70 0,-1 7-50 15,-13 3-22-15,-11 4-181 16</inkml:trace>
  <inkml:trace contextRef="#ctx0" brushRef="#br0" timeOffset="96819.37">18257 9046 655 0,'0'0'120'0,"0"0"47"0,0 0-63 15,0 0-16-15,0 0-28 16,0 0-7-16,0 0-15 15,-28-40-6-15,20 40-6 16,8 0-10-16,-2 0-7 16,2 0 0-16,0 1-6 15,0 15 6-15,0 9 12 0,0 6 11 16,0 7 1 0,0 9-10-16,0 8 5 0,0 7-16 15,2 3 10-15,6-1-11 16,-8-6-6-16,0-9-2 15,0-8-2-15,0-9 0 16,0-9-1-16,0-6 2 16,0-7-2-16,0-4 0 15,0-6-2-15,0 2 2 16,0-2-2-16,2 0-8 16,0 0-21-16,-2-9-56 15,8-5-2-15,1-1-41 16,-2 0-60-16,8-4-138 15,-3-1-174-15</inkml:trace>
  <inkml:trace contextRef="#ctx0" brushRef="#br0" timeOffset="97234.35">18529 9247 583 0,'0'0'157'15,"0"0"3"-15,0 0-15 16,0 0-47-16,0 0-12 15,0 0-12-15,29-57-30 16,-29 59-27-16,-5 16-12 16,-24 2 10-16,-11 8 3 15,1 1-5-15,-9 1-10 16,7-3-2-16,5-1-1 0,0-6 1 16,17-5-1-16,4-8 0 15,13-4 1-15,2-3-3 16,0 0 4-16,0 0-1 15,0 0-1-15,2 0 1 16,25 0 0-16,9 3-1 16,5 6 0-16,2 3 0 15,0 3-1-15,-2 2 2 16,0 3 1-16,0 3-2 16,-3-2 0-16,6 2 1 15,-11-5 1-15,-4-2-1 16,0-3-1-16,-7-5 0 15,-3 1 1-15,-10-4 0 16,4-3-2-16,-1-1 1 0,-10 1-56 16,5-2-154-16,3 0-219 15</inkml:trace>
  <inkml:trace contextRef="#ctx0" brushRef="#br0" timeOffset="99268.19">19287 9640 616 0,'0'0'415'0,"0"0"-282"0,0 0 10 0,0 0-52 0,0 0-30 16,0 0-52-16,0 0-8 16,0 0 1-16,149-28-2 15,-116 26-6-15,3 2-69 16,-16 0-62-16,-11 17-65 16,-9 5-165-16</inkml:trace>
  <inkml:trace contextRef="#ctx0" brushRef="#br0" timeOffset="99368.2">19457 9764 540 0,'0'2'89'16,"0"-2"5"-16,34 0 35 16,9-2-69-16,-2-10-60 0,7-4-29 15,-2-7-312-15</inkml:trace>
  <inkml:trace contextRef="#ctx0" brushRef="#br0" timeOffset="99601.92">20071 9478 863 0,'0'0'132'0,"0"0"-14"15,0 0 2-15,0 0-37 16,62 90-29-16,-26-68-2 16,5-2-9-16,-7-1-10 0,-5-3-8 15,-8-4-14-15,-9 2-8 16,-12-5-1-16,0 3-2 15,0-4-8-15,-33-2-28 16,-1-3-73-16,-17-3-78 16,8-3-248-16</inkml:trace>
  <inkml:trace contextRef="#ctx0" brushRef="#br0" timeOffset="99737.39">20114 9425 744 0,'0'0'167'16,"0"0"-93"-16,0 0-45 16,0 0-28-16,223-49-1 15,-182 49-14-15,-12 0-239 0</inkml:trace>
  <inkml:trace contextRef="#ctx0" brushRef="#br0" timeOffset="100704.51">17584 11070 403 0,'0'0'617'0,"0"0"-516"0,0 0-27 0,0 0 15 16,144-91-47-16,-69 75-27 15,-10 9-4-15,-15 7 8 16,-18 0-15-16,-23 16 2 16,-9 12-6-16,0 9 0 0,-33 2 1 15,-11 2 7 1,8-5-6-16,15-8-2 16,16-2 0-16,5-6 0 0,0-5-2 15,26-1 4-15,18-2-3 16,18-2 2-16,3 1 6 15,-10-3-7-15,10 1 0 16,-17 2 0-16,-4 1 0 16,-25 1 0-16,-10 1 0 15,-9 2 0-15,0 0 9 16,-28 5 31-16,-30-1 1 16,-5 0-3-16,-9 0-16 15,10-9-12-15,2-2-3 16,7-9-5-16,17 0-4 15,9 0-4-15,10 0-88 0,17-3-106 16,0-5-351 0</inkml:trace>
  <inkml:trace contextRef="#ctx0" brushRef="#br0" timeOffset="102034.74">17930 11872 184 0,'0'0'564'0,"0"0"-412"0,0 0-37 0,0 0-3 0,0 0-23 16,0 0-34-16,-12-20-6 15,12 20-5-15,-2 0-6 16,0 0-7-16,2 0-13 15,-10 6-1-15,3 14-15 16,-10 10 1-16,-9 11 2 16,13 6 4-16,-8 7-4 15,4 2 12-15,5-2-10 16,-2-1 4-16,11-8-10 16,1-4 1-16,2-6-2 15,0-6 1-15,0-6-1 0,-10-6 0 16,10-5 1-16,-7-1-2 15,7-4 1-15,0-5 0 16,-7-1 0-16,7-1 5 16,-8 0 0-16,-4 0-4 15,-2-3 9-15,-8-9-1 16,1-6-9-16,-1-1 1 16,5-1 6-16,5 1-7 15,0 3-1-15,5 3 1 16,5 1 1-16,-6 2 10 15,8 3-10-15,0 1 11 16,0 6-11-16,0 0 7 0,0 0-1 16,0 0-7-16,0 4 0 15,0 14-1-15,0 2-2 16,10 4 1-16,4 3 4 16,6-2-6-16,11 0 10 15,-7-2-5-15,0-5 0 16,0-4-1-16,-7-2 1 15,9-7 0-15,-4-3-1 16,2-2-4-16,3 0 4 16,16-19 9-16,-2-4-9 15,-5-3 0-15,0-5-2 16,-3 3-1-16,-4-3-39 16,0 5-78-16,-7 5-19 15,-10 1-133-15,2 0-448 0</inkml:trace>
  <inkml:trace contextRef="#ctx0" brushRef="#br0" timeOffset="102968.43">20741 11127 420 0,'0'0'451'0,"0"0"-300"0,0 0-37 0,0 0-15 15,0 0-52-15,0 0-33 16,147-74 4-16,-94 74-1 16,0 0-5-16,-5 3-1 15,-5 15 3-15,-16 8-1 16,-13 8-2-16,-14 8-3 0,0 7 6 16,-48 4 4-16,0-3 7 15,-3-10-3-15,18-9-16 16,11-8-1-16,15-9 13 15,7-7 1-15,0-2-4 16,0-5-5-16,34 0 8 16,21 0-10-16,10-12 13 15,7-2-10-15,3-3-4 16,-8-2-6-16,-5 5 0 16,1-5-1-16,-15 5-1 15,-10 3 1-15,-4-2 0 16,-12 4-4-16,-8 3-29 15,-2 0-81-15,-12 1-9 0,0 2-125 16,0 2-427-16</inkml:trace>
  <inkml:trace contextRef="#ctx0" brushRef="#br0" timeOffset="103869.28">21422 11579 958 0,'0'0'96'0,"0"0"7"0,0 0 10 15,0 0-29-15,0 0-47 16,0 0-24-16,-19 59-13 16,38-14 40-16,12 6 2 15,-4 3-7-15,1 0-3 16,4 0-12-16,-8-1-12 15,5-7-7-15,-8-6 6 16,13-5-6-16,-10-6-1 16,-2-9 0-16,-1-6 2 15,-9-4-2-15,-5-4 0 16,-2-3 1-16,-5-3-1 0,0 0 0 16,0 0 1-16,0 0 10 15,-31-9 2-15,-5-8-1 16,-2 1-12-16,-3 0 2 15,7 3-1-15,-9 1 2 16,14 1 7-16,0 2-1 16,0 0 3-16,10 1-5 15,7 2 1-15,5 3-6 16,7 2 4-16,0 1-5 16,0 0-1-16,0 0-2 15,0 10-1-15,0 8-8 16,19 5 11-16,15-2-2 15,-3-1 2-15,2-3 0 0,1-1 0 16,5-3 0 0,-6-3 0-16,11-2-1 0,-8-2 1 15,-3-6 0-15,1 0 0 16,-3 0 1-16,3-18 1 16,2-8-2-16,0-4 6 15,-5-1-5-15,-14-5 0 16,0 2 2-16,-7-4-3 15,-1 6 1-15,-9 2 0 16,5 9-2-16,-5 4-11 16,0 9-34-16,0 3-88 15,-34 0-70-15,8 3-334 16</inkml:trace>
  <inkml:trace contextRef="#ctx0" brushRef="#br0" timeOffset="104541.39">17926 12843 806 0,'0'0'169'0,"0"0"-29"0,0 0-13 0,0 0-15 16,0 0-25-16,0 0-29 16,-135 61-28-16,92-15 24 15,-1 9-16-15,11 0 1 16,11-6-7-16,22-5-15 15,0-9-11-15,7-10 3 0,34-7-9 16,2-13 0-16,25-5-4 16,2 0 9-16,2-5-5 15,0-14 2-15,-5-1-2 16,-14 1-8-16,-10-1-49 16,1-1-56-16,-16 2-81 15,-1-1-109-15,2 2-325 16</inkml:trace>
  <inkml:trace contextRef="#ctx0" brushRef="#br0" timeOffset="104751.59">18407 12862 896 0,'0'0'218'0,"0"0"-40"0,0 0-40 15,0 0-28-15,0 0-64 16,0 0-6-16,0 77 2 15,0-46-22-15,0 4-1 16,12 2-19-16,-5 3 0 16,7-3-1-16,-2-3-52 15,5-2-126-15,7-9-107 16,12-16-472-16</inkml:trace>
  <inkml:trace contextRef="#ctx0" brushRef="#br0" timeOffset="105435.34">21783 12650 618 0,'0'0'255'16,"0"0"-123"-16,0 0-10 0,0 0 36 0,0 0-86 15,0 0-27-15,-63 49 3 16,34-13 17-16,-4 4 3 15,11-1-24-15,7 0-17 16,15-5-19-16,0-6 1 16,0-5-7-16,29-8-1 15,5-4-1-15,2-7-1 0,15-4 1 16,4 0-3-16,12-15-19 16,-2-12-43-16,-7-4-62 15,-5 1-11-15,-15-1-113 16,-7 2-82-16,-11 5-320 15</inkml:trace>
  <inkml:trace contextRef="#ctx0" brushRef="#br0" timeOffset="105685.13">22191 12744 562 0,'0'0'167'15,"0"0"-134"-15,0 0-6 16,0 0 96-16,0 0-64 16,0 0 1-16,109 40-10 15,-95-17-5-15,-12 4-7 16,-2 1-3-16,0-2 34 15,0-3-23-15,0-8-1 16,5-3-8-16,10-9-3 0,11-3-12 16,10 0 2-16,12 0 3 15,3-14-3-15,4-2 1 16,-7-4-21-16,-5 0 2 16,-2 0-3-16,-12 5-3 15,-12 2-7-15,-10 4-65 16,-7 0-53-16,0 3-100 15,-43 0-254-15</inkml:trace>
  <inkml:trace contextRef="#ctx0" brushRef="#br0" timeOffset="107354.07">18128 10899 613 0,'0'0'57'0,"0"0"9"0,0 0 22 16,0 0-7-16,0 0-47 15,0 0-4-15,-219-74 15 16,171 59-8-16,7 2 6 16,-5 2-24-16,-2-1 5 15,-2 4-15-15,-3 5 9 16,2 3-8-16,3 0-4 16,-10 12 0-16,1 10 2 15,1 4 6-15,1 1-5 16,-5 6-1-16,5 4 1 15,-8 4 2-15,5 5-9 16,-4 6 9-16,-3 4-6 0,5 7 0 16,0 4 13-16,4 9-14 15,8 2 15-15,12 12-10 16,15 8 1-16,13 10-4 16,8 5-2-16,0 4-2 15,0 4-1-15,17-1 1 16,-5-2 7-16,15-7-3 15,4-1 9-15,-5-5 8 16,11-4-3-16,6-5-7 16,5 0-5-16,10-7-6 15,-3-4-2-15,12-7 7 0,-2-10-6 16,2-4 3 0,1-4-4-16,-3-7 0 0,7-4 1 15,-2-12 0-15,-1-5 1 16,23-5-2-16,9-4 0 15,-5-6 3-15,2-8-3 16,-4-9 1-16,7 0 0 16,-7-9 2-16,5-14 4 15,-6-9 1-15,8-7 10 16,-4-6 9-16,-1-5-5 16,-2-4 3-16,-3-8-4 15,0-7-3-15,3-12-5 16,-7-1-4-16,-10-2-2 15,-1 3 15-15,-6 5 0 16,-14 7-10-16,-8 1 0 16,-20 0-3-16,-6-3 1 0,-10-4-7 15,-9-7 5-15,-3-8 1 16,0-8-9-16,-3-2 5 16,-28 2-3-16,-10 5 1 15,-5 7-2-15,-9 5-2 16,-10 6 1-16,-12 1 0 15,-21 1 0-15,-8 7 1 16,-22-2 0-16,-2-7 0 16,-7 0-1-16,12 4 1 15,20 10-1-15,-1 14 0 16,5 9 4-16,-5 12-4 0,-21 7-2 16,4 9-2-16,-17 4 2 15,1 5-1-15,12 1 1 16,6 0-4-1,8 1-6-15,7 18-23 0,8 7-34 16,-1 8-43-16,8 3-30 16,-8 3-27-16,-2 4-188 15</inkml:trace>
  <inkml:trace contextRef="#ctx0" brushRef="#br0" timeOffset="111018.26">16033 13405 690 0,'0'0'391'0,"0"0"-330"0,0 0 7 0,0 0 38 16,0 0-7-16,0 0-52 15,0 0-17-15,-144 29-20 16,204-34 3-16,31-17 7 15,49-11 10-15,9-2-17 16,0-1-4-16,-7 2-4 16,-22 4-3-16,-21 3-1 15,-25 7 0-15,-26 7 1 16,-28 3-1-16,-16 9 3 16,-4 1-4-16,0-2 4 15,-4 1-1-15,-32-5-1 0,-22 0-4 16,-5 1 2-1,-2 1 0-15,8-1 1 16,9 1-1-16,14-1 1 0,12 3 0 16,15-2 3-16,0 1 2 15,7 1 8-15,0 1 1 16,0-2-15-16,12 0 0 16,31 0 0-16,17-4 1 15,10 5 1-15,0 0 0 16,-8 2-2-16,-2 0 3 15,-21 17-3-15,-5 7 0 16,-18 5-2-16,-16 8 2 16,0 3 1-16,-33 10-1 15,-18 2-12-15,1 1-42 0,-1 1-140 16,-4-8-92-16,-3-5-572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5T09:17:48.2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9979 3083 553 0,'0'0'373'0,"0"0"-155"0,0 0-96 15,0 0-28-15,0 0 10 16,0 0-55-16,0 0 11 16,0 0-21-16,-20-34-21 15,20 34-15-15,15 0 1 16,26 14-2-16,9 9 4 15,5 3 1-15,-7-2 2 16,-4 0-3-16,-8-4-6 16,-2-4 3-16,-10-2-3 15,-5-4 2-15,-2-4-5 0,-13-1 2 16,4-5-36 0,-1 0-49-16,-7 0-42 0,0 0-4 15,0 0-94-15,-19-14-199 16</inkml:trace>
  <inkml:trace contextRef="#ctx0" brushRef="#br0" timeOffset="216.6">10306 3040 539 0,'0'0'315'0,"0"0"-84"16,0 0-71-16,0 0-54 15,0 0-42-15,0 0-34 0,-29-8-22 16,29 21-5-16,-3 7 7 15,-9 4 12-15,-9 2-12 16,-1 2-4-16,-7-1-6 16,5-1 0-16,0-5-1 15,12-7-56-15,2 0-68 16,10-5-111-16,0-6-170 16</inkml:trace>
  <inkml:trace contextRef="#ctx0" brushRef="#br0" timeOffset="433.84">10565 3104 613 0,'0'0'439'0,"0"0"-276"0,0 0-95 16,0 0-34-16,0 0 36 15,0 0-39-15,77 38-5 16,-60-25-20-16,-12 2-2 15,2 3-4-15,-7 0 0 16,0 2-87-16,0-1-110 16,0-1-239-16</inkml:trace>
  <inkml:trace contextRef="#ctx0" brushRef="#br0" timeOffset="2233.76">13973 3037 744 0,'0'0'216'0,"0"0"-69"0,0 0-56 16,0 0-25-16,0 0-17 16,0 0 9-16,0 0-4 0,-12-25-5 15,12 25-6-15,0 0 4 16,0 0-7-16,-3 0-12 15,3 0-3-15,0 0-2 16,0 0-13-16,0 0-3 16,0 0-1-16,0 0-2 15,0 0-1-15,0 0-3 16,0 0 0-16,0 0 0 16,0 0-7-16,0 4 5 15,15 12 2-15,16 2-1 16,-7 4 1-16,0 3 0 15,5 1 1-15,0-2-1 16,-3-4 0-16,0-3-1 16,-4-4 3-16,0 0-3 15,-3-3 1-15,-9-4-13 0,4 1-50 16,-7-6-25 0,0 2-59-16,-2-3-24 0,-5 0-167 15,0 0-437-15</inkml:trace>
  <inkml:trace contextRef="#ctx0" brushRef="#br0" timeOffset="2483.82">14114 3050 602 0,'0'0'304'0,"0"0"-87"15,0 0-103-15,0 0-48 0,0 0-47 16,0 0-19-16,-21 13 1 15,21 10 28-15,0 3-2 16,0 1-2-16,-7 1-17 16,-13-1 1-16,6-1-8 15,2-3-1-15,0-3-1 16,7-3-16-16,-2-4-54 16,7-8-59-16,0-3-92 15,0-2-109-15</inkml:trace>
  <inkml:trace contextRef="#ctx0" brushRef="#br0" timeOffset="2800.25">14497 3127 625 0,'0'0'133'0,"0"0"1"16,0 0-87-16,0 0 26 15,0 0-28-15,0 0-16 16,178 50 2-16,-178-28-2 15,0 2 22-15,0 1-11 16,-12-1-5-16,-8-7-11 16,16-4 3-16,4-2 2 15,0-6-14-15,0-2-6 16,0-2 5-16,12-1 1 0,21 0 17 16,8-1-7-1,12-10-21-15,-5-1-2 0,10 1-2 16,-15 1-1-16,-2 2-1 15,2 2-32-15,-11-3-97 16,-13 9-55-16,-7-2-184 16</inkml:trace>
  <inkml:trace contextRef="#ctx0" brushRef="#br0" timeOffset="6734.3">18820 2891 952 0,'0'0'211'0,"0"0"-71"0,0 0-39 0,0 0-30 16,0 0-29-16,0 0-12 15,0 0-23-15,10-12-5 16,28 22 15-16,6 6 13 0,-1-1-10 16,-2 3 1-1,-5-4-15-15,-3 3 5 0,-4-2-10 16,-7-2 3-16,0 0-4 15,-8-1 1-15,0-4-2 16,1-1-15-16,-8-2-39 16,3-5-45-16,-6 1-21 15,11-1-3-15,-10 0-6 16,-3 0-49-16,3-3-21 16,-5-5-3-16,0-2-109 15</inkml:trace>
  <inkml:trace contextRef="#ctx0" brushRef="#br0" timeOffset="7000.63">19243 2915 180 0,'0'0'281'0,"0"0"-70"16,0 0-49-16,0 0 5 0,0 0-47 15,0-88 6-15,0 84-52 16,0 4 25-16,0 0-20 16,0 0-24-16,0 0-33 15,0 0-18-15,0 9 0 16,0 7 15-16,0 5 20 15,0 2-15-15,0 7-5 16,0 1-12-16,-4 5-1 16,-13 5-3-16,2-2-2 15,-4-2-1-15,5-7 0 16,4-4-6-16,8-5-24 16,2-7-47-16,0-1-51 0,0-6-42 15,0-1-147 1,0-5-419-16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5T09:18:24.3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15095 13671 951 0,'0'0'101'0,"0"0"-51"0,0 0 20 15,0 0 30 1,0 0-51-16,0 0-39 0,0 0-6 15,-14 24-1-15,28-9 21 16,8 3 28-16,-3 2-19 16,3 3-6-16,-8-5-4 15,-6-4-5-15,6-4-2 16,-2-5-8-16,-5-5-2 16,1 0 8-16,16-5 3 15,19-27 24-15,29-15-15 16,17-16-23-16,17-5-3 15,12 6-22-15,-3 4-59 16,-2 9-65-16,-2 5-49 16,-13 7-148-16</inkml:trace>
  <inkml:trace contextRef="#ctx0" brushRef="#br0" timeOffset="2152.23">5434 8909 856 0,'0'0'98'0,"0"0"21"0,0 0-53 0,0 0 41 0,0 0-60 15,0 0-40-15,-19-50-2 16,19 50 4-16,14 15-6 16,3 9 29-16,2 4 4 15,-7 4 14-15,-5 0-33 16,1-1 11-16,6-6-11 16,-4-6-13-16,-6-10 6 15,4-3-7-15,-1-6 2 16,0 0 6-16,5-10 4 0,10-24 26 15,7-16-19 1,11-14-13-16,4-2-7 0,6 5-2 16,1 11-32-16,4 6-83 15,8 6-29-15,-6 3-78 16,-1 1-290-16</inkml:trace>
  <inkml:trace contextRef="#ctx0" brushRef="#br0" timeOffset="10234.01">15786 5153 623 0,'0'0'326'0,"0"0"-181"0,0 0-10 0,0 0-25 15,0 0 3-15,0 0-52 16,-190 18-2-16,190-17-12 16,-8 3-11-16,8-3-11 0,0 1-14 15,0 1 1-15,0 3-9 16,41 3 8-16,31-2 20 16,27-2 5-16,24-5-17 15,23 0-18-15,8 0 3 16,5 0-3-16,-12 0-2 15,-13 0 2-15,-16 0 2 16,-12 0-2-16,-22 0-1 16,-19 0 1-16,-22 0 0 15,-9 2-1-15,-20-1 0 16,-4 1-1-16,-10-2 1 16,0 0-1-16,0 0 1 15,0 0 1-15,0 0-1 0,0 0-6 16,0 0-21-1,0 0-56-15,0 0-78 0,-24 0-117 16,9 0-389-16</inkml:trace>
  <inkml:trace contextRef="#ctx0" brushRef="#br0" timeOffset="16349.89">16964 12890 994 0,'0'0'128'0,"0"0"-47"0,0 0-7 0,0 0 26 16,0 0-18-16,0 0-24 0,0 0-9 15,-63 14-5-15,63-14-7 16,0 0-16-16,0 0-4 15,24 0-9-15,36 0-6 16,32-13 5-16,23-2 6 16,10-1-6-16,3-3-2 15,-8 1-5-15,-7 2 5 16,-7 2-5-16,-8 2-4 16,-21 4 4-16,-7 1 1 15,-34 4-1-15,-9 1 0 16,-18 2 0-16,-9-1-2 15,0 1 5-15,0 0-5 0,-21 0 2 16,-13-2-1 0,-9 0-6-16,-8 1 3 0,8-2 4 15,2 0 0-15,14 0-1 16,-1 1 3-16,6-2-4 16,15 4 6-16,4-2-2 15,3 2-2-15,0 0-1 16,0 0 1-16,0 0 0 15,0-2-6-15,17 2 6 16,17 0-5-16,2 0 5 16,10 0-1-16,-8 0 3 15,3 7-4-15,-12 8 3 16,-8 6-1-16,-11 4 0 16,-10 10-1-16,0 6-2 15,-50 6-6-15,-6 1-55 0,-1-8-41 16,13-6-56-1,11-14-61-15,11-11-286 0</inkml:trace>
  <inkml:trace contextRef="#ctx0" brushRef="#br0" timeOffset="18067.38">6716 4686 588 0,'0'0'161'0,"0"0"7"0,0 0-64 16,0 0-37-16,0 0-23 15,0 0-10-15,0-44 21 16,0 41 2-16,0 1-10 16,0 0 5-16,0 1-6 0,0 1 0 15,0 0-7-15,0 0-18 16,0 0-20-16,0 0-1 15,0 5-12-15,0 15 12 16,0 13 1-16,9 7-1 16,6 10 9-16,1 11-1 15,-1 9-6-15,-1 4 4 16,-2 5 3-16,-4-3-5 16,-8-1 1-16,0-10-3 15,0-9-2-15,0-15 0 16,0-8 0-16,7-16 0 15,-7-8 1-15,9-5-1 0,-9-4 5 16,0 0-1 0,0-3 17-16,0-17-6 0,0-10-13 15,-16-8-1-15,-4-11 0 16,3-4-1-16,-2-4 0 16,-5 2 0-16,5-4 0 15,-3 6-1-15,8-2 2 16,4 1-1-16,-7 5 0 15,3 5 0-15,-3 7 1 16,5 10 3-16,-10 9 4 16,18 6 8-16,-6 6-4 15,3 6 1-15,4 0-4 16,-6 0-8-16,-6 13-1 16,-1 13-7-16,-18 8 7 15,5 3-1-15,10-1 3 16,-3-6-1-16,10-2-1 0,-5-11 0 15,17-4 0-15,0-8 0 16,0-5 1-16,0 0 0 16,0 0 3-16,0-18 11 15,0-8-10-15,12-9-5 16,12 1 0-16,5-2 1 16,-2 5-2-16,6 2 1 15,-9 9-2-15,0 9 1 16,-4 1-1-16,-16 7 1 0,18 3-5 15,-3 0-2 1,10 0 1-16,2 9 2 0,6 6 5 16,-4 4-1-16,3 1-2 15,0 5 3-15,-9 10 0 16,2 5-3-16,-3 8-6 16,1 5-71-16,-6 4-58 15,-6 0-52-15,-3-4-160 16</inkml:trace>
  <inkml:trace contextRef="#ctx0" brushRef="#br0" timeOffset="21142.48">15394 12089 721 0,'0'0'93'0,"0"0"-9"0,0 0 32 0,0 0 8 16,0 0-32-16,0 0-55 15,0 0-5-15,-15-5-15 0,8 5-6 16,7 0-7 0,0 0 4-16,0 0 0 0,7 5-3 15,27 5 24-15,2-4-7 16,5-1-6-16,17 4 7 16,4-2-3-16,5-3-11 15,8 0 2-15,2 1 0 16,17-5 2-16,-5 0 4 15,2 0-6-15,-4 0-6 16,4 0 5-16,0 0-2 16,-7-3-1-16,8-3-4 15,-8-2-2-15,7-4 2 16,1 1 0-16,4-4-1 16,-7 0 2-16,2-2 3 15,-4 0-4-15,-10-3 1 16,0 1-1-16,-5-1 1 15,-17-2-1-15,3 1-3 0,-5 0 7 16,-8-3-7-16,6 0 2 16,-3-3-2-1,-7-1 5-15,2 1-5 0,-7-1 4 16,-9-1-3-16,2 1 0 16,-10-5-1-16,-10 0 2 15,-4-2-1-15,-5-2 8 16,0 2-18-16,0-3 11 15,-7 3-2-15,-19-3 0 16,-10 4 0-16,-1-3 2 16,-3 4-2-16,-9 1-1 15,-1 3-5-15,-5 3 6 16,-5 3 0-16,-1 3 3 16,-3 2-3-16,-1 0-6 0,-10-1 6 15,-4 4 0-15,2 1-2 16,-3 1 2-16,3 1 0 15,5 2 9-15,3 1-9 16,-6 2 0-16,8 0-2 16,-3 3 2-16,-5-4-1 15,8 6-2-15,-5-2 6 16,0 2-2-16,-3 2 0 16,1 0-1-16,-3 0 0 15,5 0-1-15,0 7 1 16,2 2 0-16,7 1-2 0,6 0 1 15,1 2 2 1,-1 2-1-16,1 1 0 0,1 0-2 16,-3 3 0-16,3 3 4 15,0-3 1-15,-3 3-3 16,0-3-2-16,17-1 2 16,-2-1 1-16,0 2-1 15,4 3-1-15,-6-1 1 16,4 0-1-16,12 4 0 15,0-2 1-15,7 5-2 16,3 5-5-16,5 5 4 16,4 4 3-16,3 5 0 0,2-1-2 15,5 1 1-15,0 0 1 16,0-5 0-16,19-4-3 16,8-4 7-16,4-2-6 15,17-3 3-15,3 3-2 16,14-3 0-16,-5-4-6 15,5-1 6-15,4-3 1 16,3-7-26-16,13-6-23 16,8-7-50-16,13 0-39 15,5-10-72-15,-3-10-220 16</inkml:trace>
  <inkml:trace contextRef="#ctx0" brushRef="#br0" timeOffset="24918.39">6473 11245 709 0,'0'0'134'0,"0"0"-6"0,0 0-11 0,0 0-34 15,0 0-58-15,0 0-21 0,-56 26 1 16,56 5 16-16,0 2 12 15,0 11-4-15,22 6-11 16,12 13 17-16,-3 11 6 16,-5 7-19-16,1 7-11 15,-6 2 0-15,1 0 3 16,-7-2-7-16,-1-7-5 16,-7-11 6-16,0-12-6 15,-2-14 1-15,-5-12-1 16,0-9-1-16,0-7 2 15,0-9-2-15,0-5-1 16,0-2 4-16,0 0 5 16,0 0 3-16,0 0 29 15,0-11 2-15,0-13-43 0,-5-3-1 16,-4-6-1-16,2 1 1 16,-1-7-4-16,1-1-1 15,-5-6-4-15,-2 1-9 16,6-2 4-16,-6 3 0 15,9-5-3-15,0-1 10 16,-7-10-14-16,8-2 4 16,-11 1-3-16,8 9 11 15,-5 8 8-15,-5 7 2 16,10 10-1-16,0 7 0 16,2 7 2-16,-5 0 0 15,-2 6 0-15,5 0-1 16,2 1 7-16,3 2-3 0,-5 0-3 15,4 0 11 1,-2-1-10-16,3 4 6 0,-3-1 0 16,5 2-3-16,-2 0 3 15,2 0-4-15,0 0 5 16,-5 0-9-16,3 0-4 16,-6 2 0-16,-4 12 2 15,-7 7-2-15,-3 5 4 16,1 1 0-16,4-5 0 15,3-1 4-15,1-11-4 16,6-3 0-16,7-7 0 16,0 0 2-16,0 0 7 15,0-11 19-15,0-11-11 16,0-6-17-16,0-5-1 0,34-1 0 16,4 1 1-16,3 0 0 15,-5 6-1-15,-2 7 0 16,-5 6-1-16,5 8 1 15,-8 6-6-15,-2 0 3 16,5 0-2-16,12 3 1 16,-5 14 5-16,7 3-2 15,-2 10-10-15,2 4-30 16,1 10-71-16,6 9-74 16,-2 7-143-16,0 4-311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5T09:19:26.0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10483 6893 870 0,'0'0'87'0,"0"0"-35"16,0 0 19-16,0 0 19 0,0 0-32 16,0 0-29-16,0 0-18 15,39 5-9-15,-25-1-1 16,15 4 9-16,-2-2 10 16,-10 2-6-16,2-1-2 15,-5 0-2-15,3-4 3 16,-12 1-7-16,9-4 10 15,-7 0-4-15,3 0 5 16,2-1 28-16,15-22-13 16,9-9-13-16,19-10-14 15,3-4-4-15,-1-4-2 16,13 3-8-16,-12 6-49 16,2 9-77-16,0 1-83 15,-9 11-165-15</inkml:trace>
  <inkml:trace contextRef="#ctx0" brushRef="#br0" timeOffset="2165.83">17712 3854 674 0,'0'0'75'0,"0"0"64"0,0 0-61 0,0 0 32 16,0 0-43-16,0 0-32 15,-15 0 0-15,15 0-10 16,0 0-18-16,0 0-2 15,0 0-5-15,10 16 3 16,9 1-1-16,3 1 3 16,-8 1 17-16,15-2-15 15,-10 0 18-15,3-3-13 16,0-3 0-16,-8-2 4 16,8-4 15-16,4-5-9 15,8 0 12-15,11-10 8 16,25-19 9-16,9-10-32 15,8-5-9-15,-5-2-8 16,-12 6 1-16,-1 4-3 16,-9 5 0-16,-9 4 0 0,-13 7-2 15,-11 5 2-15,-13 8 1 16,-4 1-1-16,-8 5 2 16,-2 1-2-16,0 0-2 15,0 0-7-15,0 0-45 16,0 6-77-16,0 11-38 15,-45 7-164-15</inkml:trace>
  <inkml:trace contextRef="#ctx0" brushRef="#br0" timeOffset="3466.45">12441 10691 952 0,'0'0'115'0,"0"0"-63"0,0 0 18 16,0 0 3-16,0 0-28 15,0 0-16-15,-3-6-18 16,3 6 0-16,0 0 3 16,0 0-2-16,0 9 3 15,12 4 2-15,10 3 2 16,-10 3 2-16,3-6-4 16,-3-5-4-16,-5-6-1 15,0-2-2-15,0 0 16 0,8-11 9 16,9-21 12-16,19-14-14 15,3-6-29-15,-3-7 1 16,7 3-5-16,-9 4-1 16,-9 8-31-16,1 8-43 15,-11 10-114-15,-8 8-131 16,-9 5-529-16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5T09:19:38.9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12174 10294 719 0,'0'0'254'0,"0"0"-106"0,0 0-42 0,0 0-19 16,0 0-38-16,0 0 0 16,0 0 4-16,0 0-15 15,0-60-22-15,0 60-7 16,0 12-2-16,0 17-5 15,0 10 17-15,0 14 2 16,0 12-1-16,0 8-12 16,0 13 0-16,0 10-3 15,0 7-4-15,0-1 0 16,0-10-1-16,12-16 2 16,-5-18-5-16,-4-15 3 0,4-12 0 15,-2-9 3-15,-3-12-3 16,5-7-1-16,-7-3-2 15,0 0 3-15,0 0 4 16,0-15 0-16,0-13-1 16,0-10-3-16,0-11 0 15,0-5 0-15,0-9 0 16,0-7 0-16,0 1 0 16,0 0 0-16,-9 2 0 15,-13 1 0-15,-5 2-2 0,-1 0 2 16,1 2 0-1,8 4 0-15,2 10 1 0,-2 11-1 16,2 14 0 0,5 9 2-16,5 11 1 0,-3 3 9 15,5 0 3-15,-14 9-9 16,-12 17-3-16,4 16-3 16,-1 4 0-16,-8 0 1 15,7 0 5-15,9-9-6 16,4-6 1-16,4-6-3 15,9-14 2-15,3-7 0 16,0-4-5-16,0 0 9 16,0-14-4-16,0-20 17 15,15-11-17-15,21-14-3 16,9 2 3-16,1 0 0 0,5 6 0 16,-3 9 0-1,-12 12-1-15,5 9 0 0,-15 9 0 16,-9 7 0-16,0 5-1 15,2 0-1-15,10 3 0 16,7 14 1-16,5 10 4 16,9 7-3-16,-9 6 2 15,2 3-2-15,-2 5 3 16,3-1-4-16,4 2 1 16,-12-5 0-16,14-1-47 0,1-5-59 15,2-7-57 1,-1-7-115-16,9-7-347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5T09:20:43.7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17740 5894 289 0,'0'0'463'0,"0"0"-306"0,0 0-20 0,0 0-58 0,0 0-16 16,0 0-35-16,0 0-2 15,0 0-4-15,0-18-6 16,15 18-1-16,2 0 3 16,-5 0-12-16,0 9 7 15,2 4 10-15,-4 3-5 0,-3-2-4 16,7-1 4-16,-9-2-2 16,3-4-10-16,6 0 9 15,-2-1 2-15,-5-3-11 16,3-2 14-16,-3-1-1 15,7 0 2-15,15 0 11 16,-2-4 2-16,23-14-17 16,6-5-2-16,8-5-11 15,-1-2-2-15,0-1-2 16,-6 3-5-16,-6 2 5 16,-3 3 0-16,-7 2-1 0,-12 5 0 15,4 2 2 1,-14 4-5-16,-9 3-8 15,-3 3-15-15,-7 2-21 0,0-1-38 16,0 3-40-16,-12 0-76 16,-17 0-212-16</inkml:trace>
  <inkml:trace contextRef="#ctx0" brushRef="#br0" timeOffset="7583.95">13475 7479 689 0,'0'0'158'0,"0"0"-23"0,0 0-4 0,0 0-20 0,0 0-69 15,0 0 2-15,0 0-5 16,0-9-5-16,0 9-4 15,0 0-12-15,5 0-4 16,28 0 12-16,11 0 6 16,6 1-9-16,5 5-10 15,17-3 12-15,10-2-14 0,0 2-9 16,7-3 13 0,5 0-13-16,-3 1 11 0,-7 1-10 15,-2 2 7-15,-10-2-7 16,-9 0-2-16,2 0 0 15,4 0 6-15,8-2-6 16,-5 1-1-16,3 1 0 16,0-2 0-16,1 0 5 15,4 0-5-15,-6 0 1 16,3 0-1-16,-2 0 0 16,-8 0 0-16,3 0-2 15,-12 0-3-15,7 0 5 0,-3 0 2 16,10 0 5-16,3 0-4 15,-3 0-3-15,5 0-4 16,2 0 4-16,1 0 0 16,-6 0-2-16,5 0 2 15,-2 0 7-15,-7 2-7 16,0-1 0-16,-5-1-1 16,4 2 3-16,1-2-4 15,0 0 6-15,-5 0-6 16,5 0 5-16,-1 0-3 15,3 0 1-15,-2 0 0 16,0-3 6-16,4-4-4 16,-4 1-3-16,-7-5 6 0,9 2-3 15,-19 1-1 1,4 1-2-16,-1 1 0 0,9 1 0 16,4 3 1-16,4-1 7 15,4 1-8-15,-8 2 0 16,-4 0 0-16,-7 0 0 15,-3 0-1-15,-4 0-4 16,4 0 5-16,3 0 0 16,2 0 2-16,-2 0-2 15,-8-2 3-15,1 2 3 16,-3-2-6-16,-5-1 6 16,-9-1-2-16,2 2-2 15,-10 1 0-15,-2-2 0 16,-5 3 1-16,8-2-3 15,-10 0 2-15,-5 1-1 0,-3-1-1 16,6 0 2-16,-15 0-1 16,0 1 0-16,0 1 4 15,0 0-10-15,0-2 13 16,0 2-15-16,-8 0 7 16,-28 0-13-16,-7 5-21 15,-12 7-94-15,-10-2-117 16,10-4-409-16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5T09:21:32.5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10423 9210 730 0,'0'0'138'0,"0"0"-19"16,0 0-5-16,0 0-12 0,0 0-40 15,0 0-12-15,0 0-21 16,0 0 6-16,-36 2-2 15,36 0-8-15,29-2-6 0,7 0 27 16,29 0-4 0,-2 0-20-16,16 0-4 0,17-2-7 15,5-9 1-15,5 4-6 16,5 0-2-16,-10-3-4 16,-5 6 3-16,-10 1 0 15,-16-1-2-15,-10 4-2 16,-21 0 1-16,-6 0 0 15,-11 0 1-15,-5 0-1 16,-5 0 0-16,-5 0 0 16,3 0-1-16,-10 0-2 15,0 0 3-15,0 0 5 16,0 0-5-16,0 0-2 16,0 0 2-16,0 0 0 0,0 0 0 15,0 0-11-15,0 0-39 16,-17 0-60-16,-10 0-39 15,3 0-127-15,5 0-357 16</inkml:trace>
  <inkml:trace contextRef="#ctx0" brushRef="#br0" timeOffset="4031.72">16649 6002 776 0,'0'0'78'0,"0"0"-35"0,0 0 22 0,0 0 31 0,0 0-48 15,0 0 1-15,0 0-20 16,33-6 23-16,30 6-8 16,7 0-11-16,9-3 0 15,12-1-6-15,10 1-5 16,-2 0-1-16,7-1-8 15,-8 3-4-15,6-2-3 16,2 0 10-16,-8 3-13 0,3-3 8 16,-9 1-9-16,-15 0-1 15,-13-2 2-15,-23 2 3 16,0-1-6-16,-19 1 5 16,-8 0-2-16,-4 2 0 15,-10 0 0-15,0 0 0 16,0-3 0-16,0 3-3 15,0 0-2-15,0 0-36 16,0 0-78-16,-29 0-87 16,-2 3-310-16</inkml:trace>
  <inkml:trace contextRef="#ctx0" brushRef="#br0" timeOffset="20732.05">7228 13597 846 0,'0'0'90'0,"0"0"-22"0,0 0 67 0,0 0-12 15,0 0-54-15,0 0-23 16,0 0-25-16,0 0-13 16,-48 36 3-16,127-34 40 15,27-2-18-15,12 0-7 16,16 0-14-16,13-6 0 15,2 1-10-15,0-4-1 16,-9 3 0-16,-20 5 4 16,-29 1-5-16,-11 0 0 15,-28 0-3-15,-16 0 3 16,-14 0-6-16,-15 0-14 0,1 0-17 16,-8 0-33-16,0 1-22 15,0 2-38-15,0 3-81 16,0-4-201-1</inkml:trace>
  <inkml:trace contextRef="#ctx0" brushRef="#br0" timeOffset="31433.96">21708 13300 1254 0,'0'0'47'0,"0"0"-32"0,0 0 37 0,0 0 9 16,0 0-26-16,0 0-21 15,0 0 1-15,0 0 5 16,132 59-1-16,-96-39-7 16,-14 3 0-16,0-2-4 0,-3-6 7 15,-5 0-11 1,1-10 9-16,4-3-2 0,5-2-5 16,17-14 6-16,21-27 1 15,11-20-8-15,16-12-5 16,4-8 0-16,1 0-6 15,5 6-14-15,-13 9-4 16,-6 9 0-16,-15 13-10 16,2 5-33-16,-21 13-18 15,-13 8-11-15,-11 4-86 16,-13 7-147-16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5T09:22:42.6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21559 7125 1047 0,'0'0'67'0,"0"0"25"0,0 0-4 16,0 0 19-16,0 0-31 15,0 0-25-15,0 0-20 0,0-49-15 16,0 49-7-16,0 0-9 16,0 11 2-16,5 7 2 15,9 8 9-15,3-3 7 16,2-2-5-16,8-1-4 16,-10-5-3-16,2-4-5 15,-2-6 0-15,-5-4 4 16,2-1-5-16,17 0 14 15,15-24 10-15,26-17 10 16,22-16-16-16,12-7-19 16,4-6 2-16,3 0-3 15,0 6 4-15,-2 6-4 16,-20 10-2-16,-14 12-3 16,-17 7-7-16,-14 9-2 0,-17 6-17 15,-12 7-14-15,-5 7-29 16,-5 0-37-16,7 0-46 15,1 16-19-15,-3 5-230 16</inkml:trace>
  <inkml:trace contextRef="#ctx0" brushRef="#br0" timeOffset="17618.54">4513 7177 1038 0,'0'0'87'0,"0"0"-60"0,0 0 28 0,0 0 6 0,0 0-40 16,0 0-20-16,0 0 44 0,0 0 32 15,178 61-25-15,-152-23-5 16,-6-3-10-16,4-6-2 15,-5-6-7-15,0-6-15 16,-4-7 7-16,-6-4-8 16,10-6-2-16,10-2-1 15,29-32 10-15,26-17 17 16,22-13-29-16,9-7-7 16,-4 6-1-16,-10 8-7 15,-12 7-47-15,-19 13-44 16,-8 5-49-16,-11 6-26 15,-10 3-225-15</inkml:trace>
  <inkml:trace contextRef="#ctx0" brushRef="#br0" timeOffset="20217.68">6444 7715 1057 0,'0'0'34'0,"0"0"55"0,0 0 13 16,0 0-36-16,0 0-4 16,0 0-35-16,0 0-27 15,0 0 2-15,120 6 23 16,32-6 1-16,23 0-9 15,13-7-1-15,11-7-3 16,-23 0-9-16,2 1-2 16,-20 1 1-16,-18 2-3 15,-25 0 3-15,-21 5-7 0,-31 0 4 16,-15 5-21-16,-17 0-79 16,-19 0-68-16,-12 7-144 15,-7 3-412-15</inkml:trace>
  <inkml:trace contextRef="#ctx0" brushRef="#br0" timeOffset="26350.46">12306 4869 680 0,'0'0'64'0,"0"0"51"0,0 0-14 16,0 0 29-16,0 0-37 0,0 0-45 15,0 0 1-15,-53 0-8 16,51 0-7-16,2 0-6 16,0 0-6-16,0 0-7 15,0 0-4-15,0 0-4 16,0 0-6-16,0 0-2 16,29 0 2-16,36 0 2 15,19 0 7-15,12 0-10 16,5-2 7-16,12-3 7 15,7-1-14-15,3-1 5 16,2 1-3-16,-7 0-2 16,-5 2 2-16,-10 3-2 15,-9-1 0-15,-10 2 7 16,-5 0-4-16,-9 0 9 16,2 0-2-16,-14 0 0 0,-5 0 20 15,-10 0-21-15,-7 0 12 16,-7 0-9-16,-2 0-12 15,-3 0 14-15,-15 0-13 16,1 0 7-16,-5 0-7 16,-5 0 6-16,0 0-5 15,0 0 2-15,0 0-3 16,0 0 2-16,0 0-3 16,0 0-10-16,0 0-34 15,0 0-67-15,-5 5-69 0,-14-1-138 16,19-4-613-1</inkml:trace>
  <inkml:trace contextRef="#ctx0" brushRef="#br0" timeOffset="27050.89">17252 4779 828 0,'0'0'84'0,"0"0"62"0,0 0-42 0,0 0-1 0,0 0-28 15,0 0-7-15,-91 10-22 16,91-10 3-16,0 0 16 16,0 0-17-16,0 0-23 15,31 0 1-15,32 0 2 16,14-3 2-16,7-6-23 16,-7 1-6-16,-5-2 2 0,-5 0 3 15,-2 5-6-15,-14-3 0 16,-3 4 0-16,-17 1-5 15,-12 3-4-15,-11-3-14 16,-8 3-13-16,0 0-26 16,0 0-13-16,0 0-25 15,0 0-33-15,0 0-31 16,-8 3-249-16</inkml:trace>
  <inkml:trace contextRef="#ctx0" brushRef="#br0" timeOffset="30250.97">10698 5660 995 0,'0'0'64'0,"0"0"30"0,0 0-25 0,0 0 10 15,0 0-66-15,0 0-13 0,57 0 0 16,39 0 18-1,20-7 19-15,26-8-4 0,0 1-14 16,-8 2-5-16,-14 1-3 16,-14 4-11-16,-14 5 0 15,-15-1 1-15,-15 3 1 16,-11 0 1-16,-23 0-6 16,-6 0 1-16,-10 0 1 15,7 0-29-15,5 0-31 16,5 1-34-16,24 1-51 15,12-2-85-15,14 0-184 16</inkml:trace>
  <inkml:trace contextRef="#ctx0" brushRef="#br0" timeOffset="30900.92">14516 5651 937 0,'0'0'89'0,"0"0"30"0,0 0-9 0,0 0-22 0,0 0-47 16,0 0-15-16,-48 9 5 15,48-8-16-15,34-1 4 16,30 0 12-16,25 0 4 16,12 0-16-16,17-7-15 15,-10 0-2-15,-9 2 3 16,-12 1-5-16,-25 0-3 15,-19 1-6-15,-16 3-53 0,-13 0-39 16,-4 0-29 0,-10 3-67-16,0 7-160 0</inkml:trace>
  <inkml:trace contextRef="#ctx0" brushRef="#br0" timeOffset="53850.42">18200 10167 763 0,'0'0'298'0,"0"0"-187"0,0 0-26 0,0 0 1 15,0 0 12-15,0 0-20 16,0 0-26-16,0 0-16 16,-58 0-12-16,58 0-10 15,0 0-10-15,0 0 16 16,0 0-13-16,24 0-5 15,51 0 0-15,23 0 7 16,18-2 4-16,18-14-9 16,25-3-2-16,14-1-2 15,10-1 5-15,-8 3-3 0,-18 1-2 16,-25 5-2 0,-9 4 2-16,-27 2 1 0,-12 2 0 15,-17-2 0-15,-14 5-1 16,-12-2 0-16,-5 3-1 15,-14 0 2-15,-8 0-1 16,-4 0 1-16,-10 0 1 16,0-3-2-16,0 1-8 15,0-1 0-15,0 3 4 16,0 0-8-16,0 0-31 16,0 0-28-16,0 8-57 15,-22 6-42-15,1 0-154 16,13-6-517-16</inkml:trace>
  <inkml:trace contextRef="#ctx0" brushRef="#br0" timeOffset="54484.91">21718 10075 983 0,'0'0'92'0,"0"0"1"0,0 0-47 0,0 0 33 0,0 0-3 15,0 0-23-15,-17 0-20 16,34 0-9-16,40 0 3 15,25-9 4-15,14-5-11 16,10-1-7-16,10 0-9 16,-8 2 12-16,-2 2-16 15,-13 0 4-15,-13 3-4 16,-25 2 1-16,-14 4-2 16,-15 1-5-16,-16 1 3 0,0 0-46 15,-10 0-85-15,0 0-71 16,-32 3-247-16</inkml:trace>
  <inkml:trace contextRef="#ctx0" brushRef="#br0" timeOffset="55718.82">3017 10922 756 0,'0'0'160'0,"0"0"-71"0,0 0 20 16,0 0-16-16,0 0-25 15,0 0-30-15,0 0-15 16,-69 7-9-16,69-7-3 16,0 0-1-16,33 0-4 15,23 0 20-15,13-9-5 16,18 2-4-16,4-3-13 15,15 6-2-15,7-3 5 16,0 2-7-16,-17 1 1 16,-16 1-1-16,-8-1 0 15,-12 1 0-15,-14 2 0 0,-6-1 0 16,-4 1 0-16,-2 1 0 16,-12 0-1-16,7 0-48 15,2 0-69-15,-12 0-102 16,0 0-288-16</inkml:trace>
  <inkml:trace contextRef="#ctx0" brushRef="#br0" timeOffset="56751.14">8216 11005 673 0,'0'0'123'0,"0"0"16"0,0 0-32 16,0 0-7-16,0 0-20 15,-197-16-18-15,180 16-19 16,5 0-15-16,12 0 8 16,0 0-12-16,0 0-4 15,0 0-4-15,19 0-8 16,32 0-3-16,30 0 11 0,16 0 1 15,18 0-3-15,0-5-8 16,-6 0-2-16,-11-1-2 16,-14 2 2-16,-14-1-2 15,-19 2-2-15,-22 2-1 16,-10 1 0-16,-12 0 1 16,0 0 0-16,-7 0 0 15,0 0-1-15,0 0-4 16,0 0 5-16,0 0-39 15,-26 6-33-15,-10 9-54 16,-8 1-181-16</inkml:trace>
  <inkml:trace contextRef="#ctx0" brushRef="#br0" timeOffset="59300.01">12520 10989 859 0,'0'0'87'0,"0"0"-8"0,0 0 52 16,0 0-30-16,0 0-22 16,0 0-33-16,0 0-24 15,34-28-13-15,62 17 5 16,27-2 16-16,26 0-19 0,29-1 14 15,12 3-3 1,7-3-5-16,2 2-3 16,-11 5-7-16,-5 3-5 15,-25 4 0-15,-18 0-2 0,-32 0 12 16,-26 0-7-16,-20 4 0 16,-18 6-4-16,-16-3 6 15,-8-1 5-15,-11-5-9 16,-9 1-1-16,0-2 0 15,0 2-1-15,0-2 0 16,0 0-1-16,0 0-2 16,0 0-17-16,0 0-53 15,0 0-46-15,5 0-51 16,-2 0-296-16</inkml:trace>
  <inkml:trace contextRef="#ctx0" brushRef="#br0" timeOffset="88427.17">22744 13161 1058 0,'0'0'126'0,"0"0"-52"0,0 0 8 0,0 0 26 16,0 0-21-16,0 0-48 0,0 0-25 16,0 0 1-1,-7-33-3-15,24 49 9 0,2 6 3 16,-2 2-6-16,2-2-4 16,-7-5-10-16,3-3 8 15,-3-6-6-15,2-7-5 16,15-1 8-16,22-9 12 15,28-26-10-15,10-20-1 16,14-9 0-16,3-3-6 16,-12 6-7-16,-10 9 10 15,-12 11-14-15,-17 9 6 16,-4 10-8-16,-8 1-12 16,-9 7-38-16,-5-2-25 15,-3-1-77-15,-9 0-93 16,-3-7-381-16</inkml:trace>
  <inkml:trace contextRef="#ctx0" brushRef="#br0" timeOffset="102595.29">14533 13812 714 0,'0'0'207'0,"0"0"-174"0,0 0-13 0,0 0 26 15,0 0 40-15,0 0-17 16,0 0-17-16,0 0-15 15,0 0-19-15,-10 4 9 16,10-4-25-16,0 0 2 0,0 0-2 16,0 0-2-16,0 0-6 15,0 0-53-15,0 0-46 16,0 0-17-16,22 0-35 16,14-7-32-16,5-6-262 15</inkml:trace>
  <inkml:trace contextRef="#ctx0" brushRef="#br0" timeOffset="102994.18">15807 13743 722 0,'0'0'94'0,"0"0"-64"0,0 0 4 0,0 0 48 16,0 0-24-16,0 0-33 15,-5 2-10-15,5-2-14 16,0 0-1-16,0 0-4 16,0 0 1-16,0 3-24 15,-2 1-126-15,-3-2-100 16</inkml:trace>
  <inkml:trace contextRef="#ctx0" brushRef="#br0" timeOffset="107241.31">8370 11079 275 0,'0'0'370'0,"0"0"-316"0,0 0-1 0,0 0 23 15,0 0 24-15,0 0-33 16,-135 4-8-16,130-4-17 16,5 0-9-16,0 0-11 15,0 0-15-15,0 0-4 16,0 0-6-16,22 0 2 15,26 0 1-15,29 0 7 0,2-9 6 16,3 0-2-16,5-2 18 16,4 1-14-16,10 0-6 15,-2 0 7-15,-8 3-15 16,-14 2 5-16,-22 3-1 16,-26-1 0-16,0 1-5 15,-22 1 0-15,-2 1 4 16,0-3-1-16,-5 2 2 15,2 0 9-15,-2 1 8 16,0-2-10-16,0 2 1 16,0 0 4-16,0 0-3 15,0 0 4-15,0 0-5 16,0 0-1-16,0-1-11 0,-14 1 0 16,-8 0-2-1,-4 0 1-15,-8 0-7 0,-2 3-1 16,0 10-51-16,10 3-101 15,16-3-44-15,10-10-197 16</inkml:trace>
  <inkml:trace contextRef="#ctx0" brushRef="#br0" timeOffset="109247.04">14516 11106 688 0,'0'0'68'0,"0"0"-55"0,0 0-7 16,0 0 5-16,0 0 22 16,0 0 42-16,0 0-34 15,123 0-20-15,-75-4-15 16,0-1-6-16,0 2 5 16,-12-3-5-16,0 3 0 15,-7 0 0-15,-12 1 0 16,-8 1 0-16,1 1-5 15,-10 0-67-15,0 0-80 16,0 0-38-16</inkml:trace>
  <inkml:trace contextRef="#ctx0" brushRef="#br0" timeOffset="115169.14">21323 13893 796 0,'0'0'160'0,"0"0"-74"0,0 0 18 15,0 0 11-15,0 0-4 16,0 0-38-16,0 0-28 15,8-55-20-15,-8 55-16 16,0 0-6-16,2 0-3 16,3 17 0-16,4 7 4 15,-1 5 27-15,-4-7-28 16,-4-5 6-16,5-4-5 16,-2-8 1-16,-1-3 2 0,3-2 7 15,19 0-11-15,12-17 19 16,26-20 3-16,27-15-12 15,12-13-5-15,5-1-8 16,7 0 0-16,-2 7 0 16,-10 4 0-16,-10 12-2 15,-23 10-10-15,-25 13-15 16,-19 9-57-16,-12 5-70 16,-10 3-143-16,-2 1-476 15</inkml:trace>
  <inkml:trace contextRef="#ctx0" brushRef="#br0" timeOffset="121738.49">6797 13739 1186 0,'0'0'68'0,"0"0"-39"0,0 0-8 0,0 0 43 15,0 0-18-15,0 0-25 16,0 0-9-16,44 3-5 15,52-3 14-15,26 0-13 16,3-3 1-16,-2-2-8 16,-10 1-1-16,-7 4-24 15,-8 0-85-15,-1 0-67 0,1 0-106 16,-4 0-282 0</inkml:trace>
  <inkml:trace contextRef="#ctx0" brushRef="#br0" timeOffset="122152.89">9938 13984 1260 0,'0'0'61'15,"0"0"-55"-15,0 0 13 16,0 0 68-16,0 0-36 15,0 0-31-15,12-4-3 16,29 4-15-16,19-2 1 16,24 0 7-16,7-4-4 15,1 1-6-15,1-2 1 16,-4 1 0-16,-2 3-1 0,-25-1-1 16,1 1-23-16,-25 3-33 15,-11-2-62-15,-6 2-35 16,-18 0-173-16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5T09:25:08.0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12508 7756 966 0,'0'0'95'0,"0"0"-23"0,0 0 19 16,0 0-5-16,0 0-39 15,0 0-36-15,0 0 8 16,0 0 27-16,130-28-11 15,-99 44-18-15,10 3 10 16,2 4 7-16,-2 4-5 16,0 0-11-16,-12-7-10 15,-7-3 1-15,-8-8 2 16,1-3-2-16,-8-5 2 16,19-1-2-16,17-8 8 0,30-29-7 15,25-18 5-15,13-12-11 16,4-8-2-1,-4 5 0-15,-10 0-2 16,-10 15-2-16,-21 8 1 0,-12 11-3 16,-15 13-17-16,-17 7-22 15,-4 7-30-15,-3 3-71 16,-4 0-55-16,-15 4-398 16</inkml:trace>
  <inkml:trace contextRef="#ctx0" brushRef="#br0" timeOffset="10332.67">5783 12174 1066 0,'0'0'107'0,"0"0"-50"0,0 0 20 15,0 0 41-15,0 0-66 16,0 0-38-16,0 0 2 16,0 0-4-16,0-8 0 15,26 28 24-15,10 3-9 16,0 1-4-16,-2-4 7 15,-10-5-23-15,0-6 15 0,0-7-21 16,10-2 4 0,14-9 0-16,17-28 0 0,24-22-4 15,7-16-1-15,0-9-4 16,3 1-49-16,-3 2-105 16,-15-1-170-16</inkml:trace>
  <inkml:trace contextRef="#ctx0" brushRef="#br0" timeOffset="13950.44">11385 11988 898 0,'0'0'178'0,"0"0"-116"0,0 0 7 16,0 0 8-16,0 0 1 15,0 0-28-15,0 0-24 16,0-5-17-16,5 5 12 15,9 0-4-15,1 8 11 16,7 7 5-16,-1-1-17 16,-6 1-2-16,-1 0 0 15,0-5 2-15,-9-1-3 16,5-5 5-16,-5-4-5 16,14 0 3-16,12-11 0 15,24-22-3-15,18-16-1 16,23-12-5-16,10-9 0 15,4-1-7-15,-4 2-1 0,-17 9-2 16,-19 13-1-16,-15 15-6 16,-24 9-5-16,-11 12-8 15,-4 4-39-15,-13 2-15 16,4 5-49-16,0 0-40 16,-7 0-205-16</inkml:trace>
  <inkml:trace contextRef="#ctx0" brushRef="#br0" timeOffset="29244.21">16627 12672 688 0,'0'0'70'0,"0"0"-60"0,0 0 41 0,0 0 18 0,0 0-45 15,0 0-14-15,0 0-2 16,0 0 7-16,22 10 7 16,-17-10-6-16,-3 0 6 15,-2 0 11-15,0 0 5 16,0 0 17-16,0 0 4 15,0-4-40-15,0-4-8 16,0 1-5-16,-7 3 1 16,-8 1 4-16,1 1-8 0,0 2 4 15,-1 0-4-15,-7 0-3 16,10 5-2-16,-2 6 2 16,9-1 1-16,-4-1-1 15,9-2-1-15,0-3 1 16,0-1-2-16,0-1 2 15,0 1 0-15,0-3 1 16,9 0-1-16,3 0 2 16,7 0 3-16,-11 0-4 15,9-5 7-15,-13-2-3 16,-4 0 4-16,0 1-6 16,0 3 10-16,0 1-1 0,0 2-3 15,0 0-3 1,-7 0-6-16,-22 2-4 0,15 10 4 15,-1-1-1-15,3 2 0 16,5-5 0-16,7-1 0 16,0-3 1-16,0-3 0 15,0-1-2-15,0 0 2 16,15 0 3-16,13 0-1 16,-1-10 7-16,-5 3-9 15,-8-1 4-15,-7 0 3 16,-7 1 12-16,0-4-1 15,0 1 2-15,0 1-8 16,-17 2-4-16,3 2-6 0,-5 4 0 16,4 0-2-1,3 1-2-15,-5 0 1 0,-2 1-25 16,2 12-83-16,-2-1-212 16</inkml:trace>
  <inkml:trace contextRef="#ctx0" brushRef="#br0" timeOffset="38185.29">23124 12178 1059 0,'0'0'42'0,"0"0"41"0,0 0-4 0,0 0 15 16,0 0-55-16,0 0-34 15,0 0 53-15,48 89-4 0,-24-48-15 16,-7-6-10-16,0-9-10 16,0-9-6-16,-5-9 1 15,-5-7 15-15,10-1-17 16,22-8 26-16,28-28 6 15,22-18-22-15,24-14-12 16,5-9-10-16,4-2-2 16,3 12-49-16,-12 13-132 15,-26 11-119-15,-27 13-379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5T09:26:06.7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4020 5185 833 0,'0'0'201'0,"0"0"-67"0,0 0-59 15,0 0-45-15,0 0-19 0,0 0 23 16,0 0-5-16,0 0-7 16,82 100 16-16,-58-86-16 15,-12-2 13-15,0-6-11 16,2-1-10-16,-4-5 7 15,12 0-4-15,14-7 7 16,2-24 14-16,13-12-27 16,11-4-11-16,-2-3 0 15,-4 4 1-15,-6 6-1 16,-12 8 0-16,-13 8 1 16,-6 6-2-16,-12 5-12 15,0 8-18-15,-7 3-69 16,10 2-45-16,-5 0-156 15,9 3-295-15</inkml:trace>
  <inkml:trace contextRef="#ctx0" brushRef="#br0" timeOffset="6336.77">15095 5429 623 0,'0'0'116'0,"0"0"-7"0,0 0 0 0,0 0-49 16,0 0-31-16,0 0-8 15,0 0-2-15,-21 0 1 16,28 0 27-16,19 0-3 16,11 0-14-16,-1 0-7 15,7 0 1-15,7 0-2 16,1-3-13-16,4 0 7 15,1-1-3-15,8 1 9 0,9-4-16 16,1 1 2 0,3 1-2-16,2-1 0 0,6 0-2 15,-8 2 0 1,-1 1 1-16,-3-1-3 0,-4 1 2 16,-6 2-4-16,7 1 0 15,-5 0 0-15,-3 0 6 16,1 0-7-16,1 0 4 15,6 0-3-15,0 0 2 16,-5 0-1-16,0 0 0 16,-3 0 1-16,-2 0-2 15,-14 0 1-15,9 0-1 16,-11 0 0-16,6 0 1 16,-7 0-1-16,3-3 0 0,0 0-4 15,2 0 7 1,0 0-3-16,3 0 6 0,4 0-6 15,3-2-2-15,-8 2 2 16,5 0 4-16,3 3-2 16,5-3-2-16,4 3 4 15,5-1-4-15,-2-1 0 16,2 1 3-16,-2-3 0 16,-13 1 0-16,6-1-3 15,-10 2 1-15,2-1 3 16,5 0-4-16,-7-1 1 15,2 1 3-15,3-2-1 16,-3 2-2-16,3-2-1 0,5 2 2 16,-8 2 0-1,0 0-2-15,-2-1 0 0,2 0 0 16,1 2 2-16,9-3-2 16,-10 1 5-16,10-2 0 15,-5-1 3-15,-2 1-8 16,-1 2 2-16,-8-1 2 15,-6 3-2-15,0-2 1 16,-2 2-3-16,2-1 2 16,3 1 0-16,-3-3-2 15,3 3 0-15,-12 0 1 16,18 0 0-16,-3 0 1 16,-4 0-1-16,8 0-1 15,-5 0 0-15,-4 0 0 16,-1 0 0-16,2 0 4 15,6 0-4-15,14 0 0 0,12 0 3 16,7 0 5-16,-7 0 4 16,-7 0-6-1,-10 0-5-15,-19 0 3 0,-5 0 2 16,-3 0-10-16,-4 0 5 16,-2 0-1-1,2 0 0-15,-8 0 5 0,10 0-4 16,3 0-1-16,-12 0-1 15,4 0 1-15,3 0 0 16,-10 0 0-16,-4 0 1 16,-8 0-1-16,0 0 0 0,-4 0 2 15,1 0-1 1,-4 0 2-16,0-3 0 0,0 0-1 16,-7-3-2-16,-31 3-1 15,-27 0-52-15,-27-1-78 16,-13 0-152-16,-18-5-540 15</inkml:trace>
  <inkml:trace contextRef="#ctx0" brushRef="#br0" timeOffset="7696.84">6206 5204 659 0,'0'0'93'0,"0"0"-33"0,0 0 58 0,0 0-27 15,0 0-45 1,0 0 9-16,0 24 19 0,0-20-23 15,0 2-6-15,7-3-17 16,3 2-8-16,-6-3-2 16,4-2-10-16,-4 0-7 15,4 0 2-15,-8 0-2 16,14 0 1-16,20 0 3 16,9-16-3-16,17-7-1 15,10-5-1-15,16-3-59 16,3-3-157-16,3-7-210 15</inkml:trace>
  <inkml:trace contextRef="#ctx0" brushRef="#br0" timeOffset="8426.85">9252 5359 565 0,'0'0'263'0,"0"0"-172"0,0 0-67 0,0 0 18 16,0 0 4-16,0 0-34 15,0 7 12-15,22-7 35 16,0 0 9-16,2 0-15 16,7-1-17-16,7-12-17 15,11-8-12-15,8-1-6 16,18-5-1-16,2 0-1 16,7-3-53-16,-2-3-156 15,-8-2-273-15</inkml:trace>
  <inkml:trace contextRef="#ctx0" brushRef="#br0" timeOffset="12292.52">22598 5188 445 0,'0'0'141'0,"0"0"-60"0,0 0-22 15,0 0-1-15,0 0 18 16,0 0-12-16,0 0-16 15,5 0-15-15,-5 0 3 0,0 0-6 16,0 3-5-16,0-3 7 16,0 0-6-16,0 0 17 15,0 0-14-15,0 0-11 16,0 0 0-16,0 0 4 16,0 0-6-16,0 0-3 15,0 0-4-15,0 0 0 16,0 0-2-16,0 0-2 15,0 0 1-15,0 0-4 16,0 0-1-16,0 1 1 16,0-1 1-16,0 0-2 15,0 0 0-15,7 2-1 16,-2 1 0-16,2-3 0 16,2 2 1-16,-9-2 7 0,5 2-6 15,-2-1 1-15,1-1 1 16,-4 2-2-1,5-2 0-15,-5 2 0 0,3 0 0 16,-1 1 0-16,5-2-2 16,0 4 0-16,-7-2 0 15,5 2 5-15,-2-1 0 16,1 1-4-16,1 2-1 16,-2 0 3-16,4 0-3 15,-7-1 1-15,10-2 5 16,-8 0-5-16,0-1 0 15,3 1-1-15,-2 1 5 16,1-2-1-16,-4-2-2 0,8 1 2 16,-6-2 2-16,5 0 1 15,0 0 6-15,8 0 5 16,6-2 10-16,13-11-13 16,7-7-13-16,2-3 3 15,1-2-1-15,4 0-3 16,0-1-2-16,-5 1 2 15,0 4-4-15,5-2 6 16,-16 5 0-16,1 1-3 16,-4 1 0-16,-10 4 0 15,-2 2 0-15,-10 3-6 0,3 0 6 16,-7 2 2 0,-1 2 0-16,3 0 0 0,-5 1-2 15,0 2 0 1,7 0 0-16,-7 0 0 0,0 0-1 15,0 0-7-15,0 0 8 16,0 0-1-16,0 0 1 16,0 0 0-16,0 0-1 15,0 0-3-15,0 0 4 16,0 0-19-16,0 2-44 16,-7 6 2-16,-8 4-36 15,-4-1-79-15,-3-2-60 16,1-1-143-16</inkml:trace>
  <inkml:trace contextRef="#ctx0" brushRef="#br0" timeOffset="15410.82">3664 6281 568 0,'0'0'190'0,"0"0"-179"0,0 0-9 15,0 0 21-15,0 0 142 16,0 0-90-16,0 0-50 16,-7-25-15-16,7 15 1 0,0-3 5 15,14 0 11 1,8 1-12-16,-8 0 8 0,1 3-10 15,2 2 10-15,-8 0-10 16,6 1-6-16,6 2 2 16,13 2-9-16,12-2 1 15,4 1-1-15,13 1 1 16,11-1 7-16,10-5-8 16,3 1 0-16,19-1 0 15,-8 0 6-15,-6 5-9 16,-13 1 3-16,-9 2 0 15,-8 0 0-15,-18 0 4 16,-1 0-4-16,-17 0 0 16,-2 4 1-16,-12-1-1 0,0 0 0 15,-2 1 0-15,-8-2 0 16,1-1 0-16,-1 3-1 16,3 1-3-16,2 2 4 15,3 1-61-15,2 1-64 16,-10 1-144-16,-2-7-247 15</inkml:trace>
  <inkml:trace contextRef="#ctx0" brushRef="#br0" timeOffset="18777.79">21205 6159 672 0,'0'0'93'0,"0"0"4"0,0 0 11 15,0 0-43-15,0 0-31 16,0 0-6-16,0 0 26 16,0 0-2-16,-43 0-19 15,43 0-9-15,0 0 4 0,0 0 1 16,0 0-6-16,0 0 3 15,0 0-3-15,0 0 1 16,0 0-1-16,15 0 1 16,6 0 7-16,8 2-13 15,5-2-6-15,2 0-1 16,5 0 3-16,-3 0-3 16,8 0-5-16,-3 0 0 15,0-2-1-15,8-1-5 16,-10-1 7-16,-7 1-6 15,-3 1 1-15,-5-2-2 16,3 2 1-16,-7-3 0 16,-3 1 1-16,-9 2-1 0,-3 1-1 15,2-1 0 1,-6 1 1-16,-3-2-1 0,0 0 0 16,0 1 0-16,0-1-6 15,0 1-26-15,0 1-72 16,0-1-24-16,0-2-142 15,0-1-285-15</inkml:trace>
  <inkml:trace contextRef="#ctx0" brushRef="#br0" timeOffset="24849.38">21162 7032 489 0,'0'0'39'0,"0"0"43"0,0 0 4 0,0 0 11 0,0 0-10 16,0 0-5-16,0 0-25 15,-132 20-4-15,125-17 1 16,0-2 5-16,4-1-18 16,1 2-12-16,2-2-12 15,0 3 1-15,0-3-3 16,0 0-11-16,0 3 7 15,0 0-3-15,19 1 3 16,17 0 18-16,17-1-16 16,5 1 12-16,7-1-20 15,-3-1 5-15,17-2-4 16,-16 0-2-16,-1 0 2 16,1 0-6-16,-13 0 1 0,13-6 8 15,-13 1-6-15,-6 1-3 16,-8-1 3-16,-17 2 2 15,0 0-1-15,-14 0-3 16,-5 1 1-16,0 2-2 16,0-1 7-16,0-2-5 15,0 3-1-15,0-3-1 16,0 1 0-16,0-4-40 16,0 0-54-16,0-1-114 15,0 0-108-15</inkml:trace>
  <inkml:trace contextRef="#ctx0" brushRef="#br0" timeOffset="29728.2">5746 7790 243 0,'0'0'323'0,"0"0"-314"0,0 0 6 0,0 0 34 16,0 0 13-16,0 0-21 0,0 0-4 16,-28 14-6-1,28-14 2-15,-8 0 3 0,8 0 26 16,0 0-32-1,0 0-27-15,0 0 3 0,0 0-6 16,0 0 0-16,0 0-2 16,0 0 2-16,0 5 4 15,0-1-4-15,0 5 0 16,8-2-5-16,6 1 10 16,5 0-4-16,-7-2 0 15,-2-1 2-15,0-1-3 16,-3-4 3-16,-2 2-3 15,-1-2 8-15,-1 0 4 16,-3 0 11-16,2 0 18 16,10 0 10-16,10-16-12 0,19-14-15 15,19-5-17-15,10-11-6 16,4-1 1 0,-2-3-1-16,12-3-1 0,-7 0 0 15,8 1-5-15,1 3-4 16,1 7-101-16,-10 6-86 15,-10 8-76-15</inkml:trace>
  <inkml:trace contextRef="#ctx0" brushRef="#br0" timeOffset="30639.32">9332 7470 655 0,'0'0'90'0,"0"0"-22"16,0 0-16-16,0 0 45 0,0 0-58 16,0 0-36-16,26-17-3 15,-11 32 0-15,6 1 1 16,1 4 7-16,0-3 1 15,2 3-1-15,-8-1 14 16,11-4-18-16,-6-3 27 16,-4-4-4-16,-2-7-16 15,-3-1 8-15,9 0 21 16,8-8 15-16,15-20-13 16,11-9-24-16,5-7-15 0,10-5-2 15,-1-1 0 1,4 1 2-16,6 5-3 0,0 7-1 15,-2 5-5-15,-5 4 1 16,-2 9-74-16,-10 2-86 16,-29 2-168-16</inkml:trace>
  <inkml:trace contextRef="#ctx0" brushRef="#br0" timeOffset="36743.74">22208 7608 750 0,'0'0'151'0,"0"0"-35"0,0 0 0 0,0 0-11 16,0 0-23-16,0 0-52 15,0 0-8-15,0-30 2 16,3 30-16-16,1 16-5 16,8 2 10-16,5 4 7 15,-5-3 10-15,-5-1-6 0,6-7 2 16,-6-2-8 0,0-5-13-16,0-2-2 0,0-2 9 15,3 0 3-15,9-19 12 16,10-18 4-16,22-14-16 15,4-5-11-15,7 3-4 16,6 5-20-16,-6 1-28 16,15 2-88-16,-14 3-91 15,-15-2-385-15</inkml:trace>
  <inkml:trace contextRef="#ctx0" brushRef="#br0" timeOffset="42484.44">21422 8145 786 0,'0'0'136'0,"0"0"-13"0,0 0-13 0,0 0 7 0,0 0-49 16,0 0-32-16,0 0 18 16,-5-4-21-16,5 4 6 15,0 0-12-15,0 0-2 16,0 0-2-16,0 0-13 16,0 0-1-16,0 0-7 15,0 3-1-15,0 7 4 16,0 3 0-16,7 1 4 15,3-2-5-15,0-3 1 16,-1 2 0-16,-4-4-3 16,2-1 0-16,-2-4 6 15,-3 1-5-15,1-3 8 0,2 0 8 16,2 0 0-16,10-20 14 16,19-13-4-16,5-10-20 15,19-6-5-15,-3 0-2 16,-1 3-2-16,-6 5 0 15,3 1-9-15,-7 4-7 16,-3 7-24-16,-7 4-34 16,-9 9-12-16,-11 7-61 15,-4 6-40-15,-4 3-119 16,-8 0-264-16</inkml:trace>
  <inkml:trace contextRef="#ctx0" brushRef="#br0" timeOffset="43727.17">21932 5176 289 0,'0'0'374'0,"0"0"-289"0,0 0 57 16,0 0-58-16,0 0-15 15,0 0-15-15,-5-2-5 0,5 2-8 16,0 0-2-16,0 0-12 16,0 0-10-16,5 0 4 15,16 2 8-15,8 7-10 16,-10 3-1-16,3 0 7 15,0 2-11-15,4-1 4 16,-9 0-3-16,2-4 4 16,-9-2-7-16,-3-3-1 15,0-4 1-15,0 0-2 16,-7 0 6-16,8 0 18 16,11-8 6-16,7-19-12 15,10-6-19-15,0-8-9 16,1-6 1-16,6-12 2 15,3-1-2-15,2-7-1 16,-3 6 0-16,3 10-13 0,-4 9-33 16,-8 14-35-16,-10 12-33 15,-4 9-24-15,-1 5-164 16,-13 2-193-16</inkml:trace>
  <inkml:trace contextRef="#ctx0" brushRef="#br0" timeOffset="60548.9">16971 10110 1007 0,'0'0'164'0,"0"0"-49"0,0 0-27 0,0 0-21 16,-43-90-34-16,43 87-16 16,0 3 8-16,0 0 0 15,0 0-4-15,0 5 10 16,0 13-18-16,0 14 29 15,0 12 5-15,0 11-33 16,0 13 5-16,0 3 2 16,0 5-17-16,0-6-1 15,0-6-3-15,0-10 0 16,0-13 0-16,0-6 1 16,0-13-2-16,0-12 0 15,0-7-4-15,0-3 2 16,0 0-9-16,2-18 12 15,17-18 1-15,13-11 2 16,-6-12 3-16,17-6-6 0,-7-6 0 16,-2 4-3-16,2 9-2 15,-9 12-11-15,-6 14 16 16,-6 11 4-16,-8 7-4 16,-2 8 2-16,-5 6-1 15,0 0-1-15,0 0 0 16,0 11-1-16,-27 15 0 15,-4 8-1-15,-15 7 0 16,-2 1 2-16,10 1 1 16,-3-5 0-16,22-5 0 15,2-11-2-15,14-7 1 16,3-1-4-16,0-2 1 16,5-1 0-16,29 2 3 15,7 0 0-15,4 3 0 0,6 3 0 16,-5 4 1-16,2 5-1 15,-10 3 3-15,-4 0-1 16,-12 2 0-16,-3-5 2 16,-5-1-4-16,-4-6-1 15,-3-5 0-15,-2-7-12 16,2-9-56-16,0 0-116 16,3 0-35-16,9-23-219 15</inkml:trace>
  <inkml:trace contextRef="#ctx0" brushRef="#br0" timeOffset="60731.16">17685 10527 859 0,'0'0'273'0,"0"0"-185"0,0 0-26 0,0 0-21 15,0 0-38-15,219-81 0 16,-173 76-3-16,-10 5-18 15,-15 0-87-15,-6 15-173 16,-15 6-209-16</inkml:trace>
  <inkml:trace contextRef="#ctx0" brushRef="#br0" timeOffset="60864.22">17841 10711 390 0,'0'0'449'0,"0"0"-357"15,0 0 60-15,0 0-25 16,0 0-89-16,0 0-27 15,106-32-11-15,-50 14-15 16,-1 1-141-16,10-6-245 16</inkml:trace>
  <inkml:trace contextRef="#ctx0" brushRef="#br0" timeOffset="61196.95">18599 10386 540 0,'0'0'478'0,"0"0"-375"16,0 0 15-16,0 0-61 0,195-59-16 16,-147 59-23-16,0 3 16 15,-12 23-6-15,-14 11-8 16,-22 10-4 0,0 0-7-16,-8 0-6 0,-20-3 14 15,-1-7 3-15,9-8-7 16,6-9 20-16,14-10-16 15,0-8-2-15,0-2 2 16,19 0 3-16,25 0 3 16,13-15-11-16,1-5-8 15,9-2-3-15,1 0-1 16,-8 0-2-16,-5 4-11 16,-9 2-28-16,-20 4-29 0,-2 6-30 15,-5-1-44-15,-19 5-150 16,5 1-538-16</inkml:trace>
  <inkml:trace contextRef="#ctx0" brushRef="#br0" timeOffset="62771.08">21973 4657 575 0,'0'0'175'0,"0"0"-13"0,0 0-48 0,0 0-44 15,0 0-2-15,0 0-27 0,0 0-1 16,-34-38-13-16,12 32 4 16,-11 1 0-16,-3-1-4 15,-13-1 7-15,1 2-15 16,-9 3 1-16,-3 2-12 15,-8 0 0-15,6 0 4 16,-6 0-4-16,1 7 6 16,-5 5-7-16,9-1-4 15,1 5 11-15,-3 2-1 16,0 7-2-16,-5-1 1 16,15 4-4-16,-3 2 4 15,22 0-8-15,0 4 5 16,10 5-8-16,14 3 2 15,2 4 1-15,10-4 4 0,0 0-6 16,0-1 4-16,14 0-5 16,27-2 0-16,0 0-1 15,5-1 0-15,9-5 2 16,3-2-4-16,4-5 2 16,8-6-1-16,9-3 0 15,1-11 2-15,11-6-1 16,5 0 0-16,8-6 0 15,2-15 2-15,-1-5-1 16,-8-4 1-16,-6-3-1 16,-14 1 0-16,-7-4-1 15,-13-1 0-15,-9 0 0 16,-12 0 2-16,-7 1 1 16,-17-2-3-16,-12-2 5 0,0-7 0 15,-12-3 1-15,-36-4 16 16,-9 1 1-16,-8 4-7 15,-5 7-9-15,7 7-6 16,6 13 3-16,-6 11-4 16,-7 9-1-16,-9 2-10 15,5 8-50-15,4 19-67 16,10 4-100-16,24 4-268 16</inkml:trace>
  <inkml:trace contextRef="#ctx0" brushRef="#br0" timeOffset="64033.16">21920 7073 602 0,'0'0'123'0,"0"0"32"16,0 0-50-16,0 0-15 0,0 0-14 16,0 0-19-16,-68-45-2 15,42 38-14-15,-3 4-11 16,-7 0 16-16,-7 2-7 16,-10 1-2-16,-3 0-13 15,-1 0-6-15,1 0 4 16,4 0 2-16,-9 7-17 15,1 4 2-15,-2 4 2 0,6 2-8 16,-1-3 7-16,1 4-9 16,1 4 7-16,5-4-4 15,6 4 5-15,1 3-4 16,2 2-3-16,5 6 2 16,2 2-3-16,6 3 0 15,16-1 2-15,-5 0-2 16,14-2 0-16,3 3 2 15,0-2-1-15,0 0-2 16,12 4 1-16,22-7 0 16,9 1-1-16,5-3 2 15,15-7-4-15,9-2 1 0,5-6 1 16,17-2-1 0,-3-8 0-16,10-6 1 0,0 0 0 15,5 0 0-15,-5-8 0 16,-2-4 1-16,-10-8-1 15,-10 2 0-15,-2-8 0 16,-7-3-2-16,-10-2 1 16,2-8 1-16,-14 1 3 15,0-1-2-15,-12 2 3 16,-14 0-1-16,2 3 2 16,-19 1-4-16,-5-2 4 15,0 1 3-15,-14-4 9 16,-27 0 9-16,-15 1-13 15,-16-2 2-15,-12 2-6 0,-3 6-2 16,8 7-1 0,-3 9-6-16,-7 9 0 0,-4 4 0 15,1 2-12-15,13 0-44 16,14 14-45-16,10 6-99 16,4 1-160-16</inkml:trace>
  <inkml:trace contextRef="#ctx0" brushRef="#br0" timeOffset="65559.46">1575 5487 710 0,'0'0'164'0,"0"0"-22"0,0 0-11 0,-210 52-30 16,155-37-15-16,9 0-11 0,13-4-2 16,11-5-19-1,17-3-23-15,5-3-12 16,0 0-6-16,0 0 6 0,46-3 3 16,33-22-7-16,42-7 5 15,6-6-12-15,-7 0-8 16,-14 4 1-16,-29 4 0 15,-15 4-1-15,-18 8-1 16,-15 8 1-16,-25 4 2 16,-4 3-1-16,0 1-1 15,-19 0-3-15,-22-1 2 16,-16 0-6-16,-1 2 5 16,17-3 2-16,-2 1 1 15,14-3-1-15,12 3 1 0,7 0 0 16,10 0-1-1,0 2-1-15,0 0-1 0,0-3-9 16,15-1 1-16,18 1 10 16,23 2 0-16,2 2-2 15,-3 0 2-15,-5 0 1 16,-2 8-1-16,-12 4-1 16,-7 8 0-16,-7 6-6 15,-8 6-11-15,-14 10-27 16,0 9-61-16,-36 7-73 15,-12 3-170-15</inkml:trace>
  <inkml:trace contextRef="#ctx0" brushRef="#br0" timeOffset="66603.64">1560 7812 574 0,'0'0'221'0,"0"0"-107"0,0 0 14 0,0 0 8 0,-231 53-26 15,195-44-30-15,3 0 12 16,16-2-24-16,-3-4-4 16,13-1-25-16,7-2-9 15,0 0-7-15,0 0-6 16,7 0-13-16,37-7-4 16,18-12 0-16,25-8 8 15,2-3-3-15,-3-1-4 16,-4 0 2-16,-17 3-3 15,-14 4 1-15,-18 8-2 16,-18 5 2-16,-8 2-1 16,-7 5 2-16,0 0 2 15,0 0-4-15,-24-4-4 16,-17 4 1-16,-7 0 0 0,0 2 3 16,7 0 0-16,-2 2-1 15,11 0 2-15,13-3-1 16,7 3 2-16,12 0 1 15,0 0 3-15,0 0-5 16,0 0 0-16,0-3-1 16,12-3-13-16,31 2 13 15,13-5 0-15,6 5 2 16,-4 4-2-16,-5 0-1 16,-15 0 0-16,3 6 1 0,-14 11 0 15,-11 4 1 1,-8 5-1-16,-8 8 0 0,0 2 0 15,-15 4 0-15,-11 4-17 16,-10 0-37-16,0 2-40 16,7 0-61-16,0-5-66 15,-2-6-322-15</inkml:trace>
  <inkml:trace contextRef="#ctx0" brushRef="#br0" timeOffset="68130.49">13600 5050 863 0,'0'0'189'0,"0"0"-45"16,0 0-20-16,0 0-13 0,0 0-49 15,0 0-19-15,7 0-3 16,3 0-9-16,9-1-9 0,7-15-8 15,10-7-11-15,15-7 1 16,4 0-2-16,5-4-4 16,5-2-1-16,0 8-46 15,0 6-109-15,-14 5-100 16,-13 6-416-16</inkml:trace>
  <inkml:trace contextRef="#ctx0" brushRef="#br0" timeOffset="68860.16">13549 7605 993 0,'0'0'231'0,"0"0"-132"0,0 0 38 0,0 0-44 16,0 0-59-16,0 0-33 15,41-17 2-15,-2-7 3 16,9-3-3-16,2 1-6 16,-2-4-8-16,10 2-94 15,-10-1-99-15,5 1-248 16</inkml:trace>
  <inkml:trace contextRef="#ctx0" brushRef="#br0" timeOffset="70602.32">10120 11489 979 0,'0'0'175'0,"0"0"-116"0,0 0 56 0,0 0 12 16,0 0-50-16,0 0-40 15,-33 0-29-15,114-20-1 16,25-13 10-16,17-7-13 16,-3 2 6-16,-14 2-10 15,-29 8 1-15,-22 3-1 16,-19 12 0-16,-16 2-1 15,-20 8-3-15,0 0 4 16,-5 2 0-16,-31 1 1 16,-5 0 0-16,10 0-2 15,-3 1 2-15,12 14-1 16,8 6 1-16,9 13-1 0,5 7 0 16,0 13 9-16,0 8-2 15,26 11 2-15,-4 4-3 16,7 6-6-16,-10 0 0 15,-2-7-1-15,-3-10-2 16,1-19-25-16,4-15-57 16,17-12-54-16,-2-11-37 15,2-9-193-15,0 0-401 16</inkml:trace>
  <inkml:trace contextRef="#ctx0" brushRef="#br0" timeOffset="72111.44">11087 11769 900 0,'0'0'211'0,"0"0"-66"16,0 0-67-16,0 0-47 15,0 0-5-15,0 0 1 16,-41 109-1-16,41-74-16 16,0 1-1-16,22-5-9 15,4-7-1-15,3-8 1 16,0-11-6-16,0-5 3 15,4 0 3-15,1-12 1 16,-7-12 1-16,-8-5 7 16,-14-3-7-16,-5 3 4 15,0 1-4-15,-12 6 6 16,-24 7-6-16,-15 5 15 0,8 6-6 16,2 2 8-1,-2 2-14-15,16-1 1 0,3-1 8 16,15 1-9-16,6-4 9 15,3 4 1-15,0-4-4 16,0-4-4-16,0-3-7 16,5-5-1-16,31-3 0 15,0 3 0-15,15 2-1 16,4 6-1-16,0 3 3 16,3 6 0-16,0 0-1 15,-8 11-2-15,5 14 3 16,-19 5 0-16,3 4 2 0,-15-3 1 15,0-5-2 1,-7-6-1-16,-10-6 0 0,3-5 0 16,-10-3-2-16,0-6 4 15,0 0-2-15,0-6 8 16,0-20 2-16,0-4-9 16,0-7 0-16,4 3 1 15,11 4-4-15,2 10 4 16,-5 9-4-16,7 5 2 15,-2 6-2-15,9 0-2 16,10 6 2-16,-2 11 3 16,-3 0-1-16,-4-4 0 15,-6-1-1-15,3-7 1 0,-14-5-1 16,0 0 1 0,4 0-1-16,-2-10 1 0,12-13-2 15,-5-1 2-15,-2 2 3 16,0 6-1-16,-10 11-2 15,3 5 0-15,-5 0-2 16,16 0-2-16,8 0 2 16,12 9 2-16,7-1 1 15,5-1-1-15,2-4-1 16,-4-3-3-16,-10 0 4 16,2 0-5-16,-17-3 4 15,-4-11 1-15,5-4 0 16,-13-1 0-16,-7-2 4 15,-7 0-1-15,0 2-3 16,0 3 0-16,0 9 4 16,-21 3-4-16,-6 4 0 0,1 0-6 15,-6 7-1-15,8 11 6 16,0 0-1-16,12-1-8 16,3-5 0-16,9 3-19 15,0-4-1-15,0-1-3 16,0-1 5-16,0-1 11 15,14 1 11-15,8-4 1 16,-3 1 2-16,5-6 0 16,-10 0-3-16,8 0 4 15,5 0 2-15,-6-18 0 16,3 1 4-16,-5-6-3 0,-4-4 4 16,-3-5-3-1,-5-1 10-15,-7-4 5 0,0-4 2 16,0-1 4-16,0-6 6 15,-29 0 0-15,-12-1 2 16,5 8-13-16,3 7 5 16,11 10-2-16,0 10-4 15,10 8 19-15,3 6-5 16,9 0-23-16,0 27-8 16,0 14-5-16,9 10 2 15,27 4 3-15,10 0 0 16,5-3 2-16,4-8-2 15,5-13-9-15,0-7 4 16,3-10-12-16,-6-8-4 0,-6-6-3 16,-10 0-3-16,2-11 13 15,-14-15 13-15,-3-3 1 16,6 0 0-16,-13 5 0 16,-7 5 1-16,-3 10 0 15,-4 8 2-15,-5 1 2 16,0 0-5-16,10 9-2 15,-5 8 2-15,9 4 0 16,3 2 2-16,7-2-2 16,2-1 0-16,-2-5 0 15,-2-4-9-15,7-11-2 0,-3 0-1 16,-2 0 4 0,-4-15 8-16,-6-5 4 0,-7-5 1 15,-7 2-1-15,0 3 10 16,-14 0 12-16,-27 7 14 15,-9 2-14-15,-1 4-13 16,-4 6-5-16,4 1-8 16,8 0-2-16,2 0 1 15,19 5-35-15,13 2-59 16,-3 2-100-16,7 0-59 16,-2-7-394-16</inkml:trace>
  <inkml:trace contextRef="#ctx0" brushRef="#br0" timeOffset="72326.12">12393 11372 1073 0,'0'0'192'0,"0"0"-4"0,0 0-83 16,0 0-70-16,0 0-35 15,0 0-1-15,154-63 1 16,-75 43-1-16,5 2-22 16,8 3-113-16,1 1-70 15,-1 5-266-15</inkml:trace>
  <inkml:trace contextRef="#ctx0" brushRef="#br0" timeOffset="72558.17">13811 11329 900 0,'0'0'380'16,"0"0"-212"-16,0 0-73 15,0 0-24-15,0 0-71 16,0 0 2-16,53-34-3 0,-19 28 1 15,4 3-70-15,-13 3-100 16,-6 0-54-16,-5 8-219 16</inkml:trace>
  <inkml:trace contextRef="#ctx0" brushRef="#br0" timeOffset="72680.37">13811 11329 709 0,'140'126'237'15,"-140"-126"-62"-15,0 0-43 16,24-2-63-16,10-12-28 15,6 0-35-15,-3-1-6 16,6-2-36-16,-7-2-193 16,5-5-561-16</inkml:trace>
  <inkml:trace contextRef="#ctx0" brushRef="#br0" timeOffset="73056.85">14663 10729 1178 0,'0'0'120'15,"0"0"63"-15,0 0-40 16,0 0-30-16,0 0-58 16,0 0-36-16,-125-47-19 15,125 94 0-15,0 25 10 16,7 14 13-16,29 16-2 15,22 9-1-15,23 10-10 16,25-3 28-16,14-1-9 0,1 0-15 16,-20-7 1-16,-20-11 6 15,-23-13-7-15,-29-19-8 16,-22-11-3-16,-7-14 0 16,0-13 1-16,-36-12-3 15,-17-14 3-15,-21-3-4 16,-18-9-11-16,-6-22-37 15,-1-9-33-15,15-10-75 16,21-6-70-16,27-6-82 16,15-4-244-16</inkml:trace>
  <inkml:trace contextRef="#ctx0" brushRef="#br0" timeOffset="73837.11">14756 11315 545 0,'0'0'253'16,"0"0"-39"-16,0 0-37 15,176-90-82-15,-133 84-27 16,8 4 2-16,-15 2-25 16,9 0-26-16,-8 14 2 15,-9 3-11-15,-6 3-6 16,-10-2 1-16,-5-4-6 16,-7-5 1-16,5-9 0 15,-5 0 0-15,3 0 11 0,4-20 12 16,7-7-16-16,8 3-1 15,2 0-2-15,2 5 2 16,3 8 6-16,-2 3 4 16,1 3-11-16,9 5 0 15,-1 0-3-15,-3 0 4 16,11 0-6-16,-11 2 2 16,-9 3-1-16,3-2-1 15,-13 0 0-15,1-3 2 16,-8 0-2-16,-2 0 3 15,2-6 6-15,2-11 5 16,3-1-11-16,3 2 2 16,-1 6-4-16,-14 4 12 0,5 4 0 15,-5 2 8-15,7 0-21 16,8 0 0-16,2 5-4 16,11 5 4-16,-1 1-1 15,7 2 1-15,-8-6 0 16,-7 2-2-16,0-7-5 15,-11 0-14-15,4-2-9 16,-5 0 3-16,0-4 7 16,3-12 18-16,2-3-1 15,0 1 3-15,-7 2 2 16,-1 4-2-16,-1 8 0 16,-3 1 20-16,0 3 2 15,12 0-11-15,2 0-11 0,8 9 2 16,4 5-1-1,-2-2 1-15,-4 4 3 16,1-6-5-16,-1 1-1 16,-11-4 0-16,-2-7-17 0,-2 0-4 15,-2 0 3-15,1 0 7 16,-4-11 12-16,0-7 1 16,0-4 0-16,0-2 6 15,0 5 0-15,3 5 12 16,4 8 12-16,-7 2 3 15,0 4-3-15,0 0-13 16,2 0-18-16,3 0-2 16,10 6 1-16,-1 7-1 15,-2 2-24-15,-5 2-83 0,-7 2-100 16,0-8-133-16</inkml:trace>
  <inkml:trace contextRef="#ctx0" brushRef="#br0" timeOffset="74167.82">16033 10883 794 0,'0'0'324'0,"0"0"-176"0,0 0-72 0,0 0-63 16,0 0-13-16,0 0-78 16,22-88-99-16,21 79-40 15,-7 0-2-15,-4-2 219 16,-16 3 24-16,-4 4 168 15,-9-1 24-15,-3 5-45 0,0 0-64 16,12 8-19-16,5 17-2 16,2 6-18-16,17 12-7 15,-2 4-20-15,2 5-20 16,5 0-12-16,-1-5-7 16,-1-7-2-16,11-11 0 15,-9-15-3-15,7-10-2 16,5-4-28-16,-7-15-17 15,0-14-43-15,-13-7-83 16,-16-1-149-16,-17 2-590 16</inkml:trace>
  <inkml:trace contextRef="#ctx0" brushRef="#br0" timeOffset="74317.35">16252 10946 863 0,'0'0'159'15,"0"0"43"-15,0 0-40 16,0 0-55-16,0 0-48 15,0 0-46-15,60-12-7 16,12-5-6-16,0 0-72 16,-7 0-145-16,-2 0-387 15</inkml:trace>
  <inkml:trace contextRef="#ctx0" brushRef="#br0" timeOffset="77242.96">17199 11701 906 0,'0'0'145'0,"0"0"-14"0,0 0-10 15,0 0-12-15,0 0-48 16,0 0-25-16,0 0-18 15,0 5-8-15,0 39 13 16,0 12 13-16,0 9-18 0,0 3 11 16,0-1-16-1,0-3 4-15,0-9-16 0,0-10 4 16,0-11-5-16,5-12 0 16,-5-8 0-16,0-10 0 15,0-2-4-15,7-2 8 16,-7 0-1-16,0-13 1 15,15-14 4-15,2-7-8 16,2-7 3-16,0-4-3 16,10-3-1-16,-7-4 1 15,14 2 0-15,-15 9 0 16,-1 7-2-16,-6 10 4 16,-7 11-2-16,-7 7 0 15,0 6 2-15,0 0-2 16,0 0-5-16,0 9 4 0,-19 11 1 15,-12 8-1 1,0 5-3-16,-1-2 2 0,6 2 2 16,4 1 0-16,15 0-2 15,-3-5 1-15,10-5 2 16,0-7 0-16,0-4-1 16,17-2-9-16,12 4 6 15,-2-4 3-15,9 3 4 16,-3-2-4-16,3 2 0 15,8 6 0-15,-8-2 0 16,-10 5 2-16,3 1-3 16,-10 2 2-16,-7-3-1 0,-2-2 1 15,-8-5 1 1,3-9-2-16,-3-2-1 0,3-5-1 16,-2 0-40-16,-3 0-63 15,7-9-45-15,-2-15-91 16,9-5-182-16</inkml:trace>
  <inkml:trace contextRef="#ctx0" brushRef="#br0" timeOffset="77420.09">17868 12113 818 0,'0'0'215'0,"0"0"-57"0,0 0-59 0,0 0-34 16,0 0-40-16,0 0-23 15,156-35-2-15,-122 30 0 0,-3 2-43 16,-12 3-107-16,3 0-317 16</inkml:trace>
  <inkml:trace contextRef="#ctx0" brushRef="#br0" timeOffset="77568.52">17950 12314 907 0,'0'0'152'0,"0"0"26"16,0 0-73-16,0 0-67 0,0 0-37 16,0 0-1-1,185-46-7-15,-135 28-83 16,1 0-157-16,-3-5-486 0</inkml:trace>
  <inkml:trace contextRef="#ctx0" brushRef="#br0" timeOffset="77983.63">18565 11991 939 0,'0'0'127'0,"0"0"43"16,0 0-31-16,0 0-33 16,205-70-40-16,-155 62-32 15,-2 3-5-15,-12 5-12 16,-4 0-13-16,-13 11 1 15,-5 12-4-15,-9 9 3 0,-5 7-4 16,0 3 3-16,0-3-3 16,0-3 0-16,0-8 0 15,0-3-2-15,24-8 0 16,10-4-1-16,9-3-3 16,-2-1-3-16,-5-1 2 15,0 0 4-15,-7 1 3 16,-10-1-2-16,-12 1 2 15,3-2-3-15,-10 0 2 16,0 2 1-16,0-1 4 16,-36 3 0-16,-10 0 13 15,-7-4-11-15,-7-1 1 0,-7-1-5 16,-3 0-2 0,5-4-29-16,8 2-99 0,-1-3-164 15,5 0-764-15</inkml:trace>
  <inkml:trace contextRef="#ctx0" brushRef="#br0" timeOffset="81025.34">22146 6328 559 0,'0'0'142'0,"0"0"-34"0,0 0-27 15,0 0-18-15,0 0 5 16,0 0-25-16,0 0 9 16,0 0-7-16,-36-45-11 15,28 39-5-15,-6 3-1 16,4 0 13-16,-4 0-16 15,-5-2-3-15,7-1-2 16,-10 5-9-16,0-4 10 16,-2 2-5-16,-2 2-7 15,-1-2-4-15,-4 1 4 16,2-3 11-16,-2 5-8 0,-7-1-2 16,2 1 2-1,-5 0-5-15,0 0 0 0,5 0-6 16,0 0 0-1,2 1-1-15,-2 6 1 16,0-3-1-16,2 7 0 0,3-2 0 16,-8 0-1-16,8 4 1 15,-3-3 0-15,8 2 1 16,-5-1-1-16,4 0-1 16,6 1 1-16,-8-3 1 15,17 3 1-15,-7 2 3 16,-5 3-2-16,7 0-2 15,-10 3-1-15,8 0 0 0,0 0 6 16,2 6-6 0,-2-2 4-16,2 0-2 0,2 3 4 15,8-3-5-15,7 2 1 16,0-1-1-16,0 0 0 16,0 0 0-16,0-2-1 15,0 1 0-15,0-1 4 16,15-3-8-16,9 0 9 15,-5-3-4-15,7 1 0 16,-4-6-1-16,17 2 0 16,-8-2-1-16,5-2 1 15,5-2 1-15,-3 1 0 16,-4-2-1-16,9-1 0 16,0-2 1-16,8-4 2 0,-5 0 1 15,-3 0 0-15,-2 0-7 16,-5 0 3-1,5 0 0-15,4 0 2 0,3-8 6 16,5-5-6-16,-7 0-2 16,5 0-3-16,-6-1 3 15,-9 1 1-15,-2-1-1 16,-8 2 2-16,1-2-2 16,2 1 0-16,-3-2 0 15,-4-2 2-15,-1-1-2 16,-1-2 9-16,-3 2-5 15,-5-3-1-15,-3 1 6 16,-6 1 17-16,-3-1 4 0,0-4-11 16,0 3 0-16,-24-3-7 15,-13 1 15-15,4 0-23 16,-10 1 15-16,-6 1-8 16,6 5-5-16,-10 2-6 15,-7 3 1-15,5 2-1 16,-3 2-2-16,0 6 1 15,6 1-5-15,1 0-32 16,8 1-57-16,-1 13-51 16,16-1-99-16,1 1-267 15</inkml:trace>
  <inkml:trace contextRef="#ctx0" brushRef="#br0" timeOffset="82794.12">1435 7223 703 0,'0'0'142'0,"0"0"4"0,0 0-22 0,0 0-36 15,0 0-27-15,0 0-31 16,-86 15-10-16,86-15 10 15,0 0-1-15,50-15-4 16,22-9 8-16,12-9-14 16,8 0-13-16,-1-2-3 15,-9 4-3-15,-12 2 1 16,-18 5 1-16,-23 7-1 0,-5 5-1 16,-21 4 0-16,-3 2 3 15,0 2-1-15,-7 1-2 16,-25-1-5-16,-13 2 2 15,-3 0 3-15,11-3 0 16,11 5 1-16,12-6-2 16,9 5 1-16,0-2 0 15,5 2 0-15,0-1 3 16,0 1-4-16,7-5 1 16,32 3-4-16,16-1 4 15,0 4 1-15,-4 0-1 16,-6 0-3-16,-6 11 3 15,-3 7 0-15,-5 6-3 16,-14 7 2-16,-10 6 1 16,-7 9-2-16,0 5-37 0,0 6-71 15,0-3-135-15,-12-2-302 16</inkml:trace>
  <inkml:trace contextRef="#ctx0" brushRef="#br0" timeOffset="87937.14">4222 9570 719 0,'0'0'244'0,"0"0"-119"0,0 0 12 16,0 0-29-16,0 0-63 16,0 0-30-16,0 0 1 15,0 0 6-15,-14-4-7 16,14 4 0-16,0 0 1 16,0 0 1-16,0 0-1 15,0 0-3-15,0 0-2 16,0 0-2-16,0 0 2 0,0 0 2 15,0 0 16 1,-8-7 4-16,8-4-2 0,-12-11-21 16,3-1-5-16,-13-5-5 15,-4-5 0-15,-10 1 0 16,-1-2 1-16,4 10 0 16,-3 4 0-16,17 8 11 15,2 3-2-15,2 6 7 16,10 3-8-16,-2 0-7 15,0 0-2-15,-7 16-10 16,-8 20 9-16,-5 14-2 16,6 9 3-16,6 13 2 15,3 6-2-15,12 6 0 16,-9 6 0-16,9 0 6 0,0-3 6 16,0-8-7-1,0-9 2-15,0-9 11 0,0-7-10 16,0-13-2-16,0-13-2 15,0-8-2-15,0-10 0 16,0-9 0-16,0-1 2 16,0 0 2-16,0 0 1 15,0-4 4-15,0-10-11 16,-7-6-23-16,-13-1-33 16,6 1-36-16,7-6-64 15,7 1-65-15,0-3-140 16</inkml:trace>
  <inkml:trace contextRef="#ctx0" brushRef="#br0" timeOffset="88932.04">3587 9994 940 0,'0'0'179'0,"0"0"-41"0,0 0-44 16,0 0-55-16,0 0-30 15,0 0-7-15,116-76 15 16,-76 62-17-16,1-4 9 16,7 5 0-16,-2 0-9 15,2 4 0-15,-4 4 1 0,6-1 3 16,-4 6-3 0,-3 0 6-16,0 0-2 0,1 0 0 15,-8 15-2 1,0 4 5-16,-17 2-1 0,-2 1-1 15,-15 2-1-15,-2-4 5 16,0-3-5-16,0-6 3 16,-5-6 4-16,-9-2 8 15,7-3 2-15,-3 0 13 16,-2 0-7-16,5-10-19 16,-8-4-2-16,15-6-6 15,0-3-1-15,0 0 0 16,15 0 0-16,14 5 0 0,-3 3 0 15,5 4-1 1,-7 5 0-16,1 3 0 0,-1 3-3 16,0 0-1-1,2 0 3-15,-4 16 2 0,-5 3 0 16,-3 1 0-16,-2 1 2 16,-5-1 1-16,-7-2-3 15,7-1 0 1,3-1 0-16,-10-3 1 0,5-4 0 15,2-4-2-15,-7-4 1 16,5-1-1-16,-3 0 1 16,5 0 0-16,5 0 1 0,-2-6 0 15,12-9 0 1,-3 0 1-16,3-5 1 0,6 2-2 16,-8-4-1-16,-3 2 0 15,2 1 3-15,-2 3-3 16,-5 5 0-16,-12 4 0 15,7 4 7-15,-7 3-2 16,0 0 4-16,0 0-9 16,5 0-2-16,4 8 0 15,-4 10 2-15,2 2 2 16,3-3 3-16,-3 3-5 16,5-5 2-16,3-2-2 15,1-4 1-15,-4-2-3 16,3-6 2-16,4-1 0 15,-2 0 0-15,9 0 1 16,-4-15 0-16,7-2 0 16,-10-3 0-16,-2 1 1 0,-10 2-2 15,5-2 2 1,-5 6 1-16,-7 5-2 0,10 2-1 16,-10 6 0-16,0 0 0 15,0 0 11-15,0 0-11 16,5 12 3-16,-5 3 3 15,7 7 8-15,5-2-7 16,-2 0-5-16,-3-5 1 16,3 0-2-16,-8-1-1 15,0-4-1-15,-2-5-13 16,0-2-26-16,0-3-57 16,0 0-54-16,0 0-26 0,-2-12-167 15,-17-10-265-15</inkml:trace>
  <inkml:trace contextRef="#ctx0" brushRef="#br0" timeOffset="89066.62">4972 9723 430 0,'0'0'291'0,"0"0"-41"0,0 0-98 15,0 0-34-15,0 0-47 16,0 0-52-16,-9-74-19 16,9 74-27-16,21 0-88 15,20 0-101-15,-5 0-90 16,5 0-157-16</inkml:trace>
  <inkml:trace contextRef="#ctx0" brushRef="#br0" timeOffset="89282.61">4972 9723 527 0,'267'-107'209'0,"-260"103"37"16,1 4-96-16,-8 0-10 15,0 0-72-15,7 1-37 16,5 15 46-16,9 8 9 16,-6 6-43-16,-8 9 0 15,-7 5-9-15,0 4-32 16,0 1 2-16,0-8-4 15,0-7 0-15,7-8 0 16,13-11-1-16,-4-7 0 16,4-4-1-16,-4-4-6 0,4 0-57 15,6-6-13 1,-2-12-54-16,-12-4-75 0,-7 2-172 16</inkml:trace>
  <inkml:trace contextRef="#ctx0" brushRef="#br0" timeOffset="89446.26">5280 9830 707 0,'0'0'270'0,"0"0"-112"16,0 0-31-16,0 0-50 15,0 0-54-15,0 0-4 16,79-36-6-16,-28 26-8 16,-3 0-1-16,0 2-4 15,3 1-9-15,-11 4-42 16,-4 1-132-16,-9 2-275 15</inkml:trace>
  <inkml:trace contextRef="#ctx0" brushRef="#br0" timeOffset="91785.23">3844 10960 935 0,'0'0'112'0,"0"0"67"0,0 0-48 15,0 0-26-15,0 0-15 16,0 0-35-16,3-86-28 16,4 97-25-16,10 21 2 15,2 20 0-15,-4 16 32 16,-6 13-9-16,-9 11-10 15,0 0-2-15,0-13-9 0,0-11-4 16,-17-22-2 0,10-17 0-16,7-13 0 0,0-10 1 15,0-5-1-15,-7-1 6 16,-7-4 6-16,-15-22 11 16,-12-15-22-16,5-13 0 15,-5-18-1-15,-2-10 0 16,16-8 0-16,10-1-1 15,17 8-1-15,0 10 2 16,22 14-2-16,24 13 0 16,-6 12 0-16,1 14-4 15,-5 11 3-15,0 9-5 16,-2 0-2-16,9 20 5 16,-9 20 4-16,-17 9 1 0,-17 10-1 15,-10 2 1-15,-38-4-1 16,0-4 0-16,2-12-17 15,6-9-3-15,11-8-13 16,17-11-11-16,4-6-25 16,8-7-29-16,0 0 16 15,8-9 8-15,33-16-11 16,11-7 14-16,9-3-9 16,-4 2 39-16,6 2 28 15,-8 5 13-15,0 5 2 16,-9 6 24-16,-5 7 24 15,2 5-6-15,-14 3 1 16,-2 0 1-16,1 12-20 0,-13 9 12 16,-8 1 4-16,-7 1-18 15,0-8-13-15,0-2-7 16,0-9-2-16,0-4 0 16,0 0 2-16,0-1 8 15,0-18 0-15,15-6-11 16,11 2 1-16,10 1 1 15,-2 10-2-15,-3 4 1 16,-12 6 8-16,10 2-9 16,0 0 1-16,0 0 0 15,-10 10-1-15,3 0 0 16,-1 1 1-16,-1-2 1 0,-6-3-2 16,-4-1 0-1,-6-2-2-15,-1-3 2 0,2 0 0 16,-5 0 4-16,0-12 8 15,0-5-11-15,0-3-1 16,0 5 0-16,-5-1 7 16,-12 6-7-16,3 4 1 15,1 6 11-15,-3 0 10 16,-1 0-14-16,0 7-8 16,3 9-7-16,9-1 7 15,5-1-2-15,0-4-3 16,0-2 0-16,19-5-13 15,15-3 9-15,4 0-4 0,13 0 4 16,-6-18-8 0,6-2 14-16,-3-3-1 0,-12-4-4 15,-5 1-1-15,-19 2 0 16,-5-3 9-16,-7-2 1 16,0 2 12-16,0 3 19 15,0 5 0-15,-7 9 17 16,7 5-5-16,-7 5 5 15,2 0-6-15,-12 7-33 16,10 17-7-16,0 4 2 16,2 8-4-16,5 3-1 15,0 2 1-15,0 2-1 0,0-6 0 16,12-6-7 0,17-7 3-16,0-6-14 0,7-10-2 15,-10-8-10-15,8 0 7 16,-3 0 13-16,3-23 10 15,2-5-1-15,-2-4 6 16,-10 0-5-16,-12 4 0 16,5 7 2-16,-17 8 14 15,0 6 1-15,0 6 30 16,0 1-4-16,0 0-29 16,0 8-9-16,-29 12-1 15,7 6-3-15,8 1-1 16,6-4 0-16,8 1-4 0,0-10 4 15,0-1-2 1,17-4-5-16,3-6-3 0,6-3 0 16,10 0-7-16,0 0-2 15,-2-12 14-15,2-2 3 16,-7-2-2-16,2 2 4 16,-7 5-1-16,-2 4 0 15,-3 5 1-15,-2 0-3 16,2 0 3-16,-5 2-6 15,10 7 4-15,-4-2 2 16,-13-3 0-16,5 2-2 16,-5-6 2-16,3 0 0 15,-10 0 2-15,5 0-1 16,2 0-1-16,7-6 6 0,1-2-4 16,6 1-2-16,8 2 0 15,-7 3 0-15,-3 2 0 16,-5 0 0-16,1 0 0 15,-8 0-1-15,12 0 1 16,-4 1 0-16,2 3 1 16,2-4-1-16,5 0 0 15,-12 0 0-15,2 0 0 16,-2 0 1-16,5 0 2 16,2-12 0-16,13-3 2 15,-1 2-3-15,-7 3 0 16,-2 5 2-16,-10 5-2 15,-5 0 2-15,7 0-4 16,1 0 1-16,6 4 2 16,1 6 0-16,0 2 4 0,-1-1-6 15,-9 2 0-15,-5-2-1 16,-7 3-24-16,0-4-67 16,0-1-73-16,-14-4-175 15</inkml:trace>
  <inkml:trace contextRef="#ctx0" brushRef="#br0" timeOffset="91952.22">5376 10652 1070 0,'0'0'244'0,"0"0"-97"0,0 0-18 0,0 0-87 0,0 0-42 16,0 0-2-16,-48-61-60 15,48 61-158-15,-26 21-151 16</inkml:trace>
  <inkml:trace contextRef="#ctx0" brushRef="#br0" timeOffset="92100.75">4590 10903 810 0,'0'0'384'0,"0"0"-305"15,0 0 16-15,0 0-49 16,197-55-34-16,-106 46-12 0,-6 0-4 16,-6 5-115-16,-19 4-496 15</inkml:trace>
  <inkml:trace contextRef="#ctx0" brushRef="#br0" timeOffset="92780.73">4525 11866 798 0,'0'0'165'0,"0"0"-34"0,-91-88 17 0,47 60-40 0,-9 5-31 16,8 7-24-16,4 9 28 15,-10 7-20-15,3 2-40 16,-9 27-15-16,6 17-5 16,-4 15-1-16,16 18 8 15,3 18 7-15,12 15-4 0,12 11 6 16,12-1-8 0,0-6 4-16,0-8 1 15,0-11 0-15,12-12 6 0,12-8-4 16,-12-15-8-16,-5-14-7 15,5-15 2-15,-7-13-1 16,-5-13-2-16,0-7 3 16,0 0-1-16,0 0 7 15,-5-7-6-15,-26-11-3 16,0-4-43-16,-3-4-32 16,13-2-77-16,1-5-53 15,4-3-82-15,8-5-159 16</inkml:trace>
  <inkml:trace contextRef="#ctx0" brushRef="#br0" timeOffset="93642.82">3628 12503 951 0,'0'0'128'16,"0"0"8"-16,0 0 2 15,51-88-75-15,18 59-28 16,15 0-6-16,3 1 14 15,4 8-14-15,-6 8-22 16,-16 5 1-16,-11 7-3 16,-3 0-5-16,-11 11 0 15,-16 13 1-15,-4 5-1 16,-21 3 0-16,-3 3 1 0,0-1 2 16,-15-10-2-1,-9-5-1-15,8-12 2 0,-1-4 1 16,0-3 6-16,2-3 3 15,11-17-4-15,4-10-7 16,0-4-1-16,19-1-5 16,31 3 4-16,-11 7 0 15,-3 9-2-15,0 7 3 16,0 8-3-16,-2 1-4 16,-3 0 4-16,3 11-1 15,-8 9 3-15,-4-3 1 16,-8 1 0-16,1-7-1 15,-3-2 1-15,-5-7-7 0,-5-2 3 16,8 0 1 0,-5 0-1-16,9-17 3 0,5-3 1 15,-4 0-1-15,6 0 1 16,-6 10 1-16,-8 5-1 16,0 3 0-16,-2 2 0 15,2 0-6-15,10 6-1 16,2 5 6-16,-4 2 2 15,6-6-1-15,3 0 0 16,-9-3-1-16,-3-2 1 16,0-2 0-16,2 0 0 15,-6 0 0-15,13-6 1 16,1-10 1-16,0 0-3 0,-1 4 2 16,-9 5 5-16,-5 5-6 15,3 2-5-15,-5 0 2 16,2 0 2-16,15 5-2 15,-5 5 2-15,-5-4 1 16,2-1 0-16,-2 1-1 16,-5-6 2-16,3 0 0 15,2 0 3-15,2 0-4 16,1-12 0-16,6-3 0 16,-1-5 0-16,4-3 0 15,-12 3 1-15,9 4 0 16,-14 6 3-16,-2 6 1 15,0 4 8-15,-2 0-11 16,4 6 1-16,7 9 10 0,-2 5 10 16,-2 3-11-16,-10-2-4 15,0 2-8-15,0-8 0 16,0-4-62-16,0-4-78 16,0-5-53-16,0-2-138 15</inkml:trace>
  <inkml:trace contextRef="#ctx0" brushRef="#br0" timeOffset="93980.86">5189 12035 992 0,'0'0'107'0,"0"0"16"0,0 0-62 0,0 0-61 0,0 0-12 15,0 0-91-15,0 0-43 0,113-26-124 16,-70 26 79-16,-2-3-13 15,-5-5 204-15,-7 1 62 16,-8-1 135-16,-9 5-42 16,5 3 44-16,-12 0-68 15,5 0-5-15,-6 15-48 16,4 12 15-16,-1 6-21 16,0 11-27-16,3 9-5 15,-5 1-21-15,2 1-7 16,5-3-12-16,2-11 4 15,1-9-7-15,6-14 3 16,13-7-5-16,2-11-4 16,0 0-52-16,15-16-44 0,-18-12-87 15,3-3-219-15</inkml:trace>
  <inkml:trace contextRef="#ctx0" brushRef="#br0" timeOffset="94141.56">5583 12177 595 0,'0'0'421'16,"0"0"-264"-16,0 0-2 16,0 0-102-16,0 0-35 15,0 0-1-15,99-21-9 0,-49 10-6 16,13-3-2-16,-1 2-62 16,-14-2-249-16</inkml:trace>
  <inkml:trace contextRef="#ctx0" brushRef="#br0" timeOffset="97641.79">6098 9756 168 0,'0'0'854'0,"0"0"-652"0,0 0-61 0,0 0-45 0,0 0-21 16,0 0-39 0,0 0-12-16,-70 3-12 0,70-1-5 15,0 1-7-15,0 0-3 16,21 4 2-16,28 3 0 15,3 6 1-15,18 6 6 16,-7 7-3-16,16 8-3 16,-2 13 0-16,12 12-3 15,2 13 3-15,-4 6 7 16,-3 12-7-16,-2-3 0 16,-15-3-5-16,-4-9 12 15,-8-13-8-15,-9-10 4 16,-5-14-3-16,-8-7 0 15,-9-7 0-15,-12-7 0 16,3-6 0-16,-8-5-4 0,0-6 7 16,-7-3-3-16,12 0 0 15,-12 0 0-15,5 0 1 16,-3 0 5-16,6-12-5 16,1-3 4-16,3-4-3 15,-5-2-1-15,-4 3 1 16,-3-5-2-16,0-5 2 15,0 0-2-15,-15-5 2 16,-11 1-1-16,-5 3-1 16,2 8 0-16,7 9 0 15,3 5 4-15,14 3-4 16,-4 4 24-16,9 0-2 16,0 0-7-16,0 0-13 0,0 0-2 15,4 7-5-15,40 9 4 16,13 0 1-16,8 4 3 15,-2 0-3-15,-1 2 0 16,-11-2 0-16,-10-3-1 16,-20-1 1-16,-6 1 0 15,-15 1 0-15,0 3 0 16,-22 8-2-16,-33 7-3 16,-25 5-37-16,-11 3-59 15,0 8-79-15,-15-3-101 16,7 1-301-16</inkml:trace>
  <inkml:trace contextRef="#ctx0" brushRef="#br0" timeOffset="98272.28">6550 12113 948 0,'0'0'234'0,"0"0"-158"0,0 0 37 0,0 0-4 0,0 0-52 0,0 0-39 15,-92 34-10-15,136-56 22 16,28-16-6-16,24-14 5 16,24-12-22-16,0-8-6 15,5-5-1-15,-7-4 1 16,-22 9-1-16,-26 6 0 15,-19 19 0-15,-30 11 1 16,-21 12-1-16,0 8 3 0,-21 11-1 16,-23 1-3-16,-4 4 1 15,-2 0-2-15,16 0 2 16,12 0 1-16,15 0 3 16,7 0-2-16,0 0 0 15,0 0-2-15,0 0-1 16,19 0 0-16,25 0 1 15,11 0-5-15,-4 0 5 16,6 0 5-16,-9 13 0 16,3 5 1-16,-15 4 5 15,-17 8-1-15,-12 7 1 16,-7 10-7-16,-7 6-4 0,-27 0 0 16,3-6-44-1,5-11-63-15,4-14-95 0,10-16-102 16,12-6-227-16</inkml:trace>
  <inkml:trace contextRef="#ctx0" brushRef="#br0" timeOffset="98720.3">8165 10638 971 0,'0'0'172'0,"0"0"-8"0,0 0-56 0,-96-109 4 0,67 82-39 16,8 6-20-16,4 10-7 16,-2 2-1-16,12 9 3 15,-5 0-24-15,-10 4-13 16,-2 27-10-16,5 14 4 15,14 17-5-15,5 17 2 16,0 11-1-16,5 14-1 16,16 9 1-16,6-2-2 15,-6 3 5-15,11-4 7 16,-20-5 4-16,0-10 9 16,-12-11-12-16,0-13 9 0,0-15 3 15,0-20-8-15,0-16-7 16,0-11-8-16,0-9 0 15,-20 0 14-15,-8-6-15 16,-6-15-53-16,-9-4-31 16,7-5-67-16,2-7-114 15,12-4-115-15,8-3-353 16</inkml:trace>
  <inkml:trace contextRef="#ctx0" brushRef="#br0" timeOffset="99466.31">7677 11352 830 0,'0'0'232'16,"0"0"-78"-16,0 0-28 0,24-110-55 16,32 75-34-16,11 1-11 15,5 7-10-15,0 7-11 16,-2 8-5-16,-12 9 1 16,-3 3-2-16,-12 4 1 15,-2 18 0-15,-12 5 8 16,-12 8 2-16,-17-1 0 15,0-6-3-15,0-4-5 16,0-9-1-16,0-9-1 16,0-6 0-16,0 0 5 0,0-2 17 15,0-22 16 1,0-7-38-16,0-1 0 16,12-6 2-16,22 7 1 0,2 0 2 15,0 5-1-15,0 9-4 16,-7 8 3-16,0 7-8 15,-3 2 12-15,0 0-7 16,3 16 1-16,-5 7-1 16,-12 1 0-16,3 0 1 15,4-3 1-15,-2-7 0 16,-5-5-2-16,-5-6 0 16,0-3 0-16,3 0 0 15,2-10 0-15,10-13 0 16,-1-7 0-16,1 7 0 15,-10-1 0-15,2 4 0 0,-4 7 1 16,-5 2 1-16,2 5 7 16,-7 5 8-16,7 1-2 15,0 0-7-15,8 1-8 16,14 13 5-16,-8 2 4 16,-1 4-8-16,1-3 4 15,1-1-5-15,-8-4-2 16,-2-3-22-16,-5-4-14 15,1-5-32-15,-1 0 0 16,3 0 15-16,-3-5 30 16,-2-12 10-16,2-1 7 15,-7-3 7-15,7 3-1 0,3 0 2 16,-10 9 11 0,0 2 39-16,4 1 30 15,-4 6-11-15,0 0-29 0,8 0-31 16,4 0-7-16,4 10-1 15,13 4 4-15,-9 2-5 16,-4 4 0-16,-16 2-1 16,0-2-42-16,0-3-128 15,0-8-77-15,0-7-300 16</inkml:trace>
  <inkml:trace contextRef="#ctx0" brushRef="#br0" timeOffset="99599.2">9014 10853 629 0,'0'0'487'0,"0"0"-305"0,0 0-113 15,0 0-69-15,0 0-106 0,0 0-243 16</inkml:trace>
  <inkml:trace contextRef="#ctx0" brushRef="#br0" timeOffset="99848.14">9332 10707 987 0,'0'0'285'0,"0"0"-138"16,0 0 50-16,0 0-118 15,0 0-45-15,0 0-16 0,26 42 15 16,-11 10-2 0,1 12-14-16,-16 7-11 0,10 0-3 15,4-8-3-15,-2-13 0 16,15-15-3-16,-1-9-7 15,15-15-9-15,3-9-9 16,4-2-6-16,-3-10-10 16,-4-15-37-16,0-5-107 15,-12 0-59-15,-12-2-327 16</inkml:trace>
  <inkml:trace contextRef="#ctx0" brushRef="#br0" timeOffset="99997.18">9380 10970 974 0,'0'0'285'0,"0"0"-129"16,0 0-43-16,0 0-83 15,0 0-29-15,0 0-1 16,161-76-5-16,-101 58-3 16,-5 7-75-16,-14 0-61 15,7 7-197-15</inkml:trace>
  <inkml:trace contextRef="#ctx0" brushRef="#br0" timeOffset="100328.55">8175 11930 1374 0,'0'0'120'0,"0"0"-13"16,0 0-2-16,0 0-43 15,0 0-46-15,197-71-7 16,-28 15 14-16,21-6-19 16,14 4-3-16,8 4 0 15,-30 8 0-15,-33 13 2 16,-50 13-3-16,-44 9-2 15,-31 7 0-15,-16 2 2 16,-4 1 0-16,-4 1-4 0,0 0-28 16,0 0-59-16,-43 5-76 15,-15 10-186-15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5T09:28:13.3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12549 4327 650 0,'0'0'83'0,"0"0"24"0,0 0 0 0,0 0 12 16,0 0-32-16,0 0-49 15,0 0 15-15,0-45-35 16,0 45-2-16,10 0-16 16,9 0 7-16,0 1 5 15,15 9 7-15,-5 3-1 16,-5-1-8-16,2 4 8 16,8-1-13-16,-8-1 5 15,-2 1-1-15,-2-1 8 16,0-6-1-16,-1 0-13 15,-2-5 10-15,3-1 1 0,9-2 0 16,8 0 10 0,19-12 1-16,21-16 11 15,7-8-28-15,11-4-5 0,1-4 5 16,-9 0-6-16,-9 4-3 16,-8 3 1-1,-10 4-33-15,-11 4-36 0,-18 3-67 16,-16 4-107-1,-17 4-402-15</inkml:trace>
  <inkml:trace contextRef="#ctx0" brushRef="#br0" timeOffset="10297.64">10007 5886 701 0,'0'0'144'0,"0"0"-76"0,0 0-12 0,0 0 33 16,0 0-58-16,0 0 32 15,193 9 25-15,-68-9-36 16,24 0-19-16,12-4-12 16,5-5-8-16,-5 3-8 15,5 1 0-15,-17 2-5 0,-22-1 2 16,-11 2 0-16,-27 2-1 15,-17-3-1-15,-22 3 4 16,-13 0-2 0,-18 0-2-16,-7 0 0 0,-7 0-7 15,-5 0 6-15,2 0-1 16,5 0-26-16,3 3-32 16,4 6-76-16,6-4-119 15,16-3-239-15</inkml:trace>
  <inkml:trace contextRef="#ctx0" brushRef="#br0" timeOffset="10957.18">14615 5814 979 0,'0'0'52'0,"0"0"78"0,0 0-16 0,0 0-47 15,0 0-31-15,0 0-15 0,-82 8-17 16,82-3-3 0,12 0 1-16,50-3 7 0,39 0 17 15,41-2 10-15,17 0-22 16,12-7-11-16,-8-4-3 15,-16 0-4-15,-13 2 4 16,-11 1 1-16,-15 3 0 16,-14 1-2-16,-15-1 2 15,-30 1-3-15,-13 4 2 16,-15-3-1-16,-9 2 1 16,-12 1 0-16,0 0-11 15,0 0 1-15,0 0-25 0,0 0-22 16,0 6-47-1,0-2-98-15,24-4-237 16</inkml:trace>
  <inkml:trace contextRef="#ctx0" brushRef="#br0" timeOffset="13727.89">9438 6894 909 0,'0'0'52'0,"0"0"-9"0,0 0 46 0,0 0-7 16,0 0-52-16,0 0-10 16,0 0 17-16,163 11 21 15,-57-11-15-15,19 0-11 16,17 0 4-16,19 0-14 0,22-4 3 16,-1-3-15-16,3 2 3 15,1-3-7-15,1 4 1 16,-6 1 0-16,-16 1-4 15,-1 2 3-15,-10 0-6 16,7 0 8-16,-5 6-5 16,-9 5-2-16,-12-2-1 15,-13-2-1-15,-6-2 1 16,-6-4 1-16,3-1-1 16,0 0 0-16,0 0 1 0,-2 0 7 15,-5 2-1 1,-5-2-2-16,-10 0 19 15,-14 1-19-15,-14-1 3 16,-3 2-7-16,-15 0 2 0,-1-2 1 16,-8 2 4-16,-17-1-8 15,-12 0 6-15,0 1-6 16,1-1 0-16,-8 2 0 16,0-1 2-16,0-2-2 15,0 0 5-15,0 0-6 16,0 0 2-16,0 0-2 15,0 0-7-15,0 3-44 16,-22 4-59-16,-26 1-62 16,-12 0-159-16</inkml:trace>
  <inkml:trace contextRef="#ctx0" brushRef="#br0" timeOffset="29952.8">5790 8400 826 0,'0'0'183'0,"0"0"-28"0,0 0-68 0,0 0-3 15,0 0-18-15,0 0-28 16,0 0-21-16,-94 13 3 15,94-10-14-15,31 4 25 16,25-2 13-16,21-1-1 16,26-3-16-16,17-1-8 15,20 0-4-15,-1 0-11 16,3 0-4-16,-17 0 0 16,-5 0 4-16,-14 0-3 0,-10-1-1 15,-24 1 0-15,-7-2 5 16,-24 2-5-16,-12 0-1 15,-15 0 0-15,-9 0 1 16,-2 0-4-16,-3 0 4 16,0 0 7-16,0 0-7 15,0 0-7-15,0 0-6 16,-8 0-10-16,-11 0-67 16,-5 7-77-16,10-1-65 15,14-3-305-15</inkml:trace>
  <inkml:trace contextRef="#ctx0" brushRef="#br0" timeOffset="31063.96">11265 8318 694 0,'0'0'133'0,"0"0"-2"0,0 0-6 0,0 0-10 15,0 0-36-15,0 0-30 16,-65 0-16-16,65 0-8 15,0 0-2-15,0 0-14 16,7 3-2-16,49 0 24 16,9 0 0-16,11-2 7 15,9-1-22-15,-6 0-10 0,3 0 5 16,4 0 1 0,-2 0 0-16,1 0-3 0,-8-3-4 15,-10 2-1-15,-19-2-4 16,-12 3 0-16,-14 0-2 15,-18 0 0-15,-4 0 2 16,8 0 0-16,-8 0 0 16,0 0 0-16,0 0-9 15,0 0-45-15,0 0-47 16,0 0-86-16,0 0-163 16,19 0-266-16</inkml:trace>
  <inkml:trace contextRef="#ctx0" brushRef="#br0" timeOffset="33733.48">5823 9822 821 0,'0'0'97'0,"0"0"-48"0,0 0 72 16,0 0-9-16,0 0-46 16,0 0-14-16,0 0-21 15,-182-8-1-15,182 8-1 16,0 0-8-16,0 0-4 15,0 0-8-15,0 0-4 16,0 0-5-16,12 0 0 16,31 3 3-16,15 6 14 0,11-7 4 15,18 1 5 1,4-3-16-16,15 0-6 0,0 0 7 16,7 0-5-16,-14-1-3 15,-8-6-3-15,-14 4 0 16,-15 2-1-16,-18-1 0 15,-8-1 1-15,-15 3 2 16,-6 0 1-16,-10 0 2 16,-5 0-5-16,0 0 1 15,0 0 5-15,0 0 1 16,0 0-4-16,0 0-3 16,0 0-5-16,0 0 5 15,0 0 0-15,0 0-13 16,0 0-43-16,9 0-59 0,-4 0-23 15,17 0-103-15,-1 0-203 16</inkml:trace>
  <inkml:trace contextRef="#ctx0" brushRef="#br0" timeOffset="37151.37">4972 10655 893 0,'0'0'71'0,"0"0"-27"0,0 0 39 0,0 0 4 15,0 0-33-15,0 0-23 16,0 0-25-16,-29 1-6 16,92-1 2-16,9-11 17 0,10-2 7 15,4 5-16-15,3-1-3 16,-9 0-3-16,-3 0 3 15,-5 3-7-15,-15 0 0 16,-8 1 0-16,-9 2 2 16,4 0-2-16,-8 0-23 15,7 3-78-15,-12 0-146 16,-14 0-226-16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5T09:29:18.3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13090 13409 621 0,'0'0'303'0,"0"0"-155"0,0 0-20 0,0 0-18 15,0 0-13-15,0 0-48 16,0 0-10-16,0 0 1 16,-62 0-13-16,62 0-8 15,0 1-17-15,9 0 8 16,37-1-10-16,24 3 34 16,9-3-3-16,15 0-14 0,4 0-4 15,-9 0-13 1,-2 0 4-16,2-3-2 0,-10 1-2 15,0 0 1-15,-4 2 0 16,-3-2 1-16,-2 2 2 16,-5-2-3-16,-10 2 0 15,-4 0 1-15,-15 0-2 16,-3 0 1-16,-11 0 0 16,7 0 5-16,-17 0-6 15,2 0 2-15,1 0 0 16,-8 0-3-16,0 0 2 15,0 0 0-15,3 0 2 16,-5 0-2-16,-5 0 2 16,0 2-2-16,0-2 0 15,0 0 6-15,0 0-7 0,0 0 8 16,0 0 2-16,0 0 9 16,0 0-10-16,0 0-2 15,-24-5-4-15,-10-4-3 16,-14 1-1-16,0 1-1 15,-5 1 0-15,10 4 2 16,4 0-1-16,10-1 1 16,8 1 1-16,2-1 0 15,4 1-1-15,8 0 0 16,4 1 1-16,3 1-1 0,0 0 0 16,0 0 0-16,0 0-8 15,10 0-3 1,24 0 10-16,23 0-2 0,-1 0 3 15,6 0 3-15,-4 0-3 16,-7 0 1-16,-11 0-1 16,4 0 5-16,-15 6-5 15,-3 5-2-15,-9 4-3 16,0-2 4-16,-8 3-4 16,-9-1 5-16,0 0-2 15,0 4 5-15,0 1-6 16,-14-1 5-16,-17 6-4 15,-3-2-2-15,-7-2-35 0,0-1-30 16,5-4-26 0,0-3-46-16,2-5-43 0,5-3-155 15</inkml:trace>
  <inkml:trace contextRef="#ctx0" brushRef="#br0" timeOffset="7083.3">5028 12025 192 0,'0'0'426'0,"0"0"-295"0,0 0 33 16,0 0-26-16,0 0-51 15,0 0 1-15,0 0-13 16,-32-30-27-16,27 23-20 15,-2 1-12-15,7 2 6 16,0 2-5-16,0 2 10 16,0 0 0-16,0 0-12 15,-7 0-8-15,7 0-7 16,0 0-7-16,0 7 3 16,0 14 4-16,0 4-3 15,0 5 3-15,0 5-6 16,0 2-53-16,0 2-43 15,0 0-118-15,7-4-153 16</inkml:trace>
  <inkml:trace contextRef="#ctx0" brushRef="#br0" timeOffset="8166.7">5160 12692 825 0,'0'0'172'0,"0"0"-51"0,0 0 16 0,0 0-71 0,0 0-38 15,0 0-15-15,-31 2-5 16,31-2-7-16,0 0 1 15,19 0 4-15,22 0 25 16,24 0 1-16,4-5-16 16,3-4-5-16,10 2-8 15,-2 3-2-15,4-2 1 0,-15 5 4 16,-4-5 7 0,-2 3-13-16,4 2 3 0,-9-1 9 15,-5 0-10-15,0 2-1 16,-5 0 2-16,-10 0 2 15,3 0-1-15,-5 0 6 16,-7 0 0-16,-2-2 2 16,-13 2-1-16,-4 0 0 15,-6-1-1-15,-1 1-2 16,4 0-1-16,-7 0-2 16,0 0 9-16,0 0 2 15,0 0-7-15,0 0 2 16,0 0-2-16,0-2-6 15,0 2 7-15,0-4 11 16,-7 1-4-16,-10-4-10 0,-24-3-5 16,7 1 12-16,-6 0-9 15,-13 0-3-15,17-1 5 16,-13 3-4-16,21 1 5 16,1-1 1-16,10 3 2 15,10 4-2-15,2 0 3 16,5 0-3-16,0 0-9 15,0 0 2-15,0 0-4 16,0 0-2-16,0 0-3 16,22 0 5-16,7 0 2 15,4 0-1-15,4 0 1 16,-1 2 0-16,4 0 2 0,4 1 5 16,-11 1-7-1,-4-1 0-15,-2 0-3 0,-10 1 3 16,-3-1 0-16,-2 0-4 15,-5 2 4-15,0 0-2 16,3 4-7-16,-10 5 4 16,0 2-9-16,0 4-4 15,0 1-19-15,-17 0-10 16,-2 0-23-16,-5-2-45 16,-3-2-29-16,13-2-104 15,-8-2-172-15</inkml:trace>
  <inkml:trace contextRef="#ctx0" brushRef="#br0" timeOffset="26667.96">12554 10266 646 0,'0'0'76'0,"0"0"-5"0,0 0 65 0,0 0-30 16,-221 15-1-16,185-10-46 15,-1-1 16-15,16 2-20 16,9-3-12-16,0 1 3 0,7-3-7 15,-2 1-10 1,7-1-5-16,-3-1-8 0,3 0-5 16,0 0-11-16,0 0 1 15,0 3 5-15,32-3-6 16,37 0 0-16,32-14 27 16,22-12 5-16,21-4-12 15,25-6-19-15,6-3 11 16,25-5-9-16,4-2 5 15,0-4-7-15,6-2 2 16,-6-1 0-16,3-1-3 16,2-1 4-16,-2 5 4 15,-3 1-4-15,-4 3-4 16,-25 5 4-16,-18 2-4 0,-25 8 0 16,-22 2-1-1,-30 12 2-15,-22 3-1 0,-15 5 0 16,-19 5 0-16,-7-3 1 15,-3 3-1-15,-9 2 0 16,-5 2 1-16,0 0 0 16,0 0 2-16,0 0 1 15,0 0-2-15,-19 0 0 16,-22 0-2-16,-17 0-3 16,-4 0 1-16,1 0-2 15,6 0 4-15,0 0 0 16,0 2 6-16,16 2-3 15,5-1-3-15,15-1 1 0,5 0-1 16,11-2 0-16,3 0 0 16,0 0-3-16,0 0 10 15,0 0-13-15,0 0 6 16,17 0 0-16,29 0 1 16,12 0-1-16,4 0 5 15,3 0-5-15,-2 0 1 16,-6 0 0-16,1 0-1 15,-17 0 0-15,2 4-4 16,-24-1 4-16,-9 5 4 16,-3 1-4-16,-7 7 0 15,0 6-2-15,-14 4-4 16,-44 8 5-16,-19 4-56 16,-9 4-114-16,-15 3-104 0,-10-4-472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5T09:30:18.2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16206 4635 615 0,'0'0'47'0,"0"0"35"0,0 0 40 0,0 0-35 15,0 0 22-15,0 0-74 16,-194-42 38-16,186 40-10 16,4 2-21-16,1 0-5 15,3 0-27-15,0 0 6 0,0 0-12 16,22 0-2-16,43 0 19 15,31 0 13-15,27 0-10 16,18-1-16-16,13-7-6 16,7 1 1-16,-7 1-3 15,-9-2 0-15,-11 2 5 16,-23 2-4-16,-17 2 1 16,-17 2-2-16,-15 0 7 15,-7 0-7-15,-11 0 1 16,-18 0-4-16,-11 0 3 15,-13 0-2-15,-2 0 2 16,0 0 0-16,0 0 4 16,0 0-4-16,0 0-10 0,0 0-14 15,0 0-44-15,-17 0-104 16,-9 0-282-16</inkml:trace>
  <inkml:trace contextRef="#ctx0" brushRef="#br0" timeOffset="29613.84">13792 6016 541 0,'0'0'169'0,"0"0"-46"0,0 0-30 0,0 0 0 16,0 0-17-16,0 0-9 15,0 0-4-15,-175 21-26 16,175-21 0-16,0 0-6 15,0 0-3-15,0 2-8 16,0-2-9-16,0 3 10 16,0-1-12-16,0 2-2 15,33 1 8-15,8-1 16 16,15-2 10-16,13-1-6 16,3-1-22-16,13 0 8 15,1 0-9-15,1 0-5 0,2-3-6 16,-12-1 2-1,7-1-2-15,-7 1 3 0,-12 2-4 16,7 2 2-16,-3 0 0 16,1-5 0-16,2 4-1 15,3-3-1-15,-3 2 1 16,3-1-1-16,-3 1 0 16,-7-1-1-16,4 2-3 15,-4-4 8-15,0 1-3 16,-5 1-1-16,-9 1 0 15,4 0-6-15,-4 0 5 16,4 1 1-16,5 1 1 16,0-4-1-16,-2 2 0 15,7 1 5-15,-10-3-2 0,-7 1-5 16,-5-2 3-16,-2 1-1 16,-5 0 1-16,-7-2-1 15,5 3 0-15,-8-2 2 16,-6 2-1-16,-1 1 0 15,12-2 1-15,-4 1 4 16,6 1-6-16,3-2 2 16,-2 2 8-16,-3-1-6 15,-4-1-3-15,-1 1-1 16,-2 0 7-16,-9 1-7 16,-3 2-1-16,-5 0 1 15,-5 0 0-15,-2 0 5 16,0 0-4-16,0 0-1 0,0 0 2 15,0 0 5-15,0 0-7 16,-9 0 0-16,-27 0-14 16,-5 0-38-16,0 0-46 15,0 6-68-15,5 3-162 16,5-1-621-16</inkml:trace>
  <inkml:trace contextRef="#ctx0" brushRef="#br0" timeOffset="33481.44">10698 7002 649 0,'0'0'89'0,"0"0"6"0,0 0 18 0,0 0 0 15,0 0-39-15,0 0-11 16,0 0 5-16,-181 0-27 16,174 0-9-16,7 0-8 15,0 0-7-15,7 2-16 16,41 0 24-16,46-2 26 16,17 0-14-16,26 0-6 15,7-4-19-15,5-7-1 16,0 1-7-16,-7 0-2 15,-3 3 4-15,-6 1-4 16,-3 4 1-16,-10-3 0 0,-14 5-3 16,-29 0 5-16,-13 0-5 15,-8 0-7-15,-20 0 6 16,-10 0 2-16,1 5 1 16,-18-4-2-16,-1 2 0 15,-4-1-5-15,-4 0 4 16,0-2 1-16,0 0 2 15,0 0-1-15,0 0-1 16,0 0 0-16,0 0-15 16,0 1-67-16,0 8-45 0,3 1-111 15,9 0-240 1</inkml:trace>
  <inkml:trace contextRef="#ctx0" brushRef="#br0" timeOffset="34480.74">17031 6988 69 0,'0'0'613'0,"0"0"-495"0,0 0 0 0,0 0 8 15,-207 0-4-15,179 0-40 16,20 0-12-16,1 0-23 16,0 0 7-16,7 0-25 15,0 0-18-15,0 0 0 16,0 0-3-16,0 0 0 15,0 0-5-15,0 3-2 16,22 1-1-16,28 2 20 16,32-3 11-16,16-1-15 0,13-2-11 15,14 0 2 1,2 0-6-16,13 0 4 0,9-6-5 16,7-2 6-16,13 1-3 15,-8 3 4-15,0-2-5 16,2-2 0-16,8-1 0 15,5 2 7-15,11-3-3 16,-9 2 11-16,-14 3-2 16,-11-1-3-16,-25 5 4 15,-20 1-13-15,-19 0 8 16,-17 0-8-16,-9 0 4 16,-8 0 5-16,-9 0-6 15,-10 0 5-15,-12 0-8 16,-7 0-3-16,-5 0 5 0,-10-1-2 15,-2-3-3-15,0 2-2 16,0 1-15 0,-2-2-37-16,-32-2-72 0,-19 1-110 15,-7-4-199-15</inkml:trace>
  <inkml:trace contextRef="#ctx0" brushRef="#br0" timeOffset="46897.69">11039 8338 850 0,'0'0'140'0,"0"0"-30"0,0 0 34 0,0 0-51 16,0 0-37-16,0 0-11 16,0 0-3-16,0 0-19 15,-29 4-9-15,29-2-1 16,36 3-9-16,34-2 36 15,21-3 9-15,22 0-17 16,27 0-11-16,2 0 0 16,-1 0-12-16,9-1-5 15,-9 1 0-15,-8 0-2 16,-13 0-2-16,-5 0-1 16,-33 0 1-16,2 0 0 0,-14 2-1 15,-12 3 1-15,4-3 6 16,-11 0-6-16,-1-2 3 15,-9 0 3-15,-10 0-2 16,-4 0 2-16,-8 0 1 16,-5 0-1-16,-4 0-1 15,-5 0-3-15,-3 0 1 16,-2 0-2-16,0 0-1 16,0 0-22-16,0 0-54 15,0 0-108-15,0 0-132 16</inkml:trace>
  <inkml:trace contextRef="#ctx0" brushRef="#br0" timeOffset="48897.06">18794 8391 788 0,'0'0'142'0,"0"0"-30"0,0 0 7 15,0 0 7-15,0 0-62 16,0 0-38-16,-29-5 4 16,29 5 0-16,0-1-7 15,48-4-3-15,31-1 11 16,25-1-14-16,11-2 2 16,8 2-13-16,-1 0-1 15,6-2 3-15,-8 2-8 16,-9 4 0-16,-10-1 2 15,-24 1 0-15,-8 3-1 16,-18 0 0-16,-18 0 1 16,-11 0-1-16,-12 0-1 0,-10 0 0 15,0 0-1-15,0 0-1 16,0 0-6-16,0 0-55 16,0 0-58-16,0 0-85 15,0 0-227-15</inkml:trace>
  <inkml:trace contextRef="#ctx0" brushRef="#br0" timeOffset="52197.22">8952 9427 831 0,'0'0'140'0,"0"0"-122"0,0 0 7 0,0 0 29 16,0 0 17-16,0 0-58 15,-36 9-7-15,134-9 1 16,35-15 54-16,35-9-33 16,12 1 1-16,15 0-13 15,0 3-13-15,4 4 5 16,-6 3 0-16,-11 6-8 16,-6 2 3-16,-27 3 6 0,-21 2-7 15,-18 0-1-15,-16 0 3 16,-29 0 10-16,-12 0-4 15,-22 0-4-15,-12 3 3 16,-9 0-9-16,-5-2 2 16,-5 1 0-16,0-2 4 15,0 3-6-15,0-3 8 16,0 0-7-16,0 0 2 16,0 0 1-16,0 0-4 15,0 2 5-15,-5 0-10 16,-12 1 5-16,-2 1-40 15,2 5-59-15,5-1-74 0,5 1-159 16,-8-3-278 0</inkml:trace>
  <inkml:trace contextRef="#ctx0" brushRef="#br0" timeOffset="53680.71">18007 9388 225 0,'0'0'835'0,"0"0"-804"0,0 0 23 0,0 0 43 16,0 0 13-16,0 0-54 15,-77 13-15-15,77-10-19 0,0-3-2 16,0 3 7 0,0 2-8-16,37 1-14 0,25 3 13 15,17-2-12-15,-2-2 9 16,10-5-15-16,2 0 2 15,-17 0-3-15,-2 0 2 16,-15 0-1-16,-14 0 0 16,-12 0 1-16,-15 0 4 15,-11 0-5-15,-3 0 0 16,0 0 0-16,0 0 1 16,0 0-1-16,0 0-4 15,0 0-20-15,0 0-27 16,0 0-54-16,0 0-45 15,0 0-112-15,0 0-286 0</inkml:trace>
  <inkml:trace contextRef="#ctx0" brushRef="#br0" timeOffset="54436.82">19717 9328 878 0,'0'0'52'0,"0"0"-10"0,0 0 11 0,0 0 51 16,0 0 20-16,0 0-49 16,-77 18-40-16,77-16 2 15,0-2 2-15,0 0-7 16,0 0 5-16,0 3-2 16,34 1-11-16,31-4 18 0,24 2-10 15,12-2-19-15,19 0-1 16,15 0-1-16,-8-2-6 15,-2-7 1-15,0 0-2 16,-10 0-4-16,-9 4 1 16,-14-1-1-16,-6 3 2 15,-23 0-2-15,-15-1 5 16,-12 2-5-16,-7 1-1 16,-12 1-5-16,-8 0 6 15,-9 0 0-15,0 0-2 16,0 0-1-16,0 0-23 0,-14 0-77 15,-30 7-103 1,-18 2-310-16</inkml:trace>
  <inkml:trace contextRef="#ctx0" brushRef="#br0" timeOffset="56980.33">13246 10098 1035 0,'0'0'32'0,"0"0"22"0,0 0 47 16,0 0 29-16,0 0-57 16,0 0-40-16,0 0-31 15,0 0-2-15,29-19 2 16,-2 68 32-16,-6 18 2 0,-6 8-10 15,-1 9-22-15,-14-1 3 16,0-9 3-16,0-11-6 16,0-13 4-16,0-15-4 15,0-14 0-15,0-10-4 16,0-8 2-16,0-3-2 16,0 0 5-16,0-18 10 15,0-17-4-15,22-12-11 16,4-11 0-16,6-1-6 15,1-4 5-15,3 0 1 16,-2 6 0-16,-5 9 0 16,-3 15-1-16,-9 13 7 15,-7 12-13-15,-8 3 7 16,-2 5 0-16,0 0 0 16,0 0-1-16,0 15-12 0,-19 10 7 15,-17 10 2 1,9 2 8-16,-4 2-10 0,9-3 12 15,3-6-11-15,12-6 5 16,7-10 0-16,0-5 2 16,0-3-2-16,19 2-1 15,17 1-1-15,8 3 2 16,6 5 0-16,-2 1 2 16,3 2-2-16,-15 3 1 15,-3 0 3-15,-4 3 2 16,-5-1-6-16,-12 3 10 15,-5-2-9-15,-7 0-1 16,0-6-3-16,0-5-4 0,0-4-73 16,0-11-82-16,0 0-112 15,0-15-156-15</inkml:trace>
  <inkml:trace contextRef="#ctx0" brushRef="#br0" timeOffset="57164.52">14004 10551 956 0,'0'0'112'0,"0"0"-26"0,0 0 50 0,0 0-87 15,0 0-45-15,0 0-3 16,96-40 1-16,-50 30-4 0,-13 5-47 16,-13 5-119-1,-13 0-126-15,-7 6 8 0,0 17-211 16</inkml:trace>
  <inkml:trace contextRef="#ctx0" brushRef="#br0" timeOffset="57280.23">14004 10551 439 0,'146'105'223'16,"-160"-77"-38"-16,7-12-20 16,7-7-49-16,0-6-40 15,0-3-12-15,0 0-18 16,21 0-11-16,13-3-21 16,7-12-14-16,-3-7-1 15,3-2-77-15,3 0-151 16,-8-8-168-16</inkml:trace>
  <inkml:trace contextRef="#ctx0" brushRef="#br0" timeOffset="57631.14">14509 10362 721 0,'0'0'310'0,"0"0"-139"16,0 0-44-16,0 0-59 16,0 0-48-16,0 0-17 15,0 44 45-15,0-20-19 16,14-1-18-16,8-2-5 15,2-5-6-15,-5-6-1 16,8-8 1-16,-3-2 0 16,2 0-2-16,-4-6-5 15,-1-11 5-15,-16-5-2 0,-2-3 2 16,1-7 2 0,-4 2 0-16,0 5 0 0,0 6 1 15,0 12 11-15,0 2 14 16,0 5 9-16,0 2-23 15,0 21-10-15,8 11-1 16,-1 6 12-16,14 5-8 16,-6 10 0-16,4 3 3 15,-2 6-8-15,7 0-25 16,-5-8-61-16,0-14-136 16,1-16-199-16</inkml:trace>
  <inkml:trace contextRef="#ctx0" brushRef="#br0" timeOffset="58146.75">14557 9864 949 0,'0'0'91'0,"-224"-101"-89"0,106 58 40 15,-11 6 50-15,-4 8-12 16,8 8-29-16,3 13-19 16,-13 8 8-16,-12 12-22 0,-38 31-10 15,-17 17-5 1,-19 22 6-16,19 14-1 16,26 11 13-16,51 19-11 0,48 6 15 15,56 8-2-15,21 6 4 16,65-8-12-16,48-4 16 15,38-6-15-15,27-15-16 16,22-14 2-16,26-11-1 16,21-15-1-16,13-19 2 15,9-18 0-15,-2-20-2 16,5-16 7-16,-7-20-6 16,-3-39 1-16,-24-21 1 15,-36-21-3-15,-51-8-2 16,-38-9 2-16,-29-4 0 0,-40-3-1 15,-25-6 4 1,-19-8 4-16,-34 5-6 0,-62 10 2 16,-39 17-1-16,-47 22 0 15,-44 25 0-15,-36 19-3 16,-22 25 1-16,-5 16-25 16,8 24-63-16,21 19-56 15,32 0-194-15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5T09:32:02.8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18813 3891 699 0,'0'0'206'0,"0"0"-63"0,-214 13 16 15,154-3-40-15,14 0-42 16,20-4-18-16,14 1-10 16,12-3-17-16,0 0-21 15,38 2 20-15,51 1 31 0,34-4-30 16,28-3-15-16,25 0-17 16,2 0 1-16,-5 0 2 15,-10 0-4-15,-9 0 7 16,-22 0-9-16,-26 2 3 15,-24 0 0-15,-19 0 6 16,-20-2-6-16,-14 0 1 16,-15 0-3-16,-9 0 2 15,-5 1-18-15,0 0-34 16,-12 4-85-16,-36 2-26 16,-34-1-121-16,-12-3-270 15</inkml:trace>
  <inkml:trace contextRef="#ctx0" brushRef="#br0" timeOffset="883.03">3248 4652 1004 0,'0'0'103'0,"0"0"27"0,0 0-64 0,0 0-5 0,0 0-28 16,0 0-10-16,226 0 38 16,-48 0-19-16,17-6-14 15,19 5-21-15,12-2-4 16,5 3 5-16,2 0-6 16,-12 0-2-16,-28 0 0 15,-35 0 0-15,-35 0 0 0,-49 6 0 16,-23 0 0-1,-32 1 0-15,-12-4-1 0,-7 2-6 16,0 3 1-16,0 0 5 16,-33 1 2-16,-15 2 0 15,2-4-1-15,5-1-44 16,7-1-58-16,10-2-31 16,3 0-165-16</inkml:trace>
  <inkml:trace contextRef="#ctx0" brushRef="#br0" timeOffset="9066.26">7033 6796 453 0,'0'0'148'0,"0"0"-27"0,0 0-15 0,0 0-1 16,0 0-30-16,-209 0-21 15,170 0 24-15,8 0-26 16,-3 7-11-16,5-2 5 16,3 0-16-16,4 2 2 15,8-4 6-15,4 0-13 16,3-1-5-16,7 0-11 15,-2-1 2-15,2-1 0 16,0 0-9-16,0 0 5 16,0 3 3-16,0 0 4 15,26 1 11-15,22 1 9 16,22-4 5-16,17-1-16 16,23 0-4-16,18 0-2 15,6 0-14-15,20 0 7 16,-10-4 1-16,3-5-8 15,2 3 4-15,-9-2-5 0,-13-1 3 16,1 1-2-16,-8 1-3 16,-7 0 3-16,-3 0 4 15,-4 4 0-15,-12 0-5 16,-10 0 2-16,8 3-3 16,-11-2 4-16,-1 2 0 15,-8 0-1-15,-7-2 0 16,0-1-8-16,-17 3 8 15,0 0-6-15,-3 0 4 16,-8 0-2-16,-13 0 0 0,4 0 0 16,-11 0-1-16,-12 0-4 15,2 0 5-15,1-2 4 16,-8 2-3-16,0-2-1 16,0 2 2-16,0 0 0 15,0 0-2-15,0 0 0 16,-46 0-32-16,-14 0-77 15,4 7-42-15,-1 0-82 16,18-6-325-16</inkml:trace>
  <inkml:trace contextRef="#ctx0" brushRef="#br0" timeOffset="11465.62">17861 290 726 0,'0'0'238'0,"0"0"-44"0,0 0-67 0,0 0-26 15,0 0-11-15,0 0-12 16,0 0-17-16,-17-26-21 16,14 26-12-16,3 0-15 15,0 0-10-15,0 0-5 16,0 2 5-16,27 12 4 15,14 3 6-15,-3 2-3 16,1 3 11-16,-1 0-12 0,-2 2-4 16,3-3 3-16,-10-1-6 15,-5-1 0-15,-5-4 0 16,-5-1-1-16,-2-3-1 16,-2-2 0-16,-3-3 0 15,0 0-1-15,1-3-5 16,-6 0-8-16,0-2-33 15,-2-1-28-15,0 0-17 16,0 0-31-16,0 0-30 16,0-1-82-16,-4-11-183 15</inkml:trace>
  <inkml:trace contextRef="#ctx0" brushRef="#br0" timeOffset="11767.65">18200 301 692 0,'0'0'246'16,"0"0"-89"-16,0 0-24 15,0 0-51-15,0 0-35 16,0 0-14-16,-15-11-20 16,8 16-8-16,-5 13-5 15,-10 3 23-15,-9 6 8 16,-2 1 5-16,-8 1-9 15,5-1-18-15,-8-1-8 0,8-5-1 16,10-2 0 0,-3-6 8-16,22-7-16 0,7-1 7 15,0-5-22-15,0-1-49 16,0 0-89-16,7 0-29 16,34 0-101-16,2 0-414 15</inkml:trace>
  <inkml:trace contextRef="#ctx0" brushRef="#br0" timeOffset="12066.61">18553 400 776 0,'0'0'290'16,"0"0"-119"-16,0 0-68 15,0 0-16-15,0 0-3 16,0 0-29-16,0-3-19 16,0 3-16-16,0 0-15 15,0 5-3-15,0 11 2 16,10 4 6-16,-5 0-1 16,-1 0-3-16,-4-2-3 15,0 1-2-15,0-2-1 16,0-1-1-16,3-4-7 15,-3 3-58-15,7-6-81 16,-2 2-94-16,2-6-224 0</inkml:trace>
  <inkml:trace contextRef="#ctx0" brushRef="#br0" timeOffset="13582.56">18055 1094 560 0,'0'0'216'0,"0"0"5"0,0 0-100 0,0 0-29 0,0 0-24 15,0 0-17-15,-2-13 0 16,-5 13-5-16,4 0-14 15,-1 0-12-15,4 0-17 16,0 13-2-16,0-1 12 16,0 7 15-16,0-1-7 15,0 3-5-15,0-1-10 16,0-1 1-16,0-3-7 16,0-1 0-16,0 0 0 15,4-1 0-15,-4-1 0 16,0 0 0-16,0-2-20 15,0-2-35-15,0-5-62 16,0 1-11-16,10-5-42 0,-3 0-78 16,5 0-33-16</inkml:trace>
  <inkml:trace contextRef="#ctx0" brushRef="#br0" timeOffset="14098.8">18284 1153 389 0,'0'0'222'0,"0"0"-93"15,0 0 25-15,0 0-29 16,0 0-38-16,0 0 7 16,7-27-35-16,-7 27-12 0,0 0-22 15,0 0-8-15,0 3-13 16,0 10-3-16,0 4 15 15,0 2 6-15,0 2-5 16,0-1-11-16,0 1 3 16,0-3-3-16,0 0-6 15,10-3 1-15,9-2-1 16,0-2 1-16,3-2 2 16,0-1-2-16,-8-5 1 15,15-1 1-15,-3-2-2 0,-2 0 8 16,3 0-9-1,-1-5 3-15,-4-4 3 0,-5-1-2 16,-3-3 2 0,-14 1-1-16,0 0 22 0,0-1 10 15,0-3 7-15,0 1-17 16,0-1 0-16,-19-1-19 16,-8 2 3-16,3 4-9 15,-4 0 1-15,-1 4 0 16,5 2-3-16,0 4-4 15,-5-2 2-15,7 3-2 16,5 0-31-16,-2 3-95 16,5 10-63-16,-1 3-99 15,15-4-310-15</inkml:trace>
  <inkml:trace contextRef="#ctx0" brushRef="#br0" timeOffset="14966.31">18214 1824 915 0,'0'0'131'0,"0"0"23"0,0 0-10 0,0 0-5 15,0 0-67-15,0 0-42 16,-9-30-27-16,9 45-3 16,0 7 0-16,0 7 23 15,7 1 8-15,10 3-10 16,-10-2 3-16,5 0-16 16,-3-1-7-16,-1-5 2 15,-8-4-3-15,0-4 0 16,0-5 4-16,0-2-4 0,5-5-3 15,-5-3-20-15,7-2-56 16,-7 0-63-16,7 0-22 16,-7 0-37-16,7-2-182 15</inkml:trace>
  <inkml:trace contextRef="#ctx0" brushRef="#br0" timeOffset="15449.43">18601 1909 920 0,'0'0'167'0,"0"0"-35"15,0 0-31-15,0 0-53 16,0 0-47-16,0 0 1 16,0 0 4-16,157-16-5 15,-121 22 6-15,-17 11-1 16,-12 1-4-16,-7 8 6 16,0 3 4-16,-14 0-5 0,-22 3 3 15,0-2-2 1,2-3 0-16,7-6 1 0,11-4 1 15,1-4 11-15,3-6 2 16,10 0-15-16,2-5 1 16,0 1-4-16,0-2 1 15,2 1 4-15,25-2 14 16,4 0-4-16,15 0-14 16,4-2-3-16,-4-11 2 15,9 4-5-15,-4-5 0 16,-11 6-1-16,1-2-18 15,-5 2-30-15,-2-1-57 0,-5 0-33 16,2 7-137 0,-12 2-519-16</inkml:trace>
  <inkml:trace contextRef="#ctx0" brushRef="#br0" timeOffset="15982.35">18416 2518 710 0,'0'0'214'0,"0"0"-66"0,0 0-81 0,0 0-51 0,0 0-16 16,0 0-3-16,0 0-5 16,0 0 6-16,0 11-10 15,0 0-104-15,0 3-180 16</inkml:trace>
  <inkml:trace contextRef="#ctx0" brushRef="#br0" timeOffset="16166.13">18455 2790 671 0,'0'0'138'0,"0"0"25"15,0 0-16-15,0 0-46 16,0 0-69-16,0 0-16 16,-8 11-14-16,8-8 0 15,0 4-2-15,0 0-4 16,0 3-114-16,8 1-131 15,-1 4-48-15</inkml:trace>
  <inkml:trace contextRef="#ctx0" brushRef="#br0" timeOffset="16333">18469 2990 488 0,'0'0'172'0,"0"0"-48"15,0 0 10-15,0 0-2 16,0 0-61-16,0 0-38 15,-2 3-15-15,2-3-18 16,0 0-7-16,0 0-47 16,0 0-209-16,2-3-496 15</inkml:trace>
  <inkml:trace contextRef="#ctx0" brushRef="#br0" timeOffset="16882.5">18327 2808 942 0,'0'0'190'0,"0"0"-36"16,0 0 1-16,0 0-35 16,0 0-64-16,0 0-30 0,-14-7-9 15,14 17-16 1,7 13 17-16,10 2 2 0,-5 3-13 15,-5 2-1-15,-2-3-4 16,-5-3-2-16,0-4 0 16,0-5-5-16,2-4-13 15,5-2-48-15,-7-4-49 16,8-3-63-16,4-2-23 16,5 0-204-16</inkml:trace>
  <inkml:trace contextRef="#ctx0" brushRef="#br0" timeOffset="17619.23">18635 2872 704 0,'0'0'330'0,"0"0"-145"16,0 0-67-16,0 0-33 15,0 0-41-15,0 0-32 16,0 17 24-16,0-1 4 15,0 2-20-15,0 1-6 16,0-2-8-16,0-3-2 16,0 1-2-16,7-6-2 15,5-1 1-15,-2-5 2 16,4-3-2-16,8 0 1 16,2 0 7-16,2 0-7 15,-2-2 4-15,-4-7-4 16,-13 2 0-16,-7 3-1 0,0 0 0 15,0 1-1-15,0-3 0 16,-15 2 0-16,-1-1 0 16,-4-1 0-16,4-2 1 15,6 0 2-15,-7-1-3 16,15 1 3-16,2 0-2 16,0-1-1-16,0-1 0 15,0-3-1-15,9 4 0 16,27-2-1-16,8 3 1 15,-8-1-2-15,2 6 2 16,-2 0 1-16,-4 3 0 0,-8 0-4 16,2 0 0-1,-7 0-1-15,3 6-3 0,-8 5 8 16,3 1-3-16,-10 2 1 16,3 0 2-16,-10 0 0 15,5 2 0-15,2-5 0 16,0-1 1-16,0-1-1 15,3-2-1-15,-3-4 1 16,8-2 0-16,-1-1 0 16,3 0 0-16,5 0 3 15,9 0-2-15,-9-2 6 16,-3-8-7-16,10-1 2 16,-17 2 3-16,-3-3-2 0,-4 3 10 15,-5-5 1 1,0 0 13-16,0-3 5 0,-10 0-15 15,-21 1-13-15,-2-1-2 16,-4 3-2-16,-1 5 0 16,-8 3-2-16,8 4-6 15,-1 2-2-15,3 0-84 16,0 0-102-16,3 11-142 16,13 2-493-16</inkml:trace>
  <inkml:trace contextRef="#ctx0" brushRef="#br0" timeOffset="19781.71">20866 237 738 0,'0'0'274'0,"0"0"-93"0,0 0-55 0,0 0-14 15,0 0-37-15,0 0-33 16,0 0-20-16,-26-22-21 16,26 22 3-16,34 12 6 15,16 5 9-15,5 8-8 16,-4 0 0-16,-3 2-5 15,3 6 6-15,-8-2-10 0,-2-3-1 16,-8-3 3 0,-9-8-2-16,-2-3 0 0,-17-5-2 15,9-2 2-15,-7-2-5 16,-2-3 0-16,-5-2-42 16,0 0-59-16,0 0-47 15,0 0-6-15,0 0-173 16,-5-16-421-16</inkml:trace>
  <inkml:trace contextRef="#ctx0" brushRef="#br0" timeOffset="20065.84">21340 206 721 0,'0'0'273'0,"0"0"-106"0,0 0-71 15,0 0-66-15,0 0-29 16,0 0 0-16,-43 55 49 16,31-28-19-16,-3 6-4 15,-6 0 13-15,-1 1-26 16,-7 0-9-16,3-5 0 16,2-4-3-16,2-6 0 15,8-7-2-15,2-5 0 16,12-2 0-16,0-5-5 0,0 0-78 15,0 0-51-15,0 0-70 16,29 0-112-16</inkml:trace>
  <inkml:trace contextRef="#ctx0" brushRef="#br0" timeOffset="20465.41">21742 377 334 0,'0'0'392'16,"0"0"-189"-16,0 0-71 16,0 0-48-16,0 0-24 15,0 0-22-15,204-8 0 16,-175 13-19-16,-7 5-3 0,-15 1-12 16,-2 3-2-1,-5 4 10-15,0 3 13 0,-20-1 12 16,-11 0-3-16,0-1-13 15,2-6-7-15,7-2 3 16,13-6-5-16,4-1-4 16,5-4 11-16,0 0 1 15,0 0 1-15,0 0 3 16,0 0-8-16,0 0 0 16,19 0-6-16,20 0 0 0,6-4-1 15,6 0-9 1,-15-3 3-16,7 2-3 15,-9 0-3-15,-5 1-25 0,-8 0-39 16,-6-2-43 0,2 4-18-16,-8 2-64 0,1 0-223 15</inkml:trace>
  <inkml:trace contextRef="#ctx0" brushRef="#br0" timeOffset="22166.6">21162 978 116 0,'0'0'590'0,"0"0"-442"0,0 0-34 0,0 0-30 15,0 0-46-15,0 0-29 16,-26 8-5-16,16 5 14 16,1 2 31-16,4 1-25 15,5 2-9-15,0 2-2 16,0-3 8-16,0 4-14 0,0-1-4 15,14-1 2-15,13-3-5 16,-3-4 1-16,4-3 3 16,-1-3 1-16,-1-4-2 15,1-2 3-15,4 0-6 16,0 0 6-16,-9 0-1 16,0-11-3-16,-10-2 3 15,2 0-2-15,-9-2 4 16,-3-1 4-16,-2-3 11 15,0 1-9-15,0 2 1 16,-14 1-1-16,-5 0 19 16,-3 1-3-16,0 0-9 15,-7 4-7-15,3 2-7 0,-3 1 4 16,8 5-9 0,4-1-2-16,2 3 0 0,-4 0-10 15,5 0-42-15,-1 9-88 16,8 5-82-16,7-4-214 15</inkml:trace>
  <inkml:trace contextRef="#ctx0" brushRef="#br0" timeOffset="22415.3">21715 1018 710 0,'0'0'310'0,"0"0"-133"0,0 0-69 0,0 0-41 0,0 0-32 16,0 0-23-16,5 0-12 16,-5 0 0-16,0 0-20 15,0 0-91-15,7 0-104 16,5 0-303-16</inkml:trace>
  <inkml:trace contextRef="#ctx0" brushRef="#br0" timeOffset="22731.64">21999 927 920 0,'0'0'258'16,"0"0"-108"-16,0 0-47 16,0 0-43-16,0 0-33 15,0 0-11-15,0 0-8 16,0 0-6-16,0 4 0 16,0 10 2-16,0 7 12 15,0 3 6-15,0 2-11 16,0 3-5-16,2 0-1 0,1 2-3 15,2-3-2-15,-5-2 3 16,0-6-3-16,0-3 0 16,0 1-18-16,0-4-55 15,0 1-79-15,0-2-67 16,0-4-215-16</inkml:trace>
  <inkml:trace contextRef="#ctx0" brushRef="#br0" timeOffset="23400.71">21352 1680 669 0,'0'0'232'0,"0"0"-79"0,0 0-23 0,0 0-18 0,0 0-51 0,0 0-27 15,-12-34-21-15,3 34-13 16,-6 12 0-16,-4 10 7 15,4 6-6-15,1 0 3 16,7-1-2-16,7-1-1 16,0-10-2-16,0-2-2 15,7-5 2-15,17-6 0 16,2-3 1-16,11 0 1 0,-4 0 4 16,1 0-4-1,-10-12 2-15,-5 1 1 0,-9-6 1 16,-5 1 3-16,-5-3 2 15,0-1 14-15,0 2-5 16,0 1 4-16,-22 3-13 16,0 5-6-16,-4 0-3 15,14 4-1-15,-12 1-1 16,2 4-6-16,3 0-55 16,4 0-107-16,1 0-71 15,7 6-260-15</inkml:trace>
  <inkml:trace contextRef="#ctx0" brushRef="#br0" timeOffset="23582.63">21701 1721 225 0,'0'0'827'0,"0"0"-715"15,0 0 44-15,0 0-25 16,0 0-75-16,0 0-43 15,0 0-13-15,5 0-6 16,7 0-78-16,-3 0-101 16,15 1-162-16,3-1-532 15</inkml:trace>
  <inkml:trace contextRef="#ctx0" brushRef="#br0" timeOffset="23965.93">22059 1632 909 0,'0'0'184'0,"0"0"-36"16,0 0-55-16,0 0-42 15,0 0-35-15,0 0-7 16,-72 43-2-16,60-17 8 16,2 1-11-16,10 0 4 15,0-3-6-15,0-4-3 16,0-5 1-16,17-6-4 15,12-4-1-15,-3-5 3 16,15 0 2-16,-2 0 2 0,-6-4-2 16,1-11 4-16,-10-3 4 15,-17-3-1-15,-7 1-2 16,0-1 6-16,0 3 3 16,-28-1 10-16,-9 5-13 15,1 1-6-15,0 5-4 16,3 4-1-16,6 4-1 15,6 0-10-15,-3 0-37 16,4 5-87-16,6 6-48 16,14-2-200-16,0-7-382 15</inkml:trace>
  <inkml:trace contextRef="#ctx0" brushRef="#br0" timeOffset="24349.31">22456 1619 950 0,'0'0'84'15,"0"0"-12"-15,0 0 24 16,0 0-55-16,0 0-2 16,0 0-11-16,195 18-28 0,-179-2 3 15,-16 4-3 1,0 5 0-16,0 1 7 0,-31 3-1 15,2-2-2-15,0-4-4 16,13-2 0-16,1-9 6 16,15-4 1-16,0-5 7 15,0-1 12-15,0 2-2 16,0-2 11-16,22-1 3 16,12-1-17-16,2 0 1 15,0 0-9-15,9-3-9 16,-1-6-4-16,1 0 1 15,-6 0-2-15,-8 2-4 16,-19 4-34-16,-5 3-33 16,-7 0-54-16,0 0-58 15,0 0-224-15</inkml:trace>
  <inkml:trace contextRef="#ctx0" brushRef="#br0" timeOffset="24998.73">21391 2334 975 0,'0'0'136'0,"0"0"-5"0,0 0-6 0,0 0-83 16,0 0-42-16,0 0-8 15,-15 42 8-15,13-8 11 16,2 0 0-16,0-2-4 16,0-5-2-16,9-5-4 15,18-7-1-15,7-6 0 16,-6-8 0-16,4-1 4 16,-6 0 6-16,3-4-2 15,-12-15 5-15,-5-5 5 16,-5-3-5-16,-7-2 4 0,0 3 4 15,-2-2-10-15,-32 6-7 16,3 5-4-16,-3 6-2 16,10 4 0-16,-2 3-3 15,-1 4-33-15,8 0-77 16,-3 0-102-16,15 6-166 16</inkml:trace>
  <inkml:trace contextRef="#ctx0" brushRef="#br0" timeOffset="25148.93">21761 2383 896 0,'0'0'144'0,"0"0"13"0,0 0-25 16,0 0-62-16,0 0-57 16,0 0-13-16,22 0-40 15,-6 0-159-15,11 0-245 16</inkml:trace>
  <inkml:trace contextRef="#ctx0" brushRef="#br0" timeOffset="25399.05">22088 2336 864 0,'0'0'96'16,"0"0"-12"-16,0 0 55 15,0 0-52-15,0 0 5 0,0 0-21 16,123 70-16-1,-90-47-6-15,-1 1-20 0,-11-3-22 16,-4 1 2 0,-17-1-9-16,0-2 4 0,0-5 1 15,-29 0-5-15,-7-4-2 16,0-4-47-16,-2-6-70 16,-8 0-33-16,10-6-97 15,-5-18-229-15</inkml:trace>
  <inkml:trace contextRef="#ctx0" brushRef="#br0" timeOffset="25549">22237 2281 750 0,'0'0'220'0,"0"0"-79"0,0 0-48 16,0 0-66-16,195-30-18 15,-164 30-9-15,-12 0-5 16,1 0-45-16,-20 10-162 15,0 2-117-15</inkml:trace>
  <inkml:trace contextRef="#ctx0" brushRef="#br0" timeOffset="25916.06">21564 2883 1079 0,'0'0'108'0,"0"0"-48"16,0 0-14-16,0 0-46 0,0 0-20 15,0 0-70-15,0 4-100 16,0 10-204-16</inkml:trace>
  <inkml:trace contextRef="#ctx0" brushRef="#br0" timeOffset="26065.87">21504 3127 383 0,'0'0'342'15,"0"0"-298"-15,0 0 30 16,0 0-17-16,0 0-51 15,0 0-6-15,0 13-112 16,0-6-193-16</inkml:trace>
  <inkml:trace contextRef="#ctx0" brushRef="#br0" timeOffset="26231.41">21516 3266 650 0,'0'0'111'16,"0"0"3"-16,0 0 50 15,0 0-28-15,0 0-71 16,0 0-33-16,14 0-15 16,-9 0-14-16,0-3-3 0,-3-3-114 15,1-4-365 1</inkml:trace>
  <inkml:trace contextRef="#ctx0" brushRef="#br0" timeOffset="61065.3">17438 804 795 0,'0'0'184'0,"0"0"-12"0,0 0-61 15,0 0-24-15,0 0-30 16,0 0-23-16,0 0-12 16,-44 24-12-16,88-16 7 0,28-3 62 15,26 1-41-15,34-6-3 16,25 0-23-16,11 0-7 15,3 0 2-15,-17 0-7 16,-5 0 0-16,-15-3-2 16,-13 3 1-16,-15-3 0 15,-30 1-1-15,-25 2 2 16,-20 0 0-16,-14 0-1 16,-10 0 1-16,-2 0 2 15,2-3-2-15,-4 1-2 16,1 1-8-16,6 1-27 15,-10 0-43-15,0 0-64 16,0 0-83-16,0 0-238 16</inkml:trace>
  <inkml:trace contextRef="#ctx0" brushRef="#br0" timeOffset="64214.76">10940 9636 627 0,'0'0'254'0,"0"0"-165"0,0 0 22 16,0 0-9-16,0 0-44 15,0 0-34-15,-16 0-7 16,16 1-3-16,0-1-8 15,0 3 4-15,16-1 26 16,4 1 3-16,8-2-8 16,11-1 6-16,2 0-10 0,7 0-6 15,7 0-6-15,1 0-5 16,-8-4-6-16,-3-1 1 16,3 0-5-16,-12 2 0 15,5-1 0-15,-17 4 0 16,-2-5 4-16,-8 4-4 15,1-2 0-15,-10 3-1 16,2 0-23-16,-7-3-50 16,14 2-54-16,-2-2-121 15,-2-4-257-15</inkml:trace>
  <inkml:trace contextRef="#ctx0" brushRef="#br0" timeOffset="75611.35">8921 10369 919 0,'0'0'61'0,"0"0"14"0,0 0 25 15,0 0-3-15,0 0-70 16,0 0-26-16,0 0-1 16,-15-2 11-16,37 17 23 0,7-1-6 15,-8 3-2-15,3-4 5 16,-4-2-5-16,-1 1-14 15,2-11-2 1,1-1-8-16,7 0 5 0,12-6 3 16,31-21 0-16,17-10-7 15,17-16-3-15,9-4-65 16,5-2-103-16,-7-3-212 16</inkml:trace>
  <inkml:trace contextRef="#ctx0" brushRef="#br0" timeOffset="78614.87">16868 1324 846 0,'0'0'220'0,"0"0"-38"0,0 0-66 0,0 0-1 0,0 0-65 16,0 0-24-16,0 0 18 15,-29 11-23-15,65-13-15 16,10-11-6-16,6 2-3 16,9 2-24-16,-9 0-79 15,4 4-46-15,-1-1-60 16,-4 5-203-16</inkml:trace>
  <inkml:trace contextRef="#ctx0" brushRef="#br0" timeOffset="78981.05">16985 2178 1098 0,'0'0'137'0,"0"0"-19"0,0 0 44 16,0 0-49-1,0 0-61-15,0 0-29 0,-21 3 15 16,50-4-17-16,28-14-15 15,-1 2-2-15,1 1-4 16,-9 0-5-16,3 1-31 16,-8 2-50-16,-4 5-78 15,-10 0-67-15,-8 4-231 16</inkml:trace>
  <inkml:trace contextRef="#ctx0" brushRef="#br0" timeOffset="79366.69">17127 2830 1193 0,'0'0'103'16,"0"0"-3"-16,0 0 40 0,0 0-82 15,0 0-49 1,0 0 3-16,58-3 19 0,0-8-24 15,2-3-4-15,-5 7-3 16,-4-1-3-16,-6 2-27 16,-6 3-54-16,-3 0-66 15,-2 3-19-15,-10 0-150 16,-10 0-246-16</inkml:trace>
  <inkml:trace contextRef="#ctx0" brushRef="#br0" timeOffset="79730.89">17349 3307 1150 0,'0'0'89'0,"0"0"-23"16,0 0 59-16,0 0-4 15,0 0-73-15,0 0-28 0,-24 4 20 16,24-4-12-16,26-4-14 15,17-9-4-15,8-3-7 16,6 1-3-16,4-1-37 16,8-3-62-16,-4-1-109 15,-7-2-79-15,-10 0-408 16</inkml:trace>
  <inkml:trace contextRef="#ctx0" brushRef="#br0" timeOffset="81997.81">15778 10367 943 0,'0'0'17'0,"0"0"35"0,0 0 9 0,0 0 57 16,0 0-69-16,0 0-42 16,0 0-4-16,75 6 46 0,-41 17-14 15,-8 2 7-15,3 4 2 16,-3-3 0-16,-2-9-20 16,-9-6-1-16,-3-6-8 15,9-5-9-15,13 0 10 16,17-22 16-16,35-24 18 15,27-20-30-15,15-15-19 16,11-4 4-16,-4 4-5 16,4 8-5-16,-11 12-33 15,-8 14-43-15,-14 13-41 16,-20 11-32-16,-18 6-139 16,-18 4-397-16</inkml:trace>
  <inkml:trace contextRef="#ctx0" brushRef="#br0" timeOffset="94049.07">20556 12106 441 0,'0'0'175'0,"0"0"-152"0,0 0-7 0,0 0 59 15,0 0 45-15,0 0-32 16,0 0-2-16,0 0-20 16,-77 1 18-16,68-1-28 0,-3 0-19 15,-3 0-7 1,3 0 2-16,3 0-12 0,4 0 1 16,5 0-5-16,0 0-7 15,0 0-6-15,0 3 4 16,0-3-5-16,0 0 1 15,7 0 3-15,39 0 14 16,11 0 4-16,16 0-4 16,8 0-9-16,-1 0-5 15,13-4 1-15,-6-3-7 16,2-5 0-16,2 1 2 16,-7 1-2-16,-11-1 0 15,-4 5 2-15,-13 0-2 16,1 2-2-16,-9-2 1 0,-7 2 1 15,-2 1 1 1,-6 0-1-16,1 2 0 0,-5-3-1 16,-5 2 1-16,-5-1 0 15,5 3 0-15,-19-2 0 16,2 2 0-16,-7 0-2 16,0 0 1-16,0-2-2 15,0 2-2-15,0 0-23 16,0-3-48-16,-21 1-44 15,-23 2-80-15,-4 0-163 16</inkml:trace>
  <inkml:trace contextRef="#ctx0" brushRef="#br0" timeOffset="99880.94">8175 13718 916 0,'0'0'90'0,"0"0"-67"0,0 0 12 0,0 0-1 15,0 0 33-15,0 0-38 16,0 0-4-16,-24 0-13 16,38 5 4-16,32 0 34 15,14-5-15-15,22 0-8 16,21 0-7-16,15 0-3 15,17-5-4-15,14-3-3 16,15 1 2-16,-3 0-9 16,2 1-3-16,-9-1 0 15,-15 0 1-15,-16 4 3 16,-17 3-4-16,-15 0-1 0,-7 0 1 16,-26 0 4-16,-17 0-2 15,-15 0 1-15,-16 0-1 16,-5 0 1-16,-5 0 0 15,0 0-2-15,0 0 1 16,0 0 3-16,0 0-2 16,0 0 1-16,0 0-4 15,0 0-6-15,0 0-46 16,0 0-31-16,2 0-49 16,25-3-124-16,21-3-77 15</inkml:trace>
  <inkml:trace contextRef="#ctx0" brushRef="#br0" timeOffset="100730.85">14129 13592 775 0,'0'0'146'0,"0"0"-48"0,0 0-35 0,-200 0 4 15,169 2 16 1,7 2-11-16,14-2-17 0,8-1-9 16,-5-1-24-1,7 0 4-15,0 0-2 0,0 0-10 16,0 0 3-16,0 0-17 15,0 0 0-15,33 0 4 16,47 0 8-16,16 0 28 16,27 0-29-16,2 0 1 15,2-7-12-15,-14-2 5 16,-7 4-5-16,-20-2 1 16,-9 2 1-16,-14 5-2 15,-15-4 1-15,-12 4-1 16,-10 0 0-16,-11 0-1 0,-8 0-1 15,-7 0 0 1,0 0-16-16,0 0-9 0,0 0-23 16,0 0-46-16,0 0-34 15,0 0-85-15,0-3-232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5T09:34:17.8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4823 4604 792 0,'0'0'157'0,"0"0"1"0,0 0-21 0,0 0-45 0,0 0-18 16,0 0-16-16,0 0-17 15,0 0-12-15,-122 6-14 16,182-6 0-16,29 0 25 0,57 0 6 16,23-11-29-1,11-1-11-15,10 0-5 16,7 1 4-16,0 1 2 16,-7 7-3-16,-34-1-4 0,-28 4-1 15,-37 0-4 1,-21 0 1-16,-24 0 4 0,-22 0 0 15,-15 0 0-15,-4 2-1 16,-5 0-4-16,0-2 4 16,0 0-1-16,0 1-13 15,0 2-65-15,-5 3-33 16,5-3-101-16,0-3-255 16</inkml:trace>
  <inkml:trace contextRef="#ctx0" brushRef="#br0" timeOffset="970.41">10310 4508 736 0,'0'0'135'0,"0"0"-28"0,0 0 33 0,0 0-4 16,0 0-53-16,0 0-17 15,-74 9-44-15,100-9-5 16,54 0 1-16,49 0 17 16,40-3 0-16,18-8-19 15,8-1-8-15,-3 4 6 0,-2 2 1 16,-7-3-2-1,-12 5-1-15,-15 3 4 0,-16-3-9 16,-20 4 4-16,-14-2-5 16,-20 1-3-16,-16-3 11 15,-29 2-4-15,-7-1 9 16,-20 0-3-16,-12 3 6 16,3-2 1-16,-5 2-15 15,0 0-2-15,0-2-3 16,0 2 0-16,0 0-3 15,0 0-3-15,0 0-4 16,0 0-30-16,0 0-52 16,3 0-54-16,6 0-54 15,6 0 7-15,-11 4-186 16</inkml:trace>
  <inkml:trace contextRef="#ctx0" brushRef="#br0" timeOffset="4799.93">3996 5317 855 0,'0'0'75'0,"0"0"-66"0,0 0 5 0,0 0 87 16,0 0-10-16,0 0-26 0,240 35 9 16,-119-35-52-16,4-13-2 15,2 2-11-15,-4-1-3 16,-5 0-5-16,-5 1 4 16,-15 5-2-16,-6 4-6 15,-20 2-1-15,-7 0 4 16,-10 0-14-16,0 0-80 15,-4 4-103-15,-10 3-141 16</inkml:trace>
  <inkml:trace contextRef="#ctx0" brushRef="#br0" timeOffset="6349.25">11200 5559 727 0,'0'0'127'0,"0"0"-22"16,0 0-3-16,0 0 14 15,0 0-73-15,0 0-31 0,0 0-5 16,-12 18 7-16,53-12 39 15,29-2 0-15,23-4 7 16,25 0-10-16,24 0-26 16,34-4-23-16,21-6 5 15,10 0-2-15,-10 4 3 16,-29 2-14-16,-28 4 6 16,-25 0 1-16,-16 0 0 15,-22 0-1-15,-15 0 1 16,-19 0 0-16,-9 0 0 15,-12 0 0-15,-13 0-1 16,-2 0-12-16,1 4-46 16,-8 0-73-16,0 4-64 15,-8-3-142-15</inkml:trace>
  <inkml:trace contextRef="#ctx0" brushRef="#br0" timeOffset="10788.49">4566 6141 957 0,'0'0'109'0,"0"0"-50"0,0 0 9 0,0 0-20 15,0 0-26-15,0 0-12 16,0 0 35-16,151 16-1 15,-33-16-14-15,19-11 5 16,7-8-14-16,6 0-21 16,-6 3 6-16,-2-2-3 15,-17 4-1-15,-19 5-1 16,-20 2-1-16,-26 5 2 0,-2-1-5 16,-17 3 3-16,-12 0-29 15,4 0-48-15,-6 0-70 16,-3 0-116-16,-3 0-424 15</inkml:trace>
  <inkml:trace contextRef="#ctx0" brushRef="#br0" timeOffset="42781.55">5557 7614 852 0,'0'0'166'0,"0"0"-75"0,-198-3 28 16,148 3-18-16,31 0-33 15,2 0-27-15,17 0-6 16,0 3-18-16,0-2 1 16,70 2 0-16,33-3 49 15,41 0-24-15,56-4-19 16,23-9-14-16,11-1 6 16,13 5-16-16,-9 3 0 15,-9 5-1-15,-18 1 2 0,-16 0-1 16,-36 1 5-1,-34 8-4-15,-24 0 2 0,-34-3-2 16,-16-1-1-16,-22-2 0 16,-10-2 1-16,-12-1-1 15,-7 0 0-15,0 0 0 16,0 0 3-16,0 0 0 16,0 0-3-16,0 0-20 15,0 0-66-15,-22 2-72 16,-4 3-70-16,-3 1-262 15</inkml:trace>
  <inkml:trace contextRef="#ctx0" brushRef="#br0" timeOffset="47481.48">11181 7470 862 0,'0'0'1'0,"0"0"7"0,0 0 17 16,0 0 53-16,0 0-4 15,0 0-63-15,0 0 0 0,26 41 54 16,46-32-9-16,13-5-33 16,20-3 3-16,20-1 3 15,32 0-8-15,35-2-16 16,24-13 10-16,18 2-15 15,4-3-1-15,-3 0 1 16,-1 3 0-16,-16 1 2 16,-20 1-2-16,-16 5 2 15,-25 2-1-15,-25 3-1 16,-33 1 0-16,-15 0 0 16,-27 0 0-16,-8 0 0 15,-13 0 7-15,-8 0 1 16,-6 0 4-16,-15 0 0 15,-7 0-4-15,0 0 1 0,0-2-6 16,0 0 3-16,-7-3-6 16,-29-1-10-16,-5 3-63 15,-24-1-161-15,-7-1-261 16</inkml:trace>
  <inkml:trace contextRef="#ctx0" brushRef="#br0" timeOffset="50316.8">2289 4674 747 0,'0'0'139'0,"0"0"-39"0,0 0 53 0,0 0-23 16,0 0-56-16,0 0-27 16,0 0-18-16,7-15 14 15,70-26-25-15,29-10-12 16,14-6-4-16,0-3-2 15,-7 6 0-15,3 4 6 16,-20 9-2-16,-24 9-4 16,-29 12-1-16,-33 13 1 15,-10 5 0-15,-10 2 0 16,-40 0-5-16,-22 0 3 16,-13 12-2-16,8 2 4 15,8-2 0-15,23-4-1 0,22-5 1 16,7-3 8-16,17 0 12 15,0 0 9-15,0 0-12 16,17 0-17-16,36 0 5 16,26-8-5-16,13-1 3 15,1 6-3-15,-4 0 2 16,-17 3 8-16,-21 0-4 16,-13 13-6-16,-16 10-6 15,-22 12 6-15,0 16 0 16,-14 9 0-16,-32 8-3 15,-5 10-32-15,1 5-93 16,-1 9-59-16,3 2-315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1516.99072" units="1/cm"/>
          <inkml:channelProperty channel="Y" name="resolution" value="2427.185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9-15T09:35:44.4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4265 4709 690 0,'0'0'118'0,"0"0"46"0,0 0-1 0,-197-31-43 16,154 24-38-16,7 2-7 16,7 3-7-16,7 0 0 15,3 2-18-15,5 0-15 0,6 0-5 16,8 0-3-16,0 0-9 15,0 0-17-15,0 0 1 16,17 0 1-16,46 4 0 16,35 2 26-16,23-1-10 15,20-3 1-15,-1 0-7 16,-8-1-11-16,-4 3-1 16,1-1-1-16,-23 0 0 15,-10 3 4-15,-16-3 0 16,-18 1-4-16,-11-1 0 15,-10-2-2-15,-8 2 4 16,-9-3-1-16,-16 0 0 16,-4 0-1-16,-4 0-5 15,0 0 2-15,0 0-27 0,0 0-35 16,5 0-32-16,-2 0-90 16,18 0-93-16,13 0-230 15</inkml:trace>
  <inkml:trace contextRef="#ctx0" brushRef="#br0" timeOffset="682.58">7184 4682 752 0,'0'0'186'0,"0"0"-15"0,0 0-66 15,0 0 10-15,-206 16-21 16,182-13-18-16,14-1-11 0,3 1-16 16,7-3-1-1,0 0-11-15,0 0-18 0,0 0-1 16,53 0-16-16,40 0 13 15,32 0 9-15,22 0-5 16,5 0-10-16,-8-5-3 16,3-2-5-16,-10 2 6 15,-17 2-3-15,-14 2-2 16,-20-2-1-16,-26 3 3 16,-9 0-4-16,-22 0-4 15,-10 0 4-15,-19 0-7 16,7 0-30-16,-7 0-29 15,0 0-35-15,0 4-13 16,-7 7-86-16,-7-7-170 16</inkml:trace>
  <inkml:trace contextRef="#ctx0" brushRef="#br0" timeOffset="7365.74">8538 6157 785 0,'0'0'53'15,"0"0"17"-15,0 0 65 0,0 0-45 0,0 0-30 16,0 0-21-16,0 0-6 15,0 0-6-15,51 10 35 16,30-10 2 0,28 0-15-16,28-8-24 0,21-10-3 15,20-2 3-15,15-2-19 16,1-1-1-16,-1 0-4 16,-25 7 0-16,-2 1 2 15,-22 2-3-15,-23 5 0 16,-23 0-1-16,-28 4 2 15,-27 3 0-15,-14-1-1 0,-7-1 0 16,-17 3 0-16,-5-1-2 16,0 1-1-16,0 0-28 15,0 0-41-15,0 6-37 16,-15 7-87-16,-19-7-223 16</inkml:trace>
  <inkml:trace contextRef="#ctx0" brushRef="#br0" timeOffset="18066.39">5395 7136 1069 0,'0'0'91'0,"0"0"-54"0,0 0 52 0,0 0 1 15,0 0-17-15,0 0-62 0,0 0-4 16,121 0 31 0,4 0 22-16,21 0-38 15,32 0-10-15,12 0-3 0,17-1-1 16,-15 1-8-16,-21 0 0 16,-34 0-1-16,-21 0 1 15,-35 0 0-15,-18 7 0 16,-13 2-6-16,-21-4-6 15,-2 5-20-15,-13 4-70 16,-14 1-64-16,0-3-315 16</inkml:trace>
  <inkml:trace contextRef="#ctx0" brushRef="#br0" timeOffset="29482.5">15504 2457 746 0,'0'0'193'0,"0"0"-68"0,0 0-9 0,0 0 14 16,-91-88-53-16,84 85-37 15,7 3 6-15,0 0-19 16,0 0-19-16,0 0-8 16,0 10-10-16,0 20 9 15,0 17 2-15,-8 14 24 16,-6 15 13-16,-10 8-36 15,-12 6 6-15,-10-2 4 16,13-7-12-16,-4-9 2 16,9-17 3-16,16-12-3 15,-5-13-2-15,10-15 1 0,2-6-1 16,5-9 1-16,-3 0 1 16,-1 0 13-16,-13-10 49 15,-3-10-38-15,-13-10-26 16,2-4 0-16,-3-4-2 15,5 2 2-15,7 8 1 16,15 9-1-16,7 12 0 16,0 5-1-16,-2 2-6 15,2 2 1-15,0 22-8 16,0 10 8-16,24 6 6 16,-3-2 1-16,6-6-1 15,2-8 0-15,0-4 0 16,-1-12-7-16,1-1 7 15,5-7 0-15,9 0 6 0,5-3-4 16,10-17-2 0,19-12 0-16,14 1-32 0,15-3-67 15,0-2-67-15,-5 3-193 16</inkml:trace>
  <inkml:trace contextRef="#ctx0" brushRef="#br0" timeOffset="51015.68">13484 6727 729 0,'0'0'136'0,"0"0"-75"0,0 0 85 15,0 0-34-15,0 0-53 0,0 0-33 16,0 0-3 0,-33 0 0-16,62 0 4 0,14 0 8 15,17 0 6-15,7 0-6 16,5-4-8-16,8 1-16 15,6-2 8-15,13 3-6 16,7-4 5-16,7 3-4 16,2 0 0-16,-9 0 1 15,5 1-15-15,-6 2 4 16,8 0-1-16,5 0 0 16,-2 0-2-16,-6 2 2 15,-9 4-3-15,5-1-3 16,-15 1 3-16,10-3 6 15,-4-1-6-15,4-2 2 16,2 0 2-16,3 0 0 0,-8 0-3 16,1 0 8-16,4 0-5 15,3 0-2-15,10 0 19 16,-1 0-4-16,5-5-13 16,-2-3 1-16,-5 4 5 15,0-3-4-15,0 0-5 16,-14 1 6-16,-8 0 0 15,-14 3-5-15,-14-1 6 16,-11 4-8-16,-3 0 2 16,-1 0 0-16,-5 0-2 15,17-3 5-15,12-1 0 0,8-2-5 16,16 0 7 0,-15 1-2-16,-4-1-5 15,-21 3 1-15,-8 1-4 0,-10 2 3 16,3 0 0-16,-12 0 0 15,-7 0 0-15,-3 0 0 16,-10-2 0-16,-1 2 1 16,-3-1-1-16,-5 1 3 15,0 0-6-15,0 0 3 16,0 0-1-16,0 0-2 16,0 0-28-16,-22 0-97 0,-29 3-146 15,-9 1-427 1</inkml:trace>
  <inkml:trace contextRef="#ctx0" brushRef="#br0" timeOffset="73198.78">20056 7576 791 0,'0'0'9'15,"0"0"45"-15,0 0 98 0,0 0-54 16,0 0-54-16,0 0-3 16,0 0-24-16,-84 5 5 15,84-5 12-15,26 0 18 0,32 0 4 16,19 0-11-16,14 0-12 15,15-11-17-15,19 2-1 16,12 3-3-16,3-1-1 16,-13 7-2-16,-14 0-8 15,-19 0 8-15,-24 0 1 16,-22 0 2-16,-14 0-11 16,-18 0 7-16,-8 3-6 15,-4-2 1-15,-4-1-3 16,0 0 2-16,0 0-2 15,3 0-7-15,2 0-72 16,9 3-48-16,10 0-70 16,7-3-222-16</inkml:trace>
  <inkml:trace contextRef="#ctx0" brushRef="#br0" timeOffset="73597.99">21792 7416 831 0,'0'0'194'0,"0"0"-63"0,0 0-2 0,0 0-44 0,0 0-23 16,0 0-13-16,-2-36-34 15,4 36 1-15,17 12-10 16,3 5 12-16,2 5 12 16,-5 3-13-16,-2 3 0 15,-5-4-6-15,3-4-1 16,-3-7 9-16,-5-10-16 16,7-3 9-16,15 0-1 15,14-23 10-15,25-17 16 16,16-10-31-16,2-3-5 15,1 3-2-15,-12 4 0 16,-6 2-1-16,-1 6 1 16,-8 6-40-16,-15 6-32 15,-6 10-41-15,-8 8-90 16,-14 1-124-16,-5 1-466 0</inkml:trace>
  <inkml:trace contextRef="#ctx0" brushRef="#br0" timeOffset="83097.97">15567 8292 508 0,'0'0'217'0,"0"0"-73"0,0 0-6 0,0 0-13 0,0 0-44 15,0 0-10-15,0 0-13 16,-161 3 7-16,153-2-23 16,8-1-10-16,0 0-11 15,0 0-6-15,15 0 3 0,43 0 4 16,43 0 19-1,28-7-20-15,25-2-11 16,10-3-9-16,-1 1 1 0,1 2 5 16,-10 3-3-16,-15 1-3 15,-16 5-1-15,-17 0 4 16,-17 0-4-16,-20 0 2 16,-16 1-2-16,-12 6 0 15,-12-4-1-15,-10 3-3 16,-12-5 4-16,-4 1 1 15,-3-2-1-15,0 2-1 16,0 0-1-16,0 5-7 16,-39 0-31-16,-9 2-74 15,-7-1-69-15,0-2-89 16,4-6-325-16</inkml:trace>
  <inkml:trace contextRef="#ctx0" brushRef="#br0" timeOffset="84201.16">13686 8254 314 0,'0'0'125'0,"0"0"17"0,0 0-23 0,0 0 11 16,0 0-21-16,-187-9 3 16,163 9-14-16,0 0-33 15,9 0-7-15,11 1 0 16,4-1-20-16,0 0-13 16,0 4-11-16,12-2-9 15,38 0 23-15,20-1 14 16,28-1-6-16,32 0-9 0,12 0-12 15,10-1 5 1,13-9-9-16,-6 3-10 0,0 1 10 16,-12 3-10-16,-8 3-1 15,-14 0 3-15,-31 0-1 16,-15 0-2-16,-19 0-4 16,-14 0 4-16,-17 0-2 15,-5 0 2-15,-12 0 1 16,-10 0-1-16,-2 0-2 15,0 0 2-15,0 0 0 16,0 0-4-16,0 0-51 16,0 0-110-16,-19 3-110 15,-15-3-471-15</inkml:trace>
  <inkml:trace contextRef="#ctx0" brushRef="#br0" timeOffset="86148.49">14497 8335 709 0,'0'0'51'0,"0"0"67"0,0 0 19 16,0 0-37-16,0 0-51 15,0 0-36-15,0 0 5 16,0-14-9-16,0 14-1 16,0 6-7-16,0 14 5 15,0 9 18-15,0 11 0 0,0 11 13 16,0 13-11 0,0 10 6-16,0 12-5 0,0 10-5 15,-7 9-2-15,4 4-11 16,3-5-3-16,0-10 1 15,-5-9-6-15,5-14 1 16,0-12 5-16,-2-12-7 16,2-13 1-16,-5-8 4 15,3-12-1-15,-3-5-2 16,2-5 3-16,1-3-1 16,0-1 6-16,-15 0 12 15,0-3 37-15,-12-14-41 16,0-3-15-16,5-3-2 15,0-1 1-15,0 7 0 16,5-3-1-16,4 7 0 0,6 0 5 16,4 8-5-16,5 1 0 15,0 4 2-15,0 0-3 16,0 0-3-16,0 11-3 16,2 12 6-16,18 2 0 15,6 0-5-15,3-5 5 16,0-4 1-16,-7-5 3 15,4-6-8-15,-2-5 4 16,10 0-3-16,-5-4 6 16,4-20-2-16,3-5-1 15,-2-1-3-15,-5-2-29 16,-12 4-12-16,-1 4-23 16,4 6-34-16,-16 7 3 0,9 8-64 15,-13 3-105-15,0 0-148 16</inkml:trace>
  <inkml:trace contextRef="#ctx0" brushRef="#br0" timeOffset="86864.95">14312 10075 1020 0,'0'0'82'0,"0"0"32"0,0 0-9 15,0 0-13-15,0 0-86 16,0 0-4-16,0 46 23 15,14 2 9-15,5 6-10 16,-7 4-5-16,-9-9-13 16,-3-13 0-16,0-15 3 0,0-12-8 15,0-9 4 1,0 0 4-16,0-12 53 16,-12-21-6-16,-10-14-50 0,0-8-2 15,6 2-2 1,6 4 2-16,8 10-2 0,2 12 2 15,0 10 5-15,0 8 7 16,0 9-11-16,0 0-5 16,21 11-6-16,20 14 6 15,12 9 2-15,-12 6-2 16,14 4 8-16,-9-4-6 16,2-5-3-16,-7-5 1 15,9-5 0-15,-14-10-2 0,0-6 1 16,-9-6 1-1,2-3-1-15,-3 0-3 16,-2-10 4-16,0-7 0 16,-9-12 6-16,-3-5-4 0,-7-5 3 15,-5-9-3-15,0-2 0 16,0-5-1-16,-29 0 5 16,2 7-6-16,-4 5 0 15,-3 12 7-15,5 7-7 16,1 7 1-16,8 5-1 15,6 5 0-15,4 4 0 16,5 3-2-16,5 0-13 16,0 0-24-16,0 23-58 0,0 11-12 15,15 6-77 1,7 4-17-16,6-4-160 16,8-4-299-16</inkml:trace>
  <inkml:trace contextRef="#ctx0" brushRef="#br0" timeOffset="87980.63">15336 10176 601 0,'0'0'138'0,"0"0"38"0,0 0-26 0,0 0-33 16,0 0-38-16,7-97-21 0,-7 84 13 15,-19 2 2 1,2 5-21-16,-12 4-4 0,8 2-11 16,-8 0-18-16,2 7-10 15,-2 11-7-15,8 6-1 16,2 5-1-16,11 2 0 16,1 1 2-16,7-4 2 15,0-2-4-15,0-6 0 16,0-7-5-16,15-7 3 15,-3-3 2-15,2-3-2 16,8 0-3-16,-1-5 5 16,6-15 6-16,-1-4-1 15,-2-2-1-15,-2-1-2 0,2 7-2 16,-12 7 1-16,0 8 1 16,-5 3 2-16,-2 2-4 15,5 0 0-15,4 2-11 16,8 10 11-16,4 4 1 15,-2 1-1-15,3 0 2 16,-6-3-1-16,11-5-1 16,-13-3 0-16,-7-4 0 15,2-2 0-15,-7 0 0 16,1 0 0-16,20-22 8 16,-1-4 1-16,2-1-7 15,2 5-1-15,-5 9-1 16,-11 5 0-16,7 5 3 0,-1 3-4 15,6 0 1-15,9 0-3 16,0 3 3-16,5 5 0 16,-8 0 1-16,-4-3-1 15,-7-1 0-15,-8-3 0 16,1-1 1-16,-8 0-1 16,5 0 1-16,5-17 5 15,2-4-1-15,3-2-2 16,-8 8-1-16,0 5-2 15,-6 6 0-15,-3 4 0 16,4 0-7-16,6 0-5 16,4 7 10-16,5 6 2 15,2-4 0-15,1-2 1 16,-3-3 0-16,-10-4-1 0,8 1 0 16,-17-1 0-16,9 0 0 15,8-10 4-15,-8-7 1 16,8-2-5-1,-8 4 2-15,1 5-2 0,-15 5 0 16,4 3-5-16,-4 2 5 16,15 0-5-16,11 0-3 15,6 4 8-15,1 2 0 16,11 1 2-16,-6-5-2 16,0-2 2-16,6 0-3 15,-1 0 2-15,-7-6 2 16,-2-8-1-16,-8-3 0 15,-4-4 0-15,-8-1-1 16,-4 0 5-16,-10 4-4 0,0 5 2 16,0 6-4-16,-17 7 0 15,-9 0-6-15,-3 12 5 16,-5 13-1-16,3 5 2 16,12 3 0-16,16-2 1 15,3-5-1-15,0-5 0 16,29-1-1-16,14-8 0 15,13-4 1-15,1-4-2 16,6-4 1-16,4 0 1 16,-14-4-13-16,0-10-11 15,-22 1-17-15,-2-3-66 16,-14 3-62-16,-11 1-58 16,-4 3-249-16</inkml:trace>
  <inkml:trace contextRef="#ctx0" brushRef="#br0" timeOffset="88297.71">14939 10885 1176 0,'0'0'64'0,"0"0"-20"0,0 0 50 0,0 0-43 16,0 0 26-16,334-25 1 15,-117-16-45-15,35-6-20 16,3 1-10-16,0 4 10 16,-43 6-12-16,-32 12 4 15,-55 11-10-15,-50 8 2 16,-32 5-16-16,-29 0-116 15,-14 0-62-15,0 0-290 16</inkml:trace>
  <inkml:trace contextRef="#ctx0" brushRef="#br0" timeOffset="88481.14">17245 10679 1255 0,'0'0'88'16,"0"0"19"-16,0 0 10 16,0 0-69-16,0 0-44 15,0 0-4-15,0 5-30 16,0-5-215-16,0 0-432 16</inkml:trace>
  <inkml:trace contextRef="#ctx0" brushRef="#br0" timeOffset="90214.61">15829 11259 722 0,'0'0'113'0,"-7"-100"44"0,7 61 1 0,0 9-47 16,0 10-39-16,0 6-6 16,0 7-7-16,7 7-25 15,12 0-33-15,5 21-1 16,3 20 0-16,9 18 9 16,-7 13 2-16,-1 8 1 15,-13-3-2-15,6-7-4 16,11-15-4-16,6-6-2 15,3-12 0-15,17-10 1 16,11-13-1-16,11-10 5 16,11-4-5-16,1 0 2 0,-8-9 1 15,-15-8-2-15,-18 2-2 16,-15 1 5-16,-24 1-2 16,-12-1 2-16,0 0 3 15,0-5-4-15,-31 3-3 16,-15 2 1-16,5 3-2 15,-2 1 2-15,14 1-1 16,0 4 2-16,10-1-2 16,14 1 4-16,5 1 0 15,0 3 12-15,0 1-11 16,24 0-5-16,32 0-1 16,8 0 1-16,-1 0 4 15,-12 14-4-15,-3 6 2 0,-17 4-1 16,-12 5 1-16,-19 9-1 15,0 4-1-15,-7 3 0 16,-20-3 0-16,-1-7-5 16,11-2-41-16,-2-9-123 15,11-5-57-15,-6-9-330 16</inkml:trace>
  <inkml:trace contextRef="#ctx0" brushRef="#br0" timeOffset="95947.76">17353 11561 613 0,'0'0'172'0,"0"0"-93"0,0 0 18 0,0 0 3 15,0 0-35-15,0 0-35 16,0 0 22-16,0 0-3 15,-4 3-15-15,-1-3 0 16,5 0 5-16,-5 0-2 16,5 0-4-16,0 0 4 15,0 0 2-15,0 0-4 16,-7 0 3-16,0-1 7 16,-1-12-13-16,-4-5-27 15,10-1-1-15,2-2-3 16,0-2 1-16,0 2 1 15,0 1-2-15,0 4-1 0,7 8-1 16,-7 3 0 0,15 5 1-16,-1 0-4 0,15 0-4 15,-3 17 8-15,10 6 3 16,0 2 0-16,-7 3-1 16,0 0-1-16,-10-2 0 15,-2-2 1-15,-7-7-2 16,-1-1-1-16,-4-5 1 15,-2-5 0-15,1-4 1 16,-4-1-1-16,0-1 0 16,5 0 6-16,-5-9-1 15,5-12 5-15,2-5-4 16,5-2-6-16,-2 1 0 16,-5 1 2-16,9 2-1 15,-2 4-1-15,-2 9 0 0,-3 2 0 16,0 7 0-1,-7 2 1-15,0 0-2 0,0 0-3 16,17 9 2-16,2 10 2 16,8 2 3-16,-1 2-3 15,-2 0 2-15,-2-2-2 16,2-4 0-16,-7-6-1 16,0-5 0-16,-8-3-1 15,1-3 1-15,7 0-9 16,2-17 6-16,0-7 4 15,12-6 3-15,-11-3-3 16,-6 0 0-16,-7 1 0 16,0 2-4-16,-2 12 4 15,-5 10 0-15,0 8 1 0,0 0 5 16,0 1-6-16,0 18-4 16,7 3 4-16,10 4 0 15,15 0-1-15,4-2-2 16,2-1 3-16,3-9-1 15,-5-2-3-15,-2-7-5 16,2-5 2-16,-3 0-2 16,-1-10 8-16,-3-11 1 15,-13 1 2-15,-13-6 2 16,-3 3 4-16,-10 2 0 16,-36-4 4-16,-6 9 2 15,-11 0-6-15,-7 7-4 16,8 8-2-16,-3 1-4 0,10 0 2 15,11 0-3-15,11 10-15 16,11 9-65-16,15 4-73 16,7-2-97-16,0-3-258 15</inkml:trace>
  <inkml:trace contextRef="#ctx0" brushRef="#br0" timeOffset="96146.86">18847 11442 1121 0,'0'0'237'0,"0"0"-9"0,0 0-100 0,0 0-68 0,0 0-43 0,0 0-15 0,65-6-2 16,-58 6-18-16,0 0-67 15,3 0-122-15,-6 0-229 16</inkml:trace>
  <inkml:trace contextRef="#ctx0" brushRef="#br0" timeOffset="104249.4">19457 8268 556 0,'0'0'103'0,"0"0"-43"0,0 0 55 16,0 0-19-16,0 0-7 0,0 0-27 15,0 0 11-15,0 0-35 16,-38-7-4-16,38 7-6 15,31 0-12-15,36-2 10 16,20-2 29-16,12-1-16 16,14 0-2-16,0 2-12 15,12-1-4-15,-3 3-1 16,3 1-3-16,-4 0-14 16,-1 0 9-16,-7 0-11 15,-7 0-1-15,-13 0 8 16,-18 0-7-16,-25 0 1 15,-6 0-2-15,-18 0 6 16,-9 0-2-16,-12 0-3 0,-5 0-1 16,0 0-1-16,0 0 1 15,0 0 0-15,0 0-8 16,0 0-1-16,-5 4-39 16,-41-3-53-16,-23 2-55 15,-16-2-219-15</inkml:trace>
  <inkml:trace contextRef="#ctx0" brushRef="#br0" timeOffset="111097.51">18813 9092 811 0,'0'0'120'0,"0"0"55"0,0 0-44 0,0 0-40 15,0 0-16 1,0 0-29-16,0 0-27 0,0 0-13 16,22-37 14-16,6 56 26 15,1 6-24-15,-2-2 1 16,-6-5-6-16,-1-1 2 16,-4-5-15-16,4-8 3 15,6-2 2-15,13-2 0 16,23-15 14-16,25-23-2 15,18-14-16-15,13-11-4 16,0-9-1-16,0 1-6 0,0 7-34 16,-17 5-48-1,-3 15-79-15,-21 8-64 0,-14 1-263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576EEE-4B33-435B-8495-4F2A97E865CB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9BF898-4262-4865-816B-E13729D50B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187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B06BDB1-8E0A-45C9-A0E9-4C66032D1CF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8825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1503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559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034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732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959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599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336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710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164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154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3D751-62FC-4A0B-831A-83C45D59534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765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3D751-62FC-4A0B-831A-83C45D595346}" type="datetimeFigureOut">
              <a:rPr lang="en-IN" smtClean="0"/>
              <a:t>15-09-2025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B9C32-2956-40E0-818B-39100DB62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151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customXml" Target="../ink/ink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1143000" y="1028700"/>
            <a:ext cx="685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09635" y="306065"/>
            <a:ext cx="7500557" cy="1985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42900"/>
            <a:r>
              <a:rPr lang="en-US" sz="36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CSET301 – AI-ML</a:t>
            </a:r>
          </a:p>
          <a:p>
            <a:pPr algn="ctr" defTabSz="342900"/>
            <a:endParaRPr lang="en-US" sz="36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defTabSz="342900">
              <a:defRPr/>
            </a:pPr>
            <a:r>
              <a:rPr lang="en-US" sz="3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20 : K – Nearest </a:t>
            </a:r>
            <a:r>
              <a:rPr lang="en-US" sz="3000" b="1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Neighbour</a:t>
            </a:r>
            <a:r>
              <a:rPr lang="en-US" sz="30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(KNN)</a:t>
            </a:r>
          </a:p>
          <a:p>
            <a:pPr algn="ctr" defTabSz="342900"/>
            <a:endParaRPr lang="en-US" sz="21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415"/>
    </mc:Choice>
    <mc:Fallback xmlns="">
      <p:transition advTm="241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 – Nearest Neighbour (KNN)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461C6AC-CE12-CE55-1E34-C97C06A15181}"/>
              </a:ext>
            </a:extLst>
          </p:cNvPr>
          <p:cNvSpPr txBox="1"/>
          <p:nvPr/>
        </p:nvSpPr>
        <p:spPr>
          <a:xfrm>
            <a:off x="755576" y="1203598"/>
            <a:ext cx="778852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“</a:t>
            </a:r>
            <a:r>
              <a:rPr lang="en-US" sz="1800" b="1" i="1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Birds of a feather flock together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“</a:t>
            </a:r>
          </a:p>
          <a:p>
            <a:pPr algn="ctr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•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In other words, things that are alike are likely to have properties that are alike.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•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We can use this principle to classify data by placing it in the category with the most similar, or "nearest" neighbors.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423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 – Nearest Neighbour (KNN)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461C6AC-CE12-CE55-1E34-C97C06A15181}"/>
              </a:ext>
            </a:extLst>
          </p:cNvPr>
          <p:cNvSpPr txBox="1"/>
          <p:nvPr/>
        </p:nvSpPr>
        <p:spPr>
          <a:xfrm>
            <a:off x="755576" y="843558"/>
            <a:ext cx="820891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solidFill>
                  <a:srgbClr val="000000"/>
                </a:solidFill>
                <a:latin typeface="Ubuntu" panose="020B0504030602030204" pitchFamily="34" charset="0"/>
              </a:rPr>
              <a:t>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earest neighbor classifiers are defined by their characteristic of classifying unlabeled examples by assigning them the class of the most similar labeled examples.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Despite the simplicity of this idea, nearest neighbor methods are extremely powerful. They have been used successfully for: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–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Computer vision applications, including optical character recognition and facial recognition in both still images and video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–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Predicting whether a person enjoys a movie which is recommended by Netflix</a:t>
            </a:r>
          </a:p>
          <a:p>
            <a:pPr algn="l"/>
            <a:endParaRPr lang="en-US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–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Identifying patterns in genetic data, for use in detecting specific protein or diseases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904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KNN Algorithm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461C6AC-CE12-CE55-1E34-C97C06A15181}"/>
              </a:ext>
            </a:extLst>
          </p:cNvPr>
          <p:cNvSpPr txBox="1"/>
          <p:nvPr/>
        </p:nvSpPr>
        <p:spPr>
          <a:xfrm>
            <a:off x="755576" y="843558"/>
            <a:ext cx="82089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The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Ubuntu" panose="020B0504030602030204" pitchFamily="34" charset="0"/>
              </a:rPr>
              <a:t>kNN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 algorithm begins with a training dataset made up of examples that are classified into several categories, as labeled by a nominal variable.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•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Assume that we have a test dataset containing unlabeled examples that otherwise have the same features as the training data.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•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For each record in the test dataset,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Ubuntu" panose="020B0504030602030204" pitchFamily="34" charset="0"/>
              </a:rPr>
              <a:t>kNN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 identifies k records in the training data that are the "nearest" in similarity, where k is an integer specified in advance.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•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The unlabeled test instance is assigned the class of the majority of the k nearest neighbors</a:t>
            </a: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6F7AFC4-9EF2-E883-CD16-4A635338534C}"/>
                  </a:ext>
                </a:extLst>
              </p14:cNvPr>
              <p14:cNvContentPartPr/>
              <p14:nvPr/>
            </p14:nvContentPartPr>
            <p14:xfrm>
              <a:off x="4375800" y="514800"/>
              <a:ext cx="3937320" cy="1004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6F7AFC4-9EF2-E883-CD16-4A63533853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66440" y="505440"/>
                <a:ext cx="3956040" cy="102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9474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KNN Algorithm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461C6AC-CE12-CE55-1E34-C97C06A15181}"/>
              </a:ext>
            </a:extLst>
          </p:cNvPr>
          <p:cNvSpPr txBox="1"/>
          <p:nvPr/>
        </p:nvSpPr>
        <p:spPr>
          <a:xfrm>
            <a:off x="748552" y="1491630"/>
            <a:ext cx="82089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Given k = number of nearest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Ubuntu" panose="020B0504030602030204" pitchFamily="34" charset="0"/>
              </a:rPr>
              <a:t>neighbours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, D=training dataset.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for each test sample z=(x’, y’)  do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compute distance between z and every sample point in D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select k nearest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Ubuntu" panose="020B0504030602030204" pitchFamily="34" charset="0"/>
              </a:rPr>
              <a:t>neighbours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 of z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return majority class label.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end for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89D71D9-E9EA-5EF8-6CA8-5A6071108B82}"/>
                  </a:ext>
                </a:extLst>
              </p14:cNvPr>
              <p14:cNvContentPartPr/>
              <p14:nvPr/>
            </p14:nvContentPartPr>
            <p14:xfrm>
              <a:off x="1441080" y="512280"/>
              <a:ext cx="7537680" cy="4381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89D71D9-E9EA-5EF8-6CA8-5A6071108B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1720" y="502920"/>
                <a:ext cx="7556400" cy="440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3980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FF83631-589F-3148-F95F-04EE7E175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416" y="1163537"/>
            <a:ext cx="6573167" cy="28483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F5FF37-30E9-EBB5-D5C2-54CC184F4597}"/>
              </a:ext>
            </a:extLst>
          </p:cNvPr>
          <p:cNvSpPr txBox="1"/>
          <p:nvPr/>
        </p:nvSpPr>
        <p:spPr>
          <a:xfrm>
            <a:off x="1319814" y="4762850"/>
            <a:ext cx="73563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u="none" strike="noStrike" baseline="0" dirty="0">
                <a:latin typeface="Calibri" panose="020F0502020204030204" pitchFamily="34" charset="0"/>
              </a:rPr>
              <a:t>Reference: Machine Learning with R, Brett Lantz, </a:t>
            </a:r>
            <a:r>
              <a:rPr lang="en-US" sz="1400" b="0" i="0" u="none" strike="noStrike" baseline="0" dirty="0" err="1">
                <a:latin typeface="Calibri" panose="020F0502020204030204" pitchFamily="34" charset="0"/>
              </a:rPr>
              <a:t>Packt</a:t>
            </a:r>
            <a:r>
              <a:rPr lang="en-US" sz="1400" b="0" i="0" u="none" strike="noStrike" baseline="0" dirty="0">
                <a:latin typeface="Calibri" panose="020F0502020204030204" pitchFamily="34" charset="0"/>
              </a:rPr>
              <a:t> Publishing</a:t>
            </a:r>
            <a:endParaRPr lang="en-US" sz="1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F0C2D28-F4D2-B2C4-570A-C1E44D0E00EC}"/>
                  </a:ext>
                </a:extLst>
              </p14:cNvPr>
              <p14:cNvContentPartPr/>
              <p14:nvPr/>
            </p14:nvContentPartPr>
            <p14:xfrm>
              <a:off x="3585240" y="1016280"/>
              <a:ext cx="3342600" cy="180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F0C2D28-F4D2-B2C4-570A-C1E44D0E00E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75880" y="1006920"/>
                <a:ext cx="3361320" cy="19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75173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3B46581-2D92-9920-51EA-5638DF333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728" y="915566"/>
            <a:ext cx="4467849" cy="40677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18F46B3-E4F3-2AE2-A0C9-EBC5523314ED}"/>
                  </a:ext>
                </a:extLst>
              </p14:cNvPr>
              <p14:cNvContentPartPr/>
              <p14:nvPr/>
            </p14:nvContentPartPr>
            <p14:xfrm>
              <a:off x="1949400" y="1668240"/>
              <a:ext cx="4567320" cy="3306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18F46B3-E4F3-2AE2-A0C9-EBC5523314E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40040" y="1658880"/>
                <a:ext cx="4586040" cy="332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5535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85B7133A-4C0D-0833-4B11-49D646F67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523" y="843558"/>
            <a:ext cx="4686954" cy="421063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AA27A9-7032-F0B8-A0A1-2FDD58833499}"/>
                  </a:ext>
                </a:extLst>
              </p14:cNvPr>
              <p14:cNvContentPartPr/>
              <p14:nvPr/>
            </p14:nvContentPartPr>
            <p14:xfrm>
              <a:off x="3773880" y="1312560"/>
              <a:ext cx="2941920" cy="2563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AA27A9-7032-F0B8-A0A1-2FDD588334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64520" y="1303200"/>
                <a:ext cx="2960640" cy="258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9793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Classify me now!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E99249C-5EBB-AA97-D252-FA18A7A70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574" y="1538143"/>
            <a:ext cx="7479858" cy="215269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76307F7-DA51-0DED-19BA-DD0A44DC53E7}"/>
                  </a:ext>
                </a:extLst>
              </p14:cNvPr>
              <p14:cNvContentPartPr/>
              <p14:nvPr/>
            </p14:nvContentPartPr>
            <p14:xfrm>
              <a:off x="4239720" y="3658320"/>
              <a:ext cx="386640" cy="383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76307F7-DA51-0DED-19BA-DD0A44DC53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30360" y="3648960"/>
                <a:ext cx="405360" cy="402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0304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64BB4A2-C078-1132-2F32-24A8E2FAD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497" y="843558"/>
            <a:ext cx="4525006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889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Calculating Distance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87B4D5C-2C77-8E82-CA8B-DDF28B46635E}"/>
              </a:ext>
            </a:extLst>
          </p:cNvPr>
          <p:cNvSpPr txBox="1"/>
          <p:nvPr/>
        </p:nvSpPr>
        <p:spPr>
          <a:xfrm>
            <a:off x="741696" y="994173"/>
            <a:ext cx="806507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Locating the tomato's nearest neighbors requires a distance function, or a formula that measures the similarity between two instances.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•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There are many different ways to calculate distance.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•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Traditionally, the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Ubuntu" panose="020B0504030602030204" pitchFamily="34" charset="0"/>
              </a:rPr>
              <a:t>kNN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 algorithm uses </a:t>
            </a:r>
            <a:r>
              <a:rPr lang="en-US" sz="1800" b="1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Euclidean distance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, which is the distance one would measure if you could use a ruler to connect two points,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illustrated in the previous figure by the dotted lines connecting the tomato to its neighbors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01ACAE2-3FEF-EBA8-D4C2-F9D76AEACAA6}"/>
                  </a:ext>
                </a:extLst>
              </p14:cNvPr>
              <p14:cNvContentPartPr/>
              <p14:nvPr/>
            </p14:nvContentPartPr>
            <p14:xfrm>
              <a:off x="4851000" y="2047680"/>
              <a:ext cx="1915200" cy="655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01ACAE2-3FEF-EBA8-D4C2-F9D76AEACA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41640" y="2038320"/>
                <a:ext cx="1933920" cy="67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2558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Calculating Distance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DC946EE-BD72-512D-170F-43BF03006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153" y="843558"/>
            <a:ext cx="6763694" cy="402011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508B3FF-4DDE-1118-4E20-7ABAA5FFCB31}"/>
                  </a:ext>
                </a:extLst>
              </p14:cNvPr>
              <p14:cNvContentPartPr/>
              <p14:nvPr/>
            </p14:nvContentPartPr>
            <p14:xfrm>
              <a:off x="2584800" y="2141640"/>
              <a:ext cx="5684760" cy="2767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508B3FF-4DDE-1118-4E20-7ABAA5FFCB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5440" y="2132280"/>
                <a:ext cx="5703480" cy="2786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4051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Distance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71099DE-380A-7800-9FFA-A5A3A3C4D51F}"/>
              </a:ext>
            </a:extLst>
          </p:cNvPr>
          <p:cNvSpPr txBox="1"/>
          <p:nvPr/>
        </p:nvSpPr>
        <p:spPr>
          <a:xfrm>
            <a:off x="771431" y="843558"/>
            <a:ext cx="788669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Ubuntu" panose="020B0504030602030204" pitchFamily="34" charset="0"/>
              </a:rPr>
              <a:t>Euclidean distance is specified by the following formula, where p and q are the examples to be compared, each having n features. The term p1 refers to the value of the first feature of example p, while q1 refers to the value of the first feature of example q:</a:t>
            </a:r>
          </a:p>
          <a:p>
            <a:pPr algn="l"/>
            <a:endParaRPr lang="en-US" dirty="0">
              <a:latin typeface="Ubuntu" panose="020B0504030602030204" pitchFamily="34" charset="0"/>
            </a:endParaRPr>
          </a:p>
          <a:p>
            <a:pPr algn="l"/>
            <a:endParaRPr lang="en-US" sz="1800" b="0" i="0" u="none" strike="noStrike" baseline="0" dirty="0">
              <a:latin typeface="Ubuntu" panose="020B0504030602030204" pitchFamily="34" charset="0"/>
            </a:endParaRPr>
          </a:p>
          <a:p>
            <a:pPr algn="l"/>
            <a:endParaRPr lang="en-US" dirty="0">
              <a:latin typeface="Ubuntu" panose="020B0504030602030204" pitchFamily="34" charset="0"/>
            </a:endParaRPr>
          </a:p>
          <a:p>
            <a:pPr algn="l"/>
            <a:endParaRPr lang="en-US" sz="1800" b="0" i="0" u="none" strike="noStrike" baseline="0" dirty="0">
              <a:latin typeface="Ubuntu" panose="020B0504030602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latin typeface="Ubuntu" panose="020B0504030602030204" pitchFamily="34" charset="0"/>
              </a:rPr>
              <a:t>The distance formula involves comparing the values of each feature. For example, to calculate the distance between the tomato (sweetness = 6, crunchiness = 4), and the green bean (sweetness = 3, crunchiness = 7), we can use the formula as follows:</a:t>
            </a:r>
          </a:p>
          <a:p>
            <a:pPr algn="l"/>
            <a:endParaRPr lang="en-US" dirty="0">
              <a:latin typeface="Ubuntu" panose="020B0504030602030204" pitchFamily="34" charset="0"/>
            </a:endParaRPr>
          </a:p>
          <a:p>
            <a:pPr algn="l"/>
            <a:endParaRPr lang="en-US" dirty="0">
              <a:latin typeface="Ubuntu" panose="020B0504030602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51D435-C53B-45EF-EFE3-292FA76FC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550" y="2030894"/>
            <a:ext cx="5896798" cy="6382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AADCB0-7DA7-C6DA-7895-8C62C668F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038" y="4328770"/>
            <a:ext cx="6325483" cy="6763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81DFC77-BB36-7E10-43E2-8A4FDC0BB11D}"/>
                  </a:ext>
                </a:extLst>
              </p14:cNvPr>
              <p14:cNvContentPartPr/>
              <p14:nvPr/>
            </p14:nvContentPartPr>
            <p14:xfrm>
              <a:off x="1061280" y="1701360"/>
              <a:ext cx="7520760" cy="3333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81DFC77-BB36-7E10-43E2-8A4FDC0BB1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1920" y="1692000"/>
                <a:ext cx="7539480" cy="3351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6789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Distance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238F4D3-7C6B-7564-95FA-CD69F02E1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98" y="1343010"/>
            <a:ext cx="4020111" cy="32008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DC6BEC-7424-03DB-0E3E-2491E4EEB00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7552" b="47981"/>
          <a:stretch/>
        </p:blipFill>
        <p:spPr>
          <a:xfrm>
            <a:off x="5665955" y="3330581"/>
            <a:ext cx="2737465" cy="15704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2FE848-A580-BF3C-124A-11DD689E10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70" t="52021" r="1524" b="549"/>
          <a:stretch/>
        </p:blipFill>
        <p:spPr>
          <a:xfrm>
            <a:off x="5724128" y="1812919"/>
            <a:ext cx="2519256" cy="13876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3BD8EC7-D9A7-98DD-93FB-1B86D6F5A4B5}"/>
                  </a:ext>
                </a:extLst>
              </p14:cNvPr>
              <p14:cNvContentPartPr/>
              <p14:nvPr/>
            </p14:nvContentPartPr>
            <p14:xfrm>
              <a:off x="2081880" y="2631960"/>
              <a:ext cx="6636240" cy="1953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3BD8EC7-D9A7-98DD-93FB-1B86D6F5A4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72520" y="2622600"/>
                <a:ext cx="6654960" cy="197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0554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Closest Neighbours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2F0FD45-FEF5-D645-D0B6-FDDA90834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275606"/>
            <a:ext cx="7411484" cy="165758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FE8E2A-ACE6-3B23-4B2B-F8F0CF4EBDDD}"/>
                  </a:ext>
                </a:extLst>
              </p14:cNvPr>
              <p14:cNvContentPartPr/>
              <p14:nvPr/>
            </p14:nvContentPartPr>
            <p14:xfrm>
              <a:off x="433440" y="1651680"/>
              <a:ext cx="7967880" cy="3038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FE8E2A-ACE6-3B23-4B2B-F8F0CF4EBD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4080" y="1642320"/>
                <a:ext cx="7986600" cy="305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101229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Choosing appropriate 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06DEC66-5E5C-786F-F090-E4FF6450B894}"/>
              </a:ext>
            </a:extLst>
          </p:cNvPr>
          <p:cNvSpPr txBox="1"/>
          <p:nvPr/>
        </p:nvSpPr>
        <p:spPr>
          <a:xfrm>
            <a:off x="755398" y="941487"/>
            <a:ext cx="778852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Deciding how many neighbors to use for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Ubuntu" panose="020B0504030602030204" pitchFamily="34" charset="0"/>
              </a:rPr>
              <a:t>kNN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 determines how well the model will generalize to future data.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•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The balance between overfitting and underfitting the training data is a problem known as the bias-variance tradeoff.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If k is too small, sensitive to noise.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If k is too large, the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Ubuntu" panose="020B0504030602030204" pitchFamily="34" charset="0"/>
              </a:rPr>
              <a:t>neighbourhood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 may include points from other classes.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A4CC50E-3FC2-8AB4-256D-EA65E43DFA94}"/>
                  </a:ext>
                </a:extLst>
              </p14:cNvPr>
              <p14:cNvContentPartPr/>
              <p14:nvPr/>
            </p14:nvContentPartPr>
            <p14:xfrm>
              <a:off x="1779480" y="1441440"/>
              <a:ext cx="4042080" cy="23950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A4CC50E-3FC2-8AB4-256D-EA65E43DFA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70120" y="1432080"/>
                <a:ext cx="4060800" cy="241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9671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Choosing appropriate 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B1DC82B-E7AC-F5E8-6A8D-A8E1B1512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11" y="1203598"/>
            <a:ext cx="7535327" cy="370574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119B54C-3D42-A7F9-9057-32EDBF008517}"/>
                  </a:ext>
                </a:extLst>
              </p14:cNvPr>
              <p14:cNvContentPartPr/>
              <p14:nvPr/>
            </p14:nvContentPartPr>
            <p14:xfrm>
              <a:off x="1791720" y="3408840"/>
              <a:ext cx="3935520" cy="1499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119B54C-3D42-A7F9-9057-32EDBF0085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2360" y="3399480"/>
                <a:ext cx="3954240" cy="151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3191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Choosing appropriate 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4E90A71-447D-AF82-685A-D4C11173EA4A}"/>
              </a:ext>
            </a:extLst>
          </p:cNvPr>
          <p:cNvSpPr txBox="1"/>
          <p:nvPr/>
        </p:nvSpPr>
        <p:spPr>
          <a:xfrm>
            <a:off x="774810" y="994173"/>
            <a:ext cx="76591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In practice, choosing k depends on the difficulty of the concept to be learned and the number of records in the training data.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•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Typically, k is set somewhere between 3 and 10. One common practice is to set k equal to the square root of the number of training examples.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•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In the classifier, we might set k = 4, because there were 15 example ingredients in the training data and the square root of 15 is 3.87.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5B66D45-CFF5-9206-367E-DB35CA9D605B}"/>
                  </a:ext>
                </a:extLst>
              </p14:cNvPr>
              <p14:cNvContentPartPr/>
              <p14:nvPr/>
            </p14:nvContentPartPr>
            <p14:xfrm>
              <a:off x="3209760" y="1637640"/>
              <a:ext cx="4408920" cy="2484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5B66D45-CFF5-9206-367E-DB35CA9D60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00400" y="1628280"/>
                <a:ext cx="4427640" cy="250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6555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Min – Max Normalization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4E90A71-447D-AF82-685A-D4C11173EA4A}"/>
              </a:ext>
            </a:extLst>
          </p:cNvPr>
          <p:cNvSpPr txBox="1"/>
          <p:nvPr/>
        </p:nvSpPr>
        <p:spPr>
          <a:xfrm>
            <a:off x="774810" y="994173"/>
            <a:ext cx="765919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The traditional method of rescaling features for </a:t>
            </a:r>
            <a:r>
              <a:rPr lang="en-US" sz="1800" b="0" i="0" u="none" strike="noStrike" baseline="0" dirty="0" err="1">
                <a:solidFill>
                  <a:srgbClr val="000000"/>
                </a:solidFill>
                <a:latin typeface="Ubuntu" panose="020B0504030602030204" pitchFamily="34" charset="0"/>
              </a:rPr>
              <a:t>kNN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 is min-max</a:t>
            </a:r>
          </a:p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normalization.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•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This process transforms a feature such that all of its values fall in a range between 0 and 1. The formula for normalizing a feature is as follows. Essentially, the formula subtracts the minimum of feature X from each value and divides by the range of X: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endParaRPr lang="en-US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  <a:latin typeface="Ubuntu" panose="020B0504030602030204" pitchFamily="34" charset="0"/>
            </a:endParaRPr>
          </a:p>
          <a:p>
            <a:pPr algn="l"/>
            <a:r>
              <a:rPr lang="en-US" sz="1800" b="0" i="0" u="none" strike="noStrike" baseline="0" dirty="0">
                <a:solidFill>
                  <a:srgbClr val="6699CD"/>
                </a:solidFill>
                <a:latin typeface="LiberationSans"/>
              </a:rPr>
              <a:t>•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Ubuntu" panose="020B0504030602030204" pitchFamily="34" charset="0"/>
              </a:rPr>
              <a:t>Normalized feature values can be interpreted as indicating how far, from 0 percent to 100 percent, the original value fell along the range between the original minimum and maximum.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C349AB-BA6F-7437-5265-73BE3E526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134" y="2986188"/>
            <a:ext cx="2524477" cy="90500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67EAB8E-50E8-DE39-930B-6424766CF1DB}"/>
                  </a:ext>
                </a:extLst>
              </p14:cNvPr>
              <p14:cNvContentPartPr/>
              <p14:nvPr/>
            </p14:nvContentPartPr>
            <p14:xfrm>
              <a:off x="1169280" y="74160"/>
              <a:ext cx="7074360" cy="4868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67EAB8E-50E8-DE39-930B-6424766CF1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59920" y="64800"/>
                <a:ext cx="7093080" cy="488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8498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KNN Algorithm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1083879-4885-CAB9-5DDE-FFDECCFBF734}"/>
              </a:ext>
            </a:extLst>
          </p:cNvPr>
          <p:cNvSpPr txBox="1"/>
          <p:nvPr/>
        </p:nvSpPr>
        <p:spPr>
          <a:xfrm>
            <a:off x="755397" y="1279862"/>
            <a:ext cx="7886699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b="1" dirty="0">
                <a:latin typeface="Ubuntu" panose="020B0504030602030204" pitchFamily="34" charset="0"/>
                <a:cs typeface="Times New Roman" pitchFamily="18" charset="0"/>
              </a:rPr>
              <a:t>Lazy Learner/Instance-based classifier</a:t>
            </a:r>
            <a:r>
              <a:rPr lang="en-US" altLang="zh-CN" sz="1800" dirty="0">
                <a:latin typeface="Ubuntu" panose="020B0504030602030204" pitchFamily="34" charset="0"/>
                <a:cs typeface="Times New Roman" pitchFamily="18" charset="0"/>
              </a:rPr>
              <a:t>: simply stores the training dataset (or does only minor pre-processing) and waits until it is given a test tuple</a:t>
            </a:r>
          </a:p>
          <a:p>
            <a:pPr marL="285750" indent="-285750" algn="just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Ubuntu" panose="020B0504030602030204" pitchFamily="34" charset="0"/>
                <a:cs typeface="Times New Roman" pitchFamily="18" charset="0"/>
              </a:rPr>
              <a:t>Less time in training, more time in testing.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88F33D3-D0C3-8B56-9ACF-8826B484431D}"/>
                  </a:ext>
                </a:extLst>
              </p14:cNvPr>
              <p14:cNvContentPartPr/>
              <p14:nvPr/>
            </p14:nvContentPartPr>
            <p14:xfrm>
              <a:off x="824040" y="1527840"/>
              <a:ext cx="4349160" cy="1215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88F33D3-D0C3-8B56-9ACF-8826B484431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4680" y="1518480"/>
                <a:ext cx="4367880" cy="123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8622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98" y="1"/>
            <a:ext cx="6879950" cy="994172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KNN Algorithm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FFC9232-0F3D-BF13-4461-6E51D2C9C5C7}"/>
              </a:ext>
            </a:extLst>
          </p:cNvPr>
          <p:cNvCxnSpPr>
            <a:cxnSpLocks/>
          </p:cNvCxnSpPr>
          <p:nvPr/>
        </p:nvCxnSpPr>
        <p:spPr>
          <a:xfrm>
            <a:off x="657225" y="685800"/>
            <a:ext cx="78867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3DED6EB-F07A-3C16-79CA-B45E2B0B0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231" y="1018179"/>
            <a:ext cx="7249537" cy="22386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B6C7AEC-B3BE-860C-8B75-A318AF66AF3D}"/>
                  </a:ext>
                </a:extLst>
              </p14:cNvPr>
              <p14:cNvContentPartPr/>
              <p14:nvPr/>
            </p14:nvContentPartPr>
            <p14:xfrm>
              <a:off x="1402920" y="851760"/>
              <a:ext cx="6793200" cy="3408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B6C7AEC-B3BE-860C-8B75-A318AF66AF3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3560" y="842400"/>
                <a:ext cx="6811920" cy="342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1639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 rot="20995170">
            <a:off x="1533870" y="1772237"/>
            <a:ext cx="5844778" cy="1096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sz="8325" b="1" i="1" dirty="0">
                <a:solidFill>
                  <a:srgbClr val="008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onotype Corsiva" pitchFamily="66" charset="0"/>
              </a:rPr>
              <a:t>Thank You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10172</TotalTime>
  <Words>833</Words>
  <Application>Microsoft Office PowerPoint</Application>
  <PresentationFormat>On-screen Show (16:9)</PresentationFormat>
  <Paragraphs>90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Aptos</vt:lpstr>
      <vt:lpstr>Arial</vt:lpstr>
      <vt:lpstr>Calibri</vt:lpstr>
      <vt:lpstr>Calibri Light</vt:lpstr>
      <vt:lpstr>LiberationSans</vt:lpstr>
      <vt:lpstr>Monotype Corsiva</vt:lpstr>
      <vt:lpstr>Times New Roman</vt:lpstr>
      <vt:lpstr>Ubuntu</vt:lpstr>
      <vt:lpstr>Office 2013 - 2022 Theme</vt:lpstr>
      <vt:lpstr>PowerPoint Presentation</vt:lpstr>
      <vt:lpstr>K – Nearest Neighbour (KNN)</vt:lpstr>
      <vt:lpstr>K – Nearest Neighbour (KNN)</vt:lpstr>
      <vt:lpstr>KNN Algorithm</vt:lpstr>
      <vt:lpstr>KNN Algorithm</vt:lpstr>
      <vt:lpstr>Example</vt:lpstr>
      <vt:lpstr>Example</vt:lpstr>
      <vt:lpstr>Example</vt:lpstr>
      <vt:lpstr>Classify me now!</vt:lpstr>
      <vt:lpstr>Example</vt:lpstr>
      <vt:lpstr>Calculating Distance</vt:lpstr>
      <vt:lpstr>Calculating Distance</vt:lpstr>
      <vt:lpstr>Distance</vt:lpstr>
      <vt:lpstr>Distance</vt:lpstr>
      <vt:lpstr>Closest Neighbours</vt:lpstr>
      <vt:lpstr>Choosing appropriate K</vt:lpstr>
      <vt:lpstr>Choosing appropriate K</vt:lpstr>
      <vt:lpstr>Choosing appropriate K</vt:lpstr>
      <vt:lpstr>Min – Max Normalization</vt:lpstr>
      <vt:lpstr>KNN Algorithm</vt:lpstr>
      <vt:lpstr>KNN Algorithm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Deepika Vatsa</cp:lastModifiedBy>
  <cp:revision>423</cp:revision>
  <dcterms:created xsi:type="dcterms:W3CDTF">2019-01-21T09:33:03Z</dcterms:created>
  <dcterms:modified xsi:type="dcterms:W3CDTF">2025-09-15T09:38:14Z</dcterms:modified>
</cp:coreProperties>
</file>