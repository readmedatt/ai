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5.svg"/><Relationship Id="rId9" Type="http://schemas.openxmlformats.org/officeDocument/2006/relationships/image" Target="../media/image1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23.svg"/><Relationship Id="rId4" Type="http://schemas.openxmlformats.org/officeDocument/2006/relationships/image" Target="../media/image19.svg"/><Relationship Id="rId9" Type="http://schemas.openxmlformats.org/officeDocument/2006/relationships/image" Target="../media/image2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2.svg"/><Relationship Id="rId1" Type="http://schemas.openxmlformats.org/officeDocument/2006/relationships/image" Target="../media/image101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49.sv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7.png"/><Relationship Id="rId7" Type="http://schemas.openxmlformats.org/officeDocument/2006/relationships/image" Target="../media/image12.png"/><Relationship Id="rId2" Type="http://schemas.openxmlformats.org/officeDocument/2006/relationships/image" Target="../media/image106.svg"/><Relationship Id="rId1" Type="http://schemas.openxmlformats.org/officeDocument/2006/relationships/image" Target="../media/image105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5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23.svg"/><Relationship Id="rId4" Type="http://schemas.openxmlformats.org/officeDocument/2006/relationships/image" Target="../media/image19.svg"/><Relationship Id="rId9" Type="http://schemas.openxmlformats.org/officeDocument/2006/relationships/image" Target="../media/image2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2.svg"/><Relationship Id="rId1" Type="http://schemas.openxmlformats.org/officeDocument/2006/relationships/image" Target="../media/image101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49.sv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7.png"/><Relationship Id="rId7" Type="http://schemas.openxmlformats.org/officeDocument/2006/relationships/image" Target="../media/image12.png"/><Relationship Id="rId2" Type="http://schemas.openxmlformats.org/officeDocument/2006/relationships/image" Target="../media/image106.svg"/><Relationship Id="rId1" Type="http://schemas.openxmlformats.org/officeDocument/2006/relationships/image" Target="../media/image105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2585FD-F24F-484A-8959-FBA1C68BD5A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B91B346-6002-4F38-9DF3-4C1532FD1A6B}">
      <dgm:prSet/>
      <dgm:spPr/>
      <dgm:t>
        <a:bodyPr/>
        <a:lstStyle/>
        <a:p>
          <a:r>
            <a:rPr lang="en-US" b="0" i="0" baseline="0"/>
            <a:t>NLP stands for </a:t>
          </a:r>
          <a:r>
            <a:rPr lang="en-US" b="1" i="0" baseline="0"/>
            <a:t>Natural Language Processing</a:t>
          </a:r>
          <a:r>
            <a:rPr lang="en-US" b="0" i="0" baseline="0"/>
            <a:t>.</a:t>
          </a:r>
          <a:endParaRPr lang="en-US"/>
        </a:p>
      </dgm:t>
    </dgm:pt>
    <dgm:pt modelId="{CD43C8DD-7F64-44FE-A727-B11D93611F90}" type="parTrans" cxnId="{CFD7ACFE-F67C-4E6C-89BB-401418D6136C}">
      <dgm:prSet/>
      <dgm:spPr/>
      <dgm:t>
        <a:bodyPr/>
        <a:lstStyle/>
        <a:p>
          <a:endParaRPr lang="en-US"/>
        </a:p>
      </dgm:t>
    </dgm:pt>
    <dgm:pt modelId="{4A1B07A8-8AB7-48F3-B004-0CAD081AB1EE}" type="sibTrans" cxnId="{CFD7ACFE-F67C-4E6C-89BB-401418D6136C}">
      <dgm:prSet/>
      <dgm:spPr/>
      <dgm:t>
        <a:bodyPr/>
        <a:lstStyle/>
        <a:p>
          <a:endParaRPr lang="en-US"/>
        </a:p>
      </dgm:t>
    </dgm:pt>
    <dgm:pt modelId="{A7E5D2B6-8FB8-4A49-A0AF-855EFDC6C8B0}">
      <dgm:prSet/>
      <dgm:spPr/>
      <dgm:t>
        <a:bodyPr/>
        <a:lstStyle/>
        <a:p>
          <a:r>
            <a:rPr lang="en-US" b="0" i="0" baseline="0"/>
            <a:t>It is a branch of </a:t>
          </a:r>
          <a:r>
            <a:rPr lang="en-US" b="1" i="0" baseline="0"/>
            <a:t>Artificial Intelligence (AI)</a:t>
          </a:r>
          <a:r>
            <a:rPr lang="en-US" b="0" i="0" baseline="0"/>
            <a:t> that helps computers understand, interpret, and generate human language.</a:t>
          </a:r>
          <a:endParaRPr lang="en-US"/>
        </a:p>
      </dgm:t>
    </dgm:pt>
    <dgm:pt modelId="{E6FFE742-9E45-4D75-AB18-DBDD1E7A5E17}" type="parTrans" cxnId="{112A1B42-003A-4B48-833C-E9EA58577759}">
      <dgm:prSet/>
      <dgm:spPr/>
      <dgm:t>
        <a:bodyPr/>
        <a:lstStyle/>
        <a:p>
          <a:endParaRPr lang="en-US"/>
        </a:p>
      </dgm:t>
    </dgm:pt>
    <dgm:pt modelId="{0F02226A-E0EA-4101-919E-873CD4EE9B48}" type="sibTrans" cxnId="{112A1B42-003A-4B48-833C-E9EA58577759}">
      <dgm:prSet/>
      <dgm:spPr/>
      <dgm:t>
        <a:bodyPr/>
        <a:lstStyle/>
        <a:p>
          <a:endParaRPr lang="en-US"/>
        </a:p>
      </dgm:t>
    </dgm:pt>
    <dgm:pt modelId="{4953C613-AD79-4D19-B50B-0606F6DC24A0}">
      <dgm:prSet/>
      <dgm:spPr/>
      <dgm:t>
        <a:bodyPr/>
        <a:lstStyle/>
        <a:p>
          <a:r>
            <a:rPr lang="en-US" b="1" i="0" baseline="0"/>
            <a:t>Goal:</a:t>
          </a:r>
          <a:r>
            <a:rPr lang="en-US" b="0" i="0" baseline="0"/>
            <a:t> Enable communication between humans and machines using natural language.</a:t>
          </a:r>
          <a:endParaRPr lang="en-US"/>
        </a:p>
      </dgm:t>
    </dgm:pt>
    <dgm:pt modelId="{4803E49F-198B-4950-B693-AD32817D55D4}" type="parTrans" cxnId="{BE42434B-FF40-41EB-8F50-DDA2C018CEF2}">
      <dgm:prSet/>
      <dgm:spPr/>
      <dgm:t>
        <a:bodyPr/>
        <a:lstStyle/>
        <a:p>
          <a:endParaRPr lang="en-US"/>
        </a:p>
      </dgm:t>
    </dgm:pt>
    <dgm:pt modelId="{0E92F387-C29B-4EBF-B33C-F0B75C455E21}" type="sibTrans" cxnId="{BE42434B-FF40-41EB-8F50-DDA2C018CEF2}">
      <dgm:prSet/>
      <dgm:spPr/>
      <dgm:t>
        <a:bodyPr/>
        <a:lstStyle/>
        <a:p>
          <a:endParaRPr lang="en-US"/>
        </a:p>
      </dgm:t>
    </dgm:pt>
    <dgm:pt modelId="{121D797B-2121-483F-ABA4-7279CAA503E7}" type="pres">
      <dgm:prSet presAssocID="{782585FD-F24F-484A-8959-FBA1C68BD5AF}" presName="root" presStyleCnt="0">
        <dgm:presLayoutVars>
          <dgm:dir/>
          <dgm:resizeHandles val="exact"/>
        </dgm:presLayoutVars>
      </dgm:prSet>
      <dgm:spPr/>
    </dgm:pt>
    <dgm:pt modelId="{8466D1CD-8484-414E-86EC-147D189213EF}" type="pres">
      <dgm:prSet presAssocID="{3B91B346-6002-4F38-9DF3-4C1532FD1A6B}" presName="compNode" presStyleCnt="0"/>
      <dgm:spPr/>
    </dgm:pt>
    <dgm:pt modelId="{F586922F-7B11-4044-AF46-35C61B98B70D}" type="pres">
      <dgm:prSet presAssocID="{3B91B346-6002-4F38-9DF3-4C1532FD1A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C11F1D4-F87E-489F-AEB0-2438FAD628E7}" type="pres">
      <dgm:prSet presAssocID="{3B91B346-6002-4F38-9DF3-4C1532FD1A6B}" presName="spaceRect" presStyleCnt="0"/>
      <dgm:spPr/>
    </dgm:pt>
    <dgm:pt modelId="{C57354E3-802E-46AC-A4ED-D0E5C3FAF945}" type="pres">
      <dgm:prSet presAssocID="{3B91B346-6002-4F38-9DF3-4C1532FD1A6B}" presName="textRect" presStyleLbl="revTx" presStyleIdx="0" presStyleCnt="3">
        <dgm:presLayoutVars>
          <dgm:chMax val="1"/>
          <dgm:chPref val="1"/>
        </dgm:presLayoutVars>
      </dgm:prSet>
      <dgm:spPr/>
    </dgm:pt>
    <dgm:pt modelId="{1FD1C6F2-8AFC-42BD-B1B7-2207D13FDA98}" type="pres">
      <dgm:prSet presAssocID="{4A1B07A8-8AB7-48F3-B004-0CAD081AB1EE}" presName="sibTrans" presStyleCnt="0"/>
      <dgm:spPr/>
    </dgm:pt>
    <dgm:pt modelId="{86285CE9-A9E8-41D7-B89A-42FCD08CB880}" type="pres">
      <dgm:prSet presAssocID="{A7E5D2B6-8FB8-4A49-A0AF-855EFDC6C8B0}" presName="compNode" presStyleCnt="0"/>
      <dgm:spPr/>
    </dgm:pt>
    <dgm:pt modelId="{9E29DE46-CCA0-486A-B9D2-B2D9D3246758}" type="pres">
      <dgm:prSet presAssocID="{A7E5D2B6-8FB8-4A49-A0AF-855EFDC6C8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B31EB2B-5AA8-4174-B327-908A61F1BD13}" type="pres">
      <dgm:prSet presAssocID="{A7E5D2B6-8FB8-4A49-A0AF-855EFDC6C8B0}" presName="spaceRect" presStyleCnt="0"/>
      <dgm:spPr/>
    </dgm:pt>
    <dgm:pt modelId="{969663E2-242A-4005-95BA-D49B5D3EBC8A}" type="pres">
      <dgm:prSet presAssocID="{A7E5D2B6-8FB8-4A49-A0AF-855EFDC6C8B0}" presName="textRect" presStyleLbl="revTx" presStyleIdx="1" presStyleCnt="3">
        <dgm:presLayoutVars>
          <dgm:chMax val="1"/>
          <dgm:chPref val="1"/>
        </dgm:presLayoutVars>
      </dgm:prSet>
      <dgm:spPr/>
    </dgm:pt>
    <dgm:pt modelId="{C8B03D7F-CEC3-467B-8CDF-953BF8456455}" type="pres">
      <dgm:prSet presAssocID="{0F02226A-E0EA-4101-919E-873CD4EE9B48}" presName="sibTrans" presStyleCnt="0"/>
      <dgm:spPr/>
    </dgm:pt>
    <dgm:pt modelId="{C540D9DC-8B54-430D-90AE-3B98485CBDC1}" type="pres">
      <dgm:prSet presAssocID="{4953C613-AD79-4D19-B50B-0606F6DC24A0}" presName="compNode" presStyleCnt="0"/>
      <dgm:spPr/>
    </dgm:pt>
    <dgm:pt modelId="{F425FEB3-EBD7-4DA7-81BC-EC9FC983924D}" type="pres">
      <dgm:prSet presAssocID="{4953C613-AD79-4D19-B50B-0606F6DC24A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9B8431F-35A4-4636-A83D-C5274EFA38F4}" type="pres">
      <dgm:prSet presAssocID="{4953C613-AD79-4D19-B50B-0606F6DC24A0}" presName="spaceRect" presStyleCnt="0"/>
      <dgm:spPr/>
    </dgm:pt>
    <dgm:pt modelId="{EB36D6B2-F669-48EB-BDBB-7357E32595D8}" type="pres">
      <dgm:prSet presAssocID="{4953C613-AD79-4D19-B50B-0606F6DC24A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D1A9939-5D52-41B2-B131-68E14D965E7B}" type="presOf" srcId="{3B91B346-6002-4F38-9DF3-4C1532FD1A6B}" destId="{C57354E3-802E-46AC-A4ED-D0E5C3FAF945}" srcOrd="0" destOrd="0" presId="urn:microsoft.com/office/officeart/2018/2/layout/IconLabelList"/>
    <dgm:cxn modelId="{112A1B42-003A-4B48-833C-E9EA58577759}" srcId="{782585FD-F24F-484A-8959-FBA1C68BD5AF}" destId="{A7E5D2B6-8FB8-4A49-A0AF-855EFDC6C8B0}" srcOrd="1" destOrd="0" parTransId="{E6FFE742-9E45-4D75-AB18-DBDD1E7A5E17}" sibTransId="{0F02226A-E0EA-4101-919E-873CD4EE9B48}"/>
    <dgm:cxn modelId="{53597C62-A818-4928-AC8A-F9BCA28252C8}" type="presOf" srcId="{4953C613-AD79-4D19-B50B-0606F6DC24A0}" destId="{EB36D6B2-F669-48EB-BDBB-7357E32595D8}" srcOrd="0" destOrd="0" presId="urn:microsoft.com/office/officeart/2018/2/layout/IconLabelList"/>
    <dgm:cxn modelId="{2BCAE043-8665-49C0-A0D3-502E6786A27B}" type="presOf" srcId="{A7E5D2B6-8FB8-4A49-A0AF-855EFDC6C8B0}" destId="{969663E2-242A-4005-95BA-D49B5D3EBC8A}" srcOrd="0" destOrd="0" presId="urn:microsoft.com/office/officeart/2018/2/layout/IconLabelList"/>
    <dgm:cxn modelId="{BE42434B-FF40-41EB-8F50-DDA2C018CEF2}" srcId="{782585FD-F24F-484A-8959-FBA1C68BD5AF}" destId="{4953C613-AD79-4D19-B50B-0606F6DC24A0}" srcOrd="2" destOrd="0" parTransId="{4803E49F-198B-4950-B693-AD32817D55D4}" sibTransId="{0E92F387-C29B-4EBF-B33C-F0B75C455E21}"/>
    <dgm:cxn modelId="{79FB7790-14C9-463D-88D3-30C233CE49BE}" type="presOf" srcId="{782585FD-F24F-484A-8959-FBA1C68BD5AF}" destId="{121D797B-2121-483F-ABA4-7279CAA503E7}" srcOrd="0" destOrd="0" presId="urn:microsoft.com/office/officeart/2018/2/layout/IconLabelList"/>
    <dgm:cxn modelId="{CFD7ACFE-F67C-4E6C-89BB-401418D6136C}" srcId="{782585FD-F24F-484A-8959-FBA1C68BD5AF}" destId="{3B91B346-6002-4F38-9DF3-4C1532FD1A6B}" srcOrd="0" destOrd="0" parTransId="{CD43C8DD-7F64-44FE-A727-B11D93611F90}" sibTransId="{4A1B07A8-8AB7-48F3-B004-0CAD081AB1EE}"/>
    <dgm:cxn modelId="{B4AD52B6-5176-42CA-A3A9-C3FEEB8E320A}" type="presParOf" srcId="{121D797B-2121-483F-ABA4-7279CAA503E7}" destId="{8466D1CD-8484-414E-86EC-147D189213EF}" srcOrd="0" destOrd="0" presId="urn:microsoft.com/office/officeart/2018/2/layout/IconLabelList"/>
    <dgm:cxn modelId="{6D08BD3F-0B81-4799-96B1-4375F94A227B}" type="presParOf" srcId="{8466D1CD-8484-414E-86EC-147D189213EF}" destId="{F586922F-7B11-4044-AF46-35C61B98B70D}" srcOrd="0" destOrd="0" presId="urn:microsoft.com/office/officeart/2018/2/layout/IconLabelList"/>
    <dgm:cxn modelId="{75C71744-20C7-49DA-A32C-6863DE583251}" type="presParOf" srcId="{8466D1CD-8484-414E-86EC-147D189213EF}" destId="{4C11F1D4-F87E-489F-AEB0-2438FAD628E7}" srcOrd="1" destOrd="0" presId="urn:microsoft.com/office/officeart/2018/2/layout/IconLabelList"/>
    <dgm:cxn modelId="{A715F515-C991-4AFB-953F-EDCEFBED8A38}" type="presParOf" srcId="{8466D1CD-8484-414E-86EC-147D189213EF}" destId="{C57354E3-802E-46AC-A4ED-D0E5C3FAF945}" srcOrd="2" destOrd="0" presId="urn:microsoft.com/office/officeart/2018/2/layout/IconLabelList"/>
    <dgm:cxn modelId="{81162218-9AEB-481D-9322-5E926A614AC8}" type="presParOf" srcId="{121D797B-2121-483F-ABA4-7279CAA503E7}" destId="{1FD1C6F2-8AFC-42BD-B1B7-2207D13FDA98}" srcOrd="1" destOrd="0" presId="urn:microsoft.com/office/officeart/2018/2/layout/IconLabelList"/>
    <dgm:cxn modelId="{23AD5E80-ED31-4CAA-B57F-41BDE463F6CF}" type="presParOf" srcId="{121D797B-2121-483F-ABA4-7279CAA503E7}" destId="{86285CE9-A9E8-41D7-B89A-42FCD08CB880}" srcOrd="2" destOrd="0" presId="urn:microsoft.com/office/officeart/2018/2/layout/IconLabelList"/>
    <dgm:cxn modelId="{3D26E7A1-A939-42D8-AFF2-551E6E9DB712}" type="presParOf" srcId="{86285CE9-A9E8-41D7-B89A-42FCD08CB880}" destId="{9E29DE46-CCA0-486A-B9D2-B2D9D3246758}" srcOrd="0" destOrd="0" presId="urn:microsoft.com/office/officeart/2018/2/layout/IconLabelList"/>
    <dgm:cxn modelId="{5C4FF4F3-F382-4A2C-996E-E63528681511}" type="presParOf" srcId="{86285CE9-A9E8-41D7-B89A-42FCD08CB880}" destId="{DB31EB2B-5AA8-4174-B327-908A61F1BD13}" srcOrd="1" destOrd="0" presId="urn:microsoft.com/office/officeart/2018/2/layout/IconLabelList"/>
    <dgm:cxn modelId="{430DD377-B7A5-4BE7-9C5D-0AA07D822079}" type="presParOf" srcId="{86285CE9-A9E8-41D7-B89A-42FCD08CB880}" destId="{969663E2-242A-4005-95BA-D49B5D3EBC8A}" srcOrd="2" destOrd="0" presId="urn:microsoft.com/office/officeart/2018/2/layout/IconLabelList"/>
    <dgm:cxn modelId="{7526DC4A-773C-4A85-8867-ADEACF7EFB69}" type="presParOf" srcId="{121D797B-2121-483F-ABA4-7279CAA503E7}" destId="{C8B03D7F-CEC3-467B-8CDF-953BF8456455}" srcOrd="3" destOrd="0" presId="urn:microsoft.com/office/officeart/2018/2/layout/IconLabelList"/>
    <dgm:cxn modelId="{33D5EC33-FFBB-4281-B521-0E5EA3F0B588}" type="presParOf" srcId="{121D797B-2121-483F-ABA4-7279CAA503E7}" destId="{C540D9DC-8B54-430D-90AE-3B98485CBDC1}" srcOrd="4" destOrd="0" presId="urn:microsoft.com/office/officeart/2018/2/layout/IconLabelList"/>
    <dgm:cxn modelId="{C4F7CE53-9FA3-41D0-8108-0C47A10E6943}" type="presParOf" srcId="{C540D9DC-8B54-430D-90AE-3B98485CBDC1}" destId="{F425FEB3-EBD7-4DA7-81BC-EC9FC983924D}" srcOrd="0" destOrd="0" presId="urn:microsoft.com/office/officeart/2018/2/layout/IconLabelList"/>
    <dgm:cxn modelId="{923EA7D3-A08B-4838-9800-3D8126B0FA8E}" type="presParOf" srcId="{C540D9DC-8B54-430D-90AE-3B98485CBDC1}" destId="{69B8431F-35A4-4636-A83D-C5274EFA38F4}" srcOrd="1" destOrd="0" presId="urn:microsoft.com/office/officeart/2018/2/layout/IconLabelList"/>
    <dgm:cxn modelId="{F80ACC9C-D4C8-4D7A-BB07-30382824965D}" type="presParOf" srcId="{C540D9DC-8B54-430D-90AE-3B98485CBDC1}" destId="{EB36D6B2-F669-48EB-BDBB-7357E32595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2DD258-26DD-46B1-AC75-97969E42D76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126B08-7A0F-497B-9547-92C107A5698B}">
      <dgm:prSet/>
      <dgm:spPr/>
      <dgm:t>
        <a:bodyPr/>
        <a:lstStyle/>
        <a:p>
          <a:r>
            <a:rPr lang="en-US" b="0" i="0" baseline="0"/>
            <a:t>Automates text and speech-based tasks.</a:t>
          </a:r>
          <a:endParaRPr lang="en-US"/>
        </a:p>
      </dgm:t>
    </dgm:pt>
    <dgm:pt modelId="{A6819CF1-8F69-4399-8102-1E213EB49E7D}" type="parTrans" cxnId="{F6571B97-3276-446C-B76F-11B6039D460A}">
      <dgm:prSet/>
      <dgm:spPr/>
      <dgm:t>
        <a:bodyPr/>
        <a:lstStyle/>
        <a:p>
          <a:endParaRPr lang="en-US"/>
        </a:p>
      </dgm:t>
    </dgm:pt>
    <dgm:pt modelId="{DC6B4670-736D-437E-ABFE-E7606D156CDA}" type="sibTrans" cxnId="{F6571B97-3276-446C-B76F-11B6039D460A}">
      <dgm:prSet/>
      <dgm:spPr/>
      <dgm:t>
        <a:bodyPr/>
        <a:lstStyle/>
        <a:p>
          <a:endParaRPr lang="en-US"/>
        </a:p>
      </dgm:t>
    </dgm:pt>
    <dgm:pt modelId="{86002EA8-7A37-4D75-98E9-B1950DE60D7B}">
      <dgm:prSet/>
      <dgm:spPr/>
      <dgm:t>
        <a:bodyPr/>
        <a:lstStyle/>
        <a:p>
          <a:r>
            <a:rPr lang="en-US" b="0" i="0" baseline="0"/>
            <a:t>Enhances user experience in virtual assistants.</a:t>
          </a:r>
          <a:endParaRPr lang="en-US"/>
        </a:p>
      </dgm:t>
    </dgm:pt>
    <dgm:pt modelId="{8311DD16-5F06-4000-AF20-A4DFF952E06C}" type="parTrans" cxnId="{798C8F9C-3D6E-438B-BFF5-F99B985AB82A}">
      <dgm:prSet/>
      <dgm:spPr/>
      <dgm:t>
        <a:bodyPr/>
        <a:lstStyle/>
        <a:p>
          <a:endParaRPr lang="en-US"/>
        </a:p>
      </dgm:t>
    </dgm:pt>
    <dgm:pt modelId="{8F200AA6-164A-49EB-BB46-191EDF69D8C8}" type="sibTrans" cxnId="{798C8F9C-3D6E-438B-BFF5-F99B985AB82A}">
      <dgm:prSet/>
      <dgm:spPr/>
      <dgm:t>
        <a:bodyPr/>
        <a:lstStyle/>
        <a:p>
          <a:endParaRPr lang="en-US"/>
        </a:p>
      </dgm:t>
    </dgm:pt>
    <dgm:pt modelId="{FF80A96E-1D4C-4051-80C6-67391CC2D1BD}">
      <dgm:prSet/>
      <dgm:spPr/>
      <dgm:t>
        <a:bodyPr/>
        <a:lstStyle/>
        <a:p>
          <a:r>
            <a:rPr lang="en-US" b="0" i="0" baseline="0"/>
            <a:t>Helps analyze large volumes of textual data efficiently.</a:t>
          </a:r>
          <a:endParaRPr lang="en-US"/>
        </a:p>
      </dgm:t>
    </dgm:pt>
    <dgm:pt modelId="{4684F4BC-DF9F-4EF2-908B-A5AC07EF8F86}" type="parTrans" cxnId="{867F5C53-1E74-4C14-819D-CF6A0F7C2382}">
      <dgm:prSet/>
      <dgm:spPr/>
      <dgm:t>
        <a:bodyPr/>
        <a:lstStyle/>
        <a:p>
          <a:endParaRPr lang="en-US"/>
        </a:p>
      </dgm:t>
    </dgm:pt>
    <dgm:pt modelId="{59E45205-2A9F-491E-80D9-91680729B68C}" type="sibTrans" cxnId="{867F5C53-1E74-4C14-819D-CF6A0F7C2382}">
      <dgm:prSet/>
      <dgm:spPr/>
      <dgm:t>
        <a:bodyPr/>
        <a:lstStyle/>
        <a:p>
          <a:endParaRPr lang="en-US"/>
        </a:p>
      </dgm:t>
    </dgm:pt>
    <dgm:pt modelId="{85270B80-7015-4846-801E-908B7900246C}">
      <dgm:prSet/>
      <dgm:spPr/>
      <dgm:t>
        <a:bodyPr/>
        <a:lstStyle/>
        <a:p>
          <a:r>
            <a:rPr lang="en-US" b="0" i="0" baseline="0"/>
            <a:t>Used in real-world applications like translation and chatbots.</a:t>
          </a:r>
          <a:endParaRPr lang="en-US"/>
        </a:p>
      </dgm:t>
    </dgm:pt>
    <dgm:pt modelId="{C8470BE2-4E78-436F-B1C9-8344EA7DF46E}" type="parTrans" cxnId="{278E117D-5107-4F16-AB38-C40F7A745156}">
      <dgm:prSet/>
      <dgm:spPr/>
      <dgm:t>
        <a:bodyPr/>
        <a:lstStyle/>
        <a:p>
          <a:endParaRPr lang="en-US"/>
        </a:p>
      </dgm:t>
    </dgm:pt>
    <dgm:pt modelId="{B96196BD-3354-4187-B869-78404A8F3708}" type="sibTrans" cxnId="{278E117D-5107-4F16-AB38-C40F7A745156}">
      <dgm:prSet/>
      <dgm:spPr/>
      <dgm:t>
        <a:bodyPr/>
        <a:lstStyle/>
        <a:p>
          <a:endParaRPr lang="en-US"/>
        </a:p>
      </dgm:t>
    </dgm:pt>
    <dgm:pt modelId="{E51703C3-8C10-4158-96FE-3B128B833C1B}" type="pres">
      <dgm:prSet presAssocID="{3A2DD258-26DD-46B1-AC75-97969E42D766}" presName="linear" presStyleCnt="0">
        <dgm:presLayoutVars>
          <dgm:animLvl val="lvl"/>
          <dgm:resizeHandles val="exact"/>
        </dgm:presLayoutVars>
      </dgm:prSet>
      <dgm:spPr/>
    </dgm:pt>
    <dgm:pt modelId="{B3E5250C-111C-4973-9472-F6267DCA014A}" type="pres">
      <dgm:prSet presAssocID="{6F126B08-7A0F-497B-9547-92C107A569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8BA23EC-DA64-4C97-9798-3B3AA076FEBC}" type="pres">
      <dgm:prSet presAssocID="{DC6B4670-736D-437E-ABFE-E7606D156CDA}" presName="spacer" presStyleCnt="0"/>
      <dgm:spPr/>
    </dgm:pt>
    <dgm:pt modelId="{45AF4B5C-1247-47D9-8DB5-B3ADFD52BE32}" type="pres">
      <dgm:prSet presAssocID="{86002EA8-7A37-4D75-98E9-B1950DE60D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D36033-32D1-42B3-9BB4-C13CBB91AC28}" type="pres">
      <dgm:prSet presAssocID="{8F200AA6-164A-49EB-BB46-191EDF69D8C8}" presName="spacer" presStyleCnt="0"/>
      <dgm:spPr/>
    </dgm:pt>
    <dgm:pt modelId="{6867E6AC-C679-4322-9DAF-79AF7BFB486F}" type="pres">
      <dgm:prSet presAssocID="{FF80A96E-1D4C-4051-80C6-67391CC2D1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20EBEE-C781-485F-9988-856B0A1ED4E1}" type="pres">
      <dgm:prSet presAssocID="{59E45205-2A9F-491E-80D9-91680729B68C}" presName="spacer" presStyleCnt="0"/>
      <dgm:spPr/>
    </dgm:pt>
    <dgm:pt modelId="{4A6D582B-9CA4-488C-A943-29E91BCA9B59}" type="pres">
      <dgm:prSet presAssocID="{85270B80-7015-4846-801E-908B7900246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7BA40E-4879-435E-8D63-4A86E0945EB0}" type="presOf" srcId="{FF80A96E-1D4C-4051-80C6-67391CC2D1BD}" destId="{6867E6AC-C679-4322-9DAF-79AF7BFB486F}" srcOrd="0" destOrd="0" presId="urn:microsoft.com/office/officeart/2005/8/layout/vList2"/>
    <dgm:cxn modelId="{27FD110F-2E11-48F6-B596-7B1D153A7533}" type="presOf" srcId="{85270B80-7015-4846-801E-908B7900246C}" destId="{4A6D582B-9CA4-488C-A943-29E91BCA9B59}" srcOrd="0" destOrd="0" presId="urn:microsoft.com/office/officeart/2005/8/layout/vList2"/>
    <dgm:cxn modelId="{867F5C53-1E74-4C14-819D-CF6A0F7C2382}" srcId="{3A2DD258-26DD-46B1-AC75-97969E42D766}" destId="{FF80A96E-1D4C-4051-80C6-67391CC2D1BD}" srcOrd="2" destOrd="0" parTransId="{4684F4BC-DF9F-4EF2-908B-A5AC07EF8F86}" sibTransId="{59E45205-2A9F-491E-80D9-91680729B68C}"/>
    <dgm:cxn modelId="{278E117D-5107-4F16-AB38-C40F7A745156}" srcId="{3A2DD258-26DD-46B1-AC75-97969E42D766}" destId="{85270B80-7015-4846-801E-908B7900246C}" srcOrd="3" destOrd="0" parTransId="{C8470BE2-4E78-436F-B1C9-8344EA7DF46E}" sibTransId="{B96196BD-3354-4187-B869-78404A8F3708}"/>
    <dgm:cxn modelId="{1A7C3C80-5E75-47F2-8652-CB174F7B222C}" type="presOf" srcId="{86002EA8-7A37-4D75-98E9-B1950DE60D7B}" destId="{45AF4B5C-1247-47D9-8DB5-B3ADFD52BE32}" srcOrd="0" destOrd="0" presId="urn:microsoft.com/office/officeart/2005/8/layout/vList2"/>
    <dgm:cxn modelId="{F6571B97-3276-446C-B76F-11B6039D460A}" srcId="{3A2DD258-26DD-46B1-AC75-97969E42D766}" destId="{6F126B08-7A0F-497B-9547-92C107A5698B}" srcOrd="0" destOrd="0" parTransId="{A6819CF1-8F69-4399-8102-1E213EB49E7D}" sibTransId="{DC6B4670-736D-437E-ABFE-E7606D156CDA}"/>
    <dgm:cxn modelId="{798C8F9C-3D6E-438B-BFF5-F99B985AB82A}" srcId="{3A2DD258-26DD-46B1-AC75-97969E42D766}" destId="{86002EA8-7A37-4D75-98E9-B1950DE60D7B}" srcOrd="1" destOrd="0" parTransId="{8311DD16-5F06-4000-AF20-A4DFF952E06C}" sibTransId="{8F200AA6-164A-49EB-BB46-191EDF69D8C8}"/>
    <dgm:cxn modelId="{53E9B4AC-F3CA-41EE-AD9B-F34651663783}" type="presOf" srcId="{6F126B08-7A0F-497B-9547-92C107A5698B}" destId="{B3E5250C-111C-4973-9472-F6267DCA014A}" srcOrd="0" destOrd="0" presId="urn:microsoft.com/office/officeart/2005/8/layout/vList2"/>
    <dgm:cxn modelId="{B68C8BB9-71DD-4734-B289-24ED8C21068D}" type="presOf" srcId="{3A2DD258-26DD-46B1-AC75-97969E42D766}" destId="{E51703C3-8C10-4158-96FE-3B128B833C1B}" srcOrd="0" destOrd="0" presId="urn:microsoft.com/office/officeart/2005/8/layout/vList2"/>
    <dgm:cxn modelId="{BCADCB4D-B632-4BAB-AFB3-43A5F90F256D}" type="presParOf" srcId="{E51703C3-8C10-4158-96FE-3B128B833C1B}" destId="{B3E5250C-111C-4973-9472-F6267DCA014A}" srcOrd="0" destOrd="0" presId="urn:microsoft.com/office/officeart/2005/8/layout/vList2"/>
    <dgm:cxn modelId="{9BF27A8F-A8E5-4050-AD40-274E0EA0F82F}" type="presParOf" srcId="{E51703C3-8C10-4158-96FE-3B128B833C1B}" destId="{08BA23EC-DA64-4C97-9798-3B3AA076FEBC}" srcOrd="1" destOrd="0" presId="urn:microsoft.com/office/officeart/2005/8/layout/vList2"/>
    <dgm:cxn modelId="{C04A3171-FD56-4133-B244-BBC2B9402402}" type="presParOf" srcId="{E51703C3-8C10-4158-96FE-3B128B833C1B}" destId="{45AF4B5C-1247-47D9-8DB5-B3ADFD52BE32}" srcOrd="2" destOrd="0" presId="urn:microsoft.com/office/officeart/2005/8/layout/vList2"/>
    <dgm:cxn modelId="{08550042-C3FE-4452-ADF1-00FB7C98DA9F}" type="presParOf" srcId="{E51703C3-8C10-4158-96FE-3B128B833C1B}" destId="{3DD36033-32D1-42B3-9BB4-C13CBB91AC28}" srcOrd="3" destOrd="0" presId="urn:microsoft.com/office/officeart/2005/8/layout/vList2"/>
    <dgm:cxn modelId="{94A53BFB-0285-4BEB-B95C-E7BC4264E81A}" type="presParOf" srcId="{E51703C3-8C10-4158-96FE-3B128B833C1B}" destId="{6867E6AC-C679-4322-9DAF-79AF7BFB486F}" srcOrd="4" destOrd="0" presId="urn:microsoft.com/office/officeart/2005/8/layout/vList2"/>
    <dgm:cxn modelId="{B0D4CE4A-603F-4519-8DC2-A1DAC9EE31BB}" type="presParOf" srcId="{E51703C3-8C10-4158-96FE-3B128B833C1B}" destId="{C820EBEE-C781-485F-9988-856B0A1ED4E1}" srcOrd="5" destOrd="0" presId="urn:microsoft.com/office/officeart/2005/8/layout/vList2"/>
    <dgm:cxn modelId="{8DB7C8C4-E8D3-4002-B82D-30DB31BFD157}" type="presParOf" srcId="{E51703C3-8C10-4158-96FE-3B128B833C1B}" destId="{4A6D582B-9CA4-488C-A943-29E91BCA9B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B414A7-E49B-4E9F-9D40-641B0B8902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5F8FAD-14FE-4FDA-879F-AB2A03B83249}">
      <dgm:prSet/>
      <dgm:spPr/>
      <dgm:t>
        <a:bodyPr/>
        <a:lstStyle/>
        <a:p>
          <a:r>
            <a:rPr lang="en-US" b="1" i="0" baseline="0"/>
            <a:t>Machine Translation:</a:t>
          </a:r>
          <a:r>
            <a:rPr lang="en-US" b="0" i="0" baseline="0"/>
            <a:t> Google Translate.</a:t>
          </a:r>
          <a:endParaRPr lang="en-US"/>
        </a:p>
      </dgm:t>
    </dgm:pt>
    <dgm:pt modelId="{06DA2D5A-BE84-421F-81B0-300C30D57F6E}" type="parTrans" cxnId="{37059AB2-CF9A-4DA0-8869-64941AF533E5}">
      <dgm:prSet/>
      <dgm:spPr/>
      <dgm:t>
        <a:bodyPr/>
        <a:lstStyle/>
        <a:p>
          <a:endParaRPr lang="en-US"/>
        </a:p>
      </dgm:t>
    </dgm:pt>
    <dgm:pt modelId="{17697CC3-52CA-4E8F-B19E-3E314460E5CE}" type="sibTrans" cxnId="{37059AB2-CF9A-4DA0-8869-64941AF533E5}">
      <dgm:prSet/>
      <dgm:spPr/>
      <dgm:t>
        <a:bodyPr/>
        <a:lstStyle/>
        <a:p>
          <a:endParaRPr lang="en-US"/>
        </a:p>
      </dgm:t>
    </dgm:pt>
    <dgm:pt modelId="{2F9EB8B3-07DF-40C6-99CC-4983CFD3566A}">
      <dgm:prSet/>
      <dgm:spPr/>
      <dgm:t>
        <a:bodyPr/>
        <a:lstStyle/>
        <a:p>
          <a:r>
            <a:rPr lang="en-US" b="1" i="0" baseline="0"/>
            <a:t>Chatbots and Virtual Assistants:</a:t>
          </a:r>
          <a:r>
            <a:rPr lang="en-US" b="0" i="0" baseline="0"/>
            <a:t> Siri, Alexa, ChatGPT.</a:t>
          </a:r>
          <a:endParaRPr lang="en-US"/>
        </a:p>
      </dgm:t>
    </dgm:pt>
    <dgm:pt modelId="{159C4284-BB45-4724-9E25-B4A63E9AA635}" type="parTrans" cxnId="{4D5947BC-52F6-4558-BD16-D28EEDD52109}">
      <dgm:prSet/>
      <dgm:spPr/>
      <dgm:t>
        <a:bodyPr/>
        <a:lstStyle/>
        <a:p>
          <a:endParaRPr lang="en-US"/>
        </a:p>
      </dgm:t>
    </dgm:pt>
    <dgm:pt modelId="{9F878E4B-9D18-400C-8CAE-F2836DCE232B}" type="sibTrans" cxnId="{4D5947BC-52F6-4558-BD16-D28EEDD52109}">
      <dgm:prSet/>
      <dgm:spPr/>
      <dgm:t>
        <a:bodyPr/>
        <a:lstStyle/>
        <a:p>
          <a:endParaRPr lang="en-US"/>
        </a:p>
      </dgm:t>
    </dgm:pt>
    <dgm:pt modelId="{AA5C567F-3019-48EB-90CE-81A0310FD5E0}">
      <dgm:prSet/>
      <dgm:spPr/>
      <dgm:t>
        <a:bodyPr/>
        <a:lstStyle/>
        <a:p>
          <a:r>
            <a:rPr lang="en-US" b="1" i="0" baseline="0"/>
            <a:t>Sentiment Analysis:</a:t>
          </a:r>
          <a:r>
            <a:rPr lang="en-US" b="0" i="0" baseline="0"/>
            <a:t> Understanding opinions from social media.</a:t>
          </a:r>
          <a:endParaRPr lang="en-US"/>
        </a:p>
      </dgm:t>
    </dgm:pt>
    <dgm:pt modelId="{4DC88ADC-6B57-4EDB-BC9B-F509F363F26F}" type="parTrans" cxnId="{5EF0E515-302E-45C8-A72D-08AE2049BE3D}">
      <dgm:prSet/>
      <dgm:spPr/>
      <dgm:t>
        <a:bodyPr/>
        <a:lstStyle/>
        <a:p>
          <a:endParaRPr lang="en-US"/>
        </a:p>
      </dgm:t>
    </dgm:pt>
    <dgm:pt modelId="{C70F263B-5233-4978-B86D-24255D3CE69C}" type="sibTrans" cxnId="{5EF0E515-302E-45C8-A72D-08AE2049BE3D}">
      <dgm:prSet/>
      <dgm:spPr/>
      <dgm:t>
        <a:bodyPr/>
        <a:lstStyle/>
        <a:p>
          <a:endParaRPr lang="en-US"/>
        </a:p>
      </dgm:t>
    </dgm:pt>
    <dgm:pt modelId="{6A2C21A0-88CC-4583-981D-DC5F0B7B075A}">
      <dgm:prSet/>
      <dgm:spPr/>
      <dgm:t>
        <a:bodyPr/>
        <a:lstStyle/>
        <a:p>
          <a:r>
            <a:rPr lang="en-US" b="1" i="0" baseline="0"/>
            <a:t>Text Summarization:</a:t>
          </a:r>
          <a:r>
            <a:rPr lang="en-US" b="0" i="0" baseline="0"/>
            <a:t> Condensing long documents.</a:t>
          </a:r>
          <a:endParaRPr lang="en-US"/>
        </a:p>
      </dgm:t>
    </dgm:pt>
    <dgm:pt modelId="{BE6610F1-A47D-4BAD-9D77-D9BD54993AD1}" type="parTrans" cxnId="{F3B56C58-B9BF-40AB-A91B-F3879D6B89E1}">
      <dgm:prSet/>
      <dgm:spPr/>
      <dgm:t>
        <a:bodyPr/>
        <a:lstStyle/>
        <a:p>
          <a:endParaRPr lang="en-US"/>
        </a:p>
      </dgm:t>
    </dgm:pt>
    <dgm:pt modelId="{C36C1B23-11A5-4389-846C-EE22D9502B42}" type="sibTrans" cxnId="{F3B56C58-B9BF-40AB-A91B-F3879D6B89E1}">
      <dgm:prSet/>
      <dgm:spPr/>
      <dgm:t>
        <a:bodyPr/>
        <a:lstStyle/>
        <a:p>
          <a:endParaRPr lang="en-US"/>
        </a:p>
      </dgm:t>
    </dgm:pt>
    <dgm:pt modelId="{B28EE36C-3718-46D9-8CED-08FA89920EF8}">
      <dgm:prSet/>
      <dgm:spPr/>
      <dgm:t>
        <a:bodyPr/>
        <a:lstStyle/>
        <a:p>
          <a:r>
            <a:rPr lang="en-US" b="1" i="0" baseline="0"/>
            <a:t>Speech Recognition:</a:t>
          </a:r>
          <a:r>
            <a:rPr lang="en-US" b="0" i="0" baseline="0"/>
            <a:t> Voice commands in mobile devices.</a:t>
          </a:r>
          <a:endParaRPr lang="en-US"/>
        </a:p>
      </dgm:t>
    </dgm:pt>
    <dgm:pt modelId="{152A71AE-FA26-4DFA-BD92-21167D8E5705}" type="parTrans" cxnId="{6366C16B-B1C3-4DB6-A654-D537AC403398}">
      <dgm:prSet/>
      <dgm:spPr/>
      <dgm:t>
        <a:bodyPr/>
        <a:lstStyle/>
        <a:p>
          <a:endParaRPr lang="en-US"/>
        </a:p>
      </dgm:t>
    </dgm:pt>
    <dgm:pt modelId="{564CB484-37C1-4EAD-AC08-B6305895CB41}" type="sibTrans" cxnId="{6366C16B-B1C3-4DB6-A654-D537AC403398}">
      <dgm:prSet/>
      <dgm:spPr/>
      <dgm:t>
        <a:bodyPr/>
        <a:lstStyle/>
        <a:p>
          <a:endParaRPr lang="en-US"/>
        </a:p>
      </dgm:t>
    </dgm:pt>
    <dgm:pt modelId="{B3C90578-DD53-4D1D-A4F2-E11156E94A3E}" type="pres">
      <dgm:prSet presAssocID="{71B414A7-E49B-4E9F-9D40-641B0B89025F}" presName="root" presStyleCnt="0">
        <dgm:presLayoutVars>
          <dgm:dir/>
          <dgm:resizeHandles val="exact"/>
        </dgm:presLayoutVars>
      </dgm:prSet>
      <dgm:spPr/>
    </dgm:pt>
    <dgm:pt modelId="{6D5C91C2-D887-4E88-B583-5F309041F5A5}" type="pres">
      <dgm:prSet presAssocID="{5B5F8FAD-14FE-4FDA-879F-AB2A03B83249}" presName="compNode" presStyleCnt="0"/>
      <dgm:spPr/>
    </dgm:pt>
    <dgm:pt modelId="{2E9FA974-9152-423D-9935-FD03A5A1E0BE}" type="pres">
      <dgm:prSet presAssocID="{5B5F8FAD-14FE-4FDA-879F-AB2A03B83249}" presName="bgRect" presStyleLbl="bgShp" presStyleIdx="0" presStyleCnt="5"/>
      <dgm:spPr/>
    </dgm:pt>
    <dgm:pt modelId="{658A1999-F66F-40B8-A173-2DE01FB684B9}" type="pres">
      <dgm:prSet presAssocID="{5B5F8FAD-14FE-4FDA-879F-AB2A03B832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02C3425C-87D2-46B7-B591-AA19DF837A44}" type="pres">
      <dgm:prSet presAssocID="{5B5F8FAD-14FE-4FDA-879F-AB2A03B83249}" presName="spaceRect" presStyleCnt="0"/>
      <dgm:spPr/>
    </dgm:pt>
    <dgm:pt modelId="{8F1E07AF-AFAF-4081-A40B-CEF9BA810F38}" type="pres">
      <dgm:prSet presAssocID="{5B5F8FAD-14FE-4FDA-879F-AB2A03B83249}" presName="parTx" presStyleLbl="revTx" presStyleIdx="0" presStyleCnt="5">
        <dgm:presLayoutVars>
          <dgm:chMax val="0"/>
          <dgm:chPref val="0"/>
        </dgm:presLayoutVars>
      </dgm:prSet>
      <dgm:spPr/>
    </dgm:pt>
    <dgm:pt modelId="{8AAA8A72-8FEA-4085-BFDC-FC5A652D4F96}" type="pres">
      <dgm:prSet presAssocID="{17697CC3-52CA-4E8F-B19E-3E314460E5CE}" presName="sibTrans" presStyleCnt="0"/>
      <dgm:spPr/>
    </dgm:pt>
    <dgm:pt modelId="{31E05F30-3F98-456D-BC78-221247FACA79}" type="pres">
      <dgm:prSet presAssocID="{2F9EB8B3-07DF-40C6-99CC-4983CFD3566A}" presName="compNode" presStyleCnt="0"/>
      <dgm:spPr/>
    </dgm:pt>
    <dgm:pt modelId="{3CD8D21E-92CA-402A-992A-1EDB35AFCF5B}" type="pres">
      <dgm:prSet presAssocID="{2F9EB8B3-07DF-40C6-99CC-4983CFD3566A}" presName="bgRect" presStyleLbl="bgShp" presStyleIdx="1" presStyleCnt="5"/>
      <dgm:spPr/>
    </dgm:pt>
    <dgm:pt modelId="{C64D8AA6-B5EE-41F0-BC47-020FFC1F973D}" type="pres">
      <dgm:prSet presAssocID="{2F9EB8B3-07DF-40C6-99CC-4983CFD356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97139ED-6B39-47CF-A86B-D02D1A9CCABC}" type="pres">
      <dgm:prSet presAssocID="{2F9EB8B3-07DF-40C6-99CC-4983CFD3566A}" presName="spaceRect" presStyleCnt="0"/>
      <dgm:spPr/>
    </dgm:pt>
    <dgm:pt modelId="{91F61A8C-1551-45AF-9439-BBA7DE242683}" type="pres">
      <dgm:prSet presAssocID="{2F9EB8B3-07DF-40C6-99CC-4983CFD3566A}" presName="parTx" presStyleLbl="revTx" presStyleIdx="1" presStyleCnt="5">
        <dgm:presLayoutVars>
          <dgm:chMax val="0"/>
          <dgm:chPref val="0"/>
        </dgm:presLayoutVars>
      </dgm:prSet>
      <dgm:spPr/>
    </dgm:pt>
    <dgm:pt modelId="{1178B152-288A-4585-A5F1-B9043A1CACC9}" type="pres">
      <dgm:prSet presAssocID="{9F878E4B-9D18-400C-8CAE-F2836DCE232B}" presName="sibTrans" presStyleCnt="0"/>
      <dgm:spPr/>
    </dgm:pt>
    <dgm:pt modelId="{20C3B996-53CC-46AB-8FE6-C81E7CA4F124}" type="pres">
      <dgm:prSet presAssocID="{AA5C567F-3019-48EB-90CE-81A0310FD5E0}" presName="compNode" presStyleCnt="0"/>
      <dgm:spPr/>
    </dgm:pt>
    <dgm:pt modelId="{F9AABEE5-ED3D-48BB-B110-47CFC778943A}" type="pres">
      <dgm:prSet presAssocID="{AA5C567F-3019-48EB-90CE-81A0310FD5E0}" presName="bgRect" presStyleLbl="bgShp" presStyleIdx="2" presStyleCnt="5"/>
      <dgm:spPr/>
    </dgm:pt>
    <dgm:pt modelId="{791B8E53-5520-4398-927A-D040B4CFA3E8}" type="pres">
      <dgm:prSet presAssocID="{AA5C567F-3019-48EB-90CE-81A0310FD5E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88FF776-5B4C-465F-9788-29E9589480CC}" type="pres">
      <dgm:prSet presAssocID="{AA5C567F-3019-48EB-90CE-81A0310FD5E0}" presName="spaceRect" presStyleCnt="0"/>
      <dgm:spPr/>
    </dgm:pt>
    <dgm:pt modelId="{D3BFBC45-13E1-442D-8E9C-231AB5BC101B}" type="pres">
      <dgm:prSet presAssocID="{AA5C567F-3019-48EB-90CE-81A0310FD5E0}" presName="parTx" presStyleLbl="revTx" presStyleIdx="2" presStyleCnt="5">
        <dgm:presLayoutVars>
          <dgm:chMax val="0"/>
          <dgm:chPref val="0"/>
        </dgm:presLayoutVars>
      </dgm:prSet>
      <dgm:spPr/>
    </dgm:pt>
    <dgm:pt modelId="{305B0CCA-5199-4DCD-83C6-AA6D975E3F9C}" type="pres">
      <dgm:prSet presAssocID="{C70F263B-5233-4978-B86D-24255D3CE69C}" presName="sibTrans" presStyleCnt="0"/>
      <dgm:spPr/>
    </dgm:pt>
    <dgm:pt modelId="{D9C9DB5B-5868-4AF1-981D-5855D7CBF5CE}" type="pres">
      <dgm:prSet presAssocID="{6A2C21A0-88CC-4583-981D-DC5F0B7B075A}" presName="compNode" presStyleCnt="0"/>
      <dgm:spPr/>
    </dgm:pt>
    <dgm:pt modelId="{15779F1E-ABCC-4CD5-8E91-93966962FCA8}" type="pres">
      <dgm:prSet presAssocID="{6A2C21A0-88CC-4583-981D-DC5F0B7B075A}" presName="bgRect" presStyleLbl="bgShp" presStyleIdx="3" presStyleCnt="5"/>
      <dgm:spPr/>
    </dgm:pt>
    <dgm:pt modelId="{2BDA5FCA-E138-4D8E-AD0D-433F835F3C5F}" type="pres">
      <dgm:prSet presAssocID="{6A2C21A0-88CC-4583-981D-DC5F0B7B075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29623B7-94B7-48C3-8936-90D7AC84B3B2}" type="pres">
      <dgm:prSet presAssocID="{6A2C21A0-88CC-4583-981D-DC5F0B7B075A}" presName="spaceRect" presStyleCnt="0"/>
      <dgm:spPr/>
    </dgm:pt>
    <dgm:pt modelId="{AE527564-62C8-4645-A4D2-103DE5D610CD}" type="pres">
      <dgm:prSet presAssocID="{6A2C21A0-88CC-4583-981D-DC5F0B7B075A}" presName="parTx" presStyleLbl="revTx" presStyleIdx="3" presStyleCnt="5">
        <dgm:presLayoutVars>
          <dgm:chMax val="0"/>
          <dgm:chPref val="0"/>
        </dgm:presLayoutVars>
      </dgm:prSet>
      <dgm:spPr/>
    </dgm:pt>
    <dgm:pt modelId="{9BBD0ED9-EBD2-4A12-8962-5D12C25FEB85}" type="pres">
      <dgm:prSet presAssocID="{C36C1B23-11A5-4389-846C-EE22D9502B42}" presName="sibTrans" presStyleCnt="0"/>
      <dgm:spPr/>
    </dgm:pt>
    <dgm:pt modelId="{E5B587A1-6338-4CC4-9687-9AFAAAD29D46}" type="pres">
      <dgm:prSet presAssocID="{B28EE36C-3718-46D9-8CED-08FA89920EF8}" presName="compNode" presStyleCnt="0"/>
      <dgm:spPr/>
    </dgm:pt>
    <dgm:pt modelId="{71DD9D40-33CA-41D2-A8F4-C1671EE034A7}" type="pres">
      <dgm:prSet presAssocID="{B28EE36C-3718-46D9-8CED-08FA89920EF8}" presName="bgRect" presStyleLbl="bgShp" presStyleIdx="4" presStyleCnt="5"/>
      <dgm:spPr/>
    </dgm:pt>
    <dgm:pt modelId="{1998B634-501E-4268-A573-9CD25C020EF6}" type="pres">
      <dgm:prSet presAssocID="{B28EE36C-3718-46D9-8CED-08FA89920EF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E2FB2AA-66A6-4DCB-8F01-3E2CEB02AADD}" type="pres">
      <dgm:prSet presAssocID="{B28EE36C-3718-46D9-8CED-08FA89920EF8}" presName="spaceRect" presStyleCnt="0"/>
      <dgm:spPr/>
    </dgm:pt>
    <dgm:pt modelId="{8A4CFADD-06EE-4D8C-A5C9-148D9A523C46}" type="pres">
      <dgm:prSet presAssocID="{B28EE36C-3718-46D9-8CED-08FA89920EF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09F012-9963-40CB-9832-EBBBB6B7E271}" type="presOf" srcId="{2F9EB8B3-07DF-40C6-99CC-4983CFD3566A}" destId="{91F61A8C-1551-45AF-9439-BBA7DE242683}" srcOrd="0" destOrd="0" presId="urn:microsoft.com/office/officeart/2018/2/layout/IconVerticalSolidList"/>
    <dgm:cxn modelId="{5EF0E515-302E-45C8-A72D-08AE2049BE3D}" srcId="{71B414A7-E49B-4E9F-9D40-641B0B89025F}" destId="{AA5C567F-3019-48EB-90CE-81A0310FD5E0}" srcOrd="2" destOrd="0" parTransId="{4DC88ADC-6B57-4EDB-BC9B-F509F363F26F}" sibTransId="{C70F263B-5233-4978-B86D-24255D3CE69C}"/>
    <dgm:cxn modelId="{0785F25E-9D91-4E45-B4C3-0668E89E8BCE}" type="presOf" srcId="{B28EE36C-3718-46D9-8CED-08FA89920EF8}" destId="{8A4CFADD-06EE-4D8C-A5C9-148D9A523C46}" srcOrd="0" destOrd="0" presId="urn:microsoft.com/office/officeart/2018/2/layout/IconVerticalSolidList"/>
    <dgm:cxn modelId="{6366C16B-B1C3-4DB6-A654-D537AC403398}" srcId="{71B414A7-E49B-4E9F-9D40-641B0B89025F}" destId="{B28EE36C-3718-46D9-8CED-08FA89920EF8}" srcOrd="4" destOrd="0" parTransId="{152A71AE-FA26-4DFA-BD92-21167D8E5705}" sibTransId="{564CB484-37C1-4EAD-AC08-B6305895CB41}"/>
    <dgm:cxn modelId="{B627DF6D-9200-48EA-9B89-FA5BAB990F5B}" type="presOf" srcId="{6A2C21A0-88CC-4583-981D-DC5F0B7B075A}" destId="{AE527564-62C8-4645-A4D2-103DE5D610CD}" srcOrd="0" destOrd="0" presId="urn:microsoft.com/office/officeart/2018/2/layout/IconVerticalSolidList"/>
    <dgm:cxn modelId="{F3B56C58-B9BF-40AB-A91B-F3879D6B89E1}" srcId="{71B414A7-E49B-4E9F-9D40-641B0B89025F}" destId="{6A2C21A0-88CC-4583-981D-DC5F0B7B075A}" srcOrd="3" destOrd="0" parTransId="{BE6610F1-A47D-4BAD-9D77-D9BD54993AD1}" sibTransId="{C36C1B23-11A5-4389-846C-EE22D9502B42}"/>
    <dgm:cxn modelId="{C302258C-D54E-4A47-816E-D238B3424B9A}" type="presOf" srcId="{5B5F8FAD-14FE-4FDA-879F-AB2A03B83249}" destId="{8F1E07AF-AFAF-4081-A40B-CEF9BA810F38}" srcOrd="0" destOrd="0" presId="urn:microsoft.com/office/officeart/2018/2/layout/IconVerticalSolidList"/>
    <dgm:cxn modelId="{9DFBBAA8-CFB8-4C49-9771-25ADADFCD915}" type="presOf" srcId="{AA5C567F-3019-48EB-90CE-81A0310FD5E0}" destId="{D3BFBC45-13E1-442D-8E9C-231AB5BC101B}" srcOrd="0" destOrd="0" presId="urn:microsoft.com/office/officeart/2018/2/layout/IconVerticalSolidList"/>
    <dgm:cxn modelId="{37059AB2-CF9A-4DA0-8869-64941AF533E5}" srcId="{71B414A7-E49B-4E9F-9D40-641B0B89025F}" destId="{5B5F8FAD-14FE-4FDA-879F-AB2A03B83249}" srcOrd="0" destOrd="0" parTransId="{06DA2D5A-BE84-421F-81B0-300C30D57F6E}" sibTransId="{17697CC3-52CA-4E8F-B19E-3E314460E5CE}"/>
    <dgm:cxn modelId="{4D5947BC-52F6-4558-BD16-D28EEDD52109}" srcId="{71B414A7-E49B-4E9F-9D40-641B0B89025F}" destId="{2F9EB8B3-07DF-40C6-99CC-4983CFD3566A}" srcOrd="1" destOrd="0" parTransId="{159C4284-BB45-4724-9E25-B4A63E9AA635}" sibTransId="{9F878E4B-9D18-400C-8CAE-F2836DCE232B}"/>
    <dgm:cxn modelId="{700D3EF7-462D-4055-A973-3A10CDD7BF6F}" type="presOf" srcId="{71B414A7-E49B-4E9F-9D40-641B0B89025F}" destId="{B3C90578-DD53-4D1D-A4F2-E11156E94A3E}" srcOrd="0" destOrd="0" presId="urn:microsoft.com/office/officeart/2018/2/layout/IconVerticalSolidList"/>
    <dgm:cxn modelId="{CB9EDFE7-72B9-4A90-A006-19DA3CF3B984}" type="presParOf" srcId="{B3C90578-DD53-4D1D-A4F2-E11156E94A3E}" destId="{6D5C91C2-D887-4E88-B583-5F309041F5A5}" srcOrd="0" destOrd="0" presId="urn:microsoft.com/office/officeart/2018/2/layout/IconVerticalSolidList"/>
    <dgm:cxn modelId="{1E69B5B2-F121-4EB0-845C-C70E939B02EA}" type="presParOf" srcId="{6D5C91C2-D887-4E88-B583-5F309041F5A5}" destId="{2E9FA974-9152-423D-9935-FD03A5A1E0BE}" srcOrd="0" destOrd="0" presId="urn:microsoft.com/office/officeart/2018/2/layout/IconVerticalSolidList"/>
    <dgm:cxn modelId="{E7649EB7-7C57-4289-9A16-1580DFBF2FB7}" type="presParOf" srcId="{6D5C91C2-D887-4E88-B583-5F309041F5A5}" destId="{658A1999-F66F-40B8-A173-2DE01FB684B9}" srcOrd="1" destOrd="0" presId="urn:microsoft.com/office/officeart/2018/2/layout/IconVerticalSolidList"/>
    <dgm:cxn modelId="{313A989A-DE6B-4780-9A36-C0B2FD3FD6F2}" type="presParOf" srcId="{6D5C91C2-D887-4E88-B583-5F309041F5A5}" destId="{02C3425C-87D2-46B7-B591-AA19DF837A44}" srcOrd="2" destOrd="0" presId="urn:microsoft.com/office/officeart/2018/2/layout/IconVerticalSolidList"/>
    <dgm:cxn modelId="{7D820A91-07C9-40A0-A353-2F9549F3A3BB}" type="presParOf" srcId="{6D5C91C2-D887-4E88-B583-5F309041F5A5}" destId="{8F1E07AF-AFAF-4081-A40B-CEF9BA810F38}" srcOrd="3" destOrd="0" presId="urn:microsoft.com/office/officeart/2018/2/layout/IconVerticalSolidList"/>
    <dgm:cxn modelId="{E1A7E9AA-01AE-48DD-AED5-8371B634F331}" type="presParOf" srcId="{B3C90578-DD53-4D1D-A4F2-E11156E94A3E}" destId="{8AAA8A72-8FEA-4085-BFDC-FC5A652D4F96}" srcOrd="1" destOrd="0" presId="urn:microsoft.com/office/officeart/2018/2/layout/IconVerticalSolidList"/>
    <dgm:cxn modelId="{9E1489B2-F2F9-42EA-BF58-5CC683F7109A}" type="presParOf" srcId="{B3C90578-DD53-4D1D-A4F2-E11156E94A3E}" destId="{31E05F30-3F98-456D-BC78-221247FACA79}" srcOrd="2" destOrd="0" presId="urn:microsoft.com/office/officeart/2018/2/layout/IconVerticalSolidList"/>
    <dgm:cxn modelId="{43B24DF4-9E28-4853-88F9-EF69DF4EB582}" type="presParOf" srcId="{31E05F30-3F98-456D-BC78-221247FACA79}" destId="{3CD8D21E-92CA-402A-992A-1EDB35AFCF5B}" srcOrd="0" destOrd="0" presId="urn:microsoft.com/office/officeart/2018/2/layout/IconVerticalSolidList"/>
    <dgm:cxn modelId="{BDF7F9B5-066E-4E78-B1E2-57FD56DA2FD4}" type="presParOf" srcId="{31E05F30-3F98-456D-BC78-221247FACA79}" destId="{C64D8AA6-B5EE-41F0-BC47-020FFC1F973D}" srcOrd="1" destOrd="0" presId="urn:microsoft.com/office/officeart/2018/2/layout/IconVerticalSolidList"/>
    <dgm:cxn modelId="{51FE9446-C836-47B9-AE47-173FFEDB5717}" type="presParOf" srcId="{31E05F30-3F98-456D-BC78-221247FACA79}" destId="{097139ED-6B39-47CF-A86B-D02D1A9CCABC}" srcOrd="2" destOrd="0" presId="urn:microsoft.com/office/officeart/2018/2/layout/IconVerticalSolidList"/>
    <dgm:cxn modelId="{22F77BE6-3FB4-4318-AE6E-EE610911DE00}" type="presParOf" srcId="{31E05F30-3F98-456D-BC78-221247FACA79}" destId="{91F61A8C-1551-45AF-9439-BBA7DE242683}" srcOrd="3" destOrd="0" presId="urn:microsoft.com/office/officeart/2018/2/layout/IconVerticalSolidList"/>
    <dgm:cxn modelId="{6DA5755D-9B47-4393-8FB4-3895DC79D513}" type="presParOf" srcId="{B3C90578-DD53-4D1D-A4F2-E11156E94A3E}" destId="{1178B152-288A-4585-A5F1-B9043A1CACC9}" srcOrd="3" destOrd="0" presId="urn:microsoft.com/office/officeart/2018/2/layout/IconVerticalSolidList"/>
    <dgm:cxn modelId="{DE97BDAB-594D-4CE7-A18E-1A8A74DC5155}" type="presParOf" srcId="{B3C90578-DD53-4D1D-A4F2-E11156E94A3E}" destId="{20C3B996-53CC-46AB-8FE6-C81E7CA4F124}" srcOrd="4" destOrd="0" presId="urn:microsoft.com/office/officeart/2018/2/layout/IconVerticalSolidList"/>
    <dgm:cxn modelId="{178394DD-CC45-47D1-B26A-A327265CA08A}" type="presParOf" srcId="{20C3B996-53CC-46AB-8FE6-C81E7CA4F124}" destId="{F9AABEE5-ED3D-48BB-B110-47CFC778943A}" srcOrd="0" destOrd="0" presId="urn:microsoft.com/office/officeart/2018/2/layout/IconVerticalSolidList"/>
    <dgm:cxn modelId="{9803EEFF-7B50-4FA5-AFDD-100089AFC532}" type="presParOf" srcId="{20C3B996-53CC-46AB-8FE6-C81E7CA4F124}" destId="{791B8E53-5520-4398-927A-D040B4CFA3E8}" srcOrd="1" destOrd="0" presId="urn:microsoft.com/office/officeart/2018/2/layout/IconVerticalSolidList"/>
    <dgm:cxn modelId="{5311F53F-789C-4AC6-A50F-D4818A04C273}" type="presParOf" srcId="{20C3B996-53CC-46AB-8FE6-C81E7CA4F124}" destId="{288FF776-5B4C-465F-9788-29E9589480CC}" srcOrd="2" destOrd="0" presId="urn:microsoft.com/office/officeart/2018/2/layout/IconVerticalSolidList"/>
    <dgm:cxn modelId="{10CED984-787E-49C6-B1D7-FC1EE1DE3B96}" type="presParOf" srcId="{20C3B996-53CC-46AB-8FE6-C81E7CA4F124}" destId="{D3BFBC45-13E1-442D-8E9C-231AB5BC101B}" srcOrd="3" destOrd="0" presId="urn:microsoft.com/office/officeart/2018/2/layout/IconVerticalSolidList"/>
    <dgm:cxn modelId="{6997255C-E284-4466-B9F0-56902A1C0079}" type="presParOf" srcId="{B3C90578-DD53-4D1D-A4F2-E11156E94A3E}" destId="{305B0CCA-5199-4DCD-83C6-AA6D975E3F9C}" srcOrd="5" destOrd="0" presId="urn:microsoft.com/office/officeart/2018/2/layout/IconVerticalSolidList"/>
    <dgm:cxn modelId="{CED6C62F-A70D-42C3-97D8-C5B1FF19A8D6}" type="presParOf" srcId="{B3C90578-DD53-4D1D-A4F2-E11156E94A3E}" destId="{D9C9DB5B-5868-4AF1-981D-5855D7CBF5CE}" srcOrd="6" destOrd="0" presId="urn:microsoft.com/office/officeart/2018/2/layout/IconVerticalSolidList"/>
    <dgm:cxn modelId="{DB471604-B3D0-441B-BB96-604675CF7EC3}" type="presParOf" srcId="{D9C9DB5B-5868-4AF1-981D-5855D7CBF5CE}" destId="{15779F1E-ABCC-4CD5-8E91-93966962FCA8}" srcOrd="0" destOrd="0" presId="urn:microsoft.com/office/officeart/2018/2/layout/IconVerticalSolidList"/>
    <dgm:cxn modelId="{74285A40-6B50-4BD2-8292-48C0B4D2F6AC}" type="presParOf" srcId="{D9C9DB5B-5868-4AF1-981D-5855D7CBF5CE}" destId="{2BDA5FCA-E138-4D8E-AD0D-433F835F3C5F}" srcOrd="1" destOrd="0" presId="urn:microsoft.com/office/officeart/2018/2/layout/IconVerticalSolidList"/>
    <dgm:cxn modelId="{5E76A207-F090-4527-968F-472A2C22B3B8}" type="presParOf" srcId="{D9C9DB5B-5868-4AF1-981D-5855D7CBF5CE}" destId="{A29623B7-94B7-48C3-8936-90D7AC84B3B2}" srcOrd="2" destOrd="0" presId="urn:microsoft.com/office/officeart/2018/2/layout/IconVerticalSolidList"/>
    <dgm:cxn modelId="{5495AAC7-97B9-42BD-A7D2-4AF24698A0CB}" type="presParOf" srcId="{D9C9DB5B-5868-4AF1-981D-5855D7CBF5CE}" destId="{AE527564-62C8-4645-A4D2-103DE5D610CD}" srcOrd="3" destOrd="0" presId="urn:microsoft.com/office/officeart/2018/2/layout/IconVerticalSolidList"/>
    <dgm:cxn modelId="{4FDAEDCE-B13C-49BC-B860-996FECF4E025}" type="presParOf" srcId="{B3C90578-DD53-4D1D-A4F2-E11156E94A3E}" destId="{9BBD0ED9-EBD2-4A12-8962-5D12C25FEB85}" srcOrd="7" destOrd="0" presId="urn:microsoft.com/office/officeart/2018/2/layout/IconVerticalSolidList"/>
    <dgm:cxn modelId="{61283823-4288-463A-81B4-95AA00F8DB73}" type="presParOf" srcId="{B3C90578-DD53-4D1D-A4F2-E11156E94A3E}" destId="{E5B587A1-6338-4CC4-9687-9AFAAAD29D46}" srcOrd="8" destOrd="0" presId="urn:microsoft.com/office/officeart/2018/2/layout/IconVerticalSolidList"/>
    <dgm:cxn modelId="{872AECDE-5142-4B10-8DB1-CC2E0E4AC6CE}" type="presParOf" srcId="{E5B587A1-6338-4CC4-9687-9AFAAAD29D46}" destId="{71DD9D40-33CA-41D2-A8F4-C1671EE034A7}" srcOrd="0" destOrd="0" presId="urn:microsoft.com/office/officeart/2018/2/layout/IconVerticalSolidList"/>
    <dgm:cxn modelId="{FF49E1F1-E08E-4FBC-AA47-55492547EE64}" type="presParOf" srcId="{E5B587A1-6338-4CC4-9687-9AFAAAD29D46}" destId="{1998B634-501E-4268-A573-9CD25C020EF6}" srcOrd="1" destOrd="0" presId="urn:microsoft.com/office/officeart/2018/2/layout/IconVerticalSolidList"/>
    <dgm:cxn modelId="{E3636A69-060F-44CB-B630-275B7ED51E77}" type="presParOf" srcId="{E5B587A1-6338-4CC4-9687-9AFAAAD29D46}" destId="{7E2FB2AA-66A6-4DCB-8F01-3E2CEB02AADD}" srcOrd="2" destOrd="0" presId="urn:microsoft.com/office/officeart/2018/2/layout/IconVerticalSolidList"/>
    <dgm:cxn modelId="{CD53D179-E9CE-4C39-87B7-A0D72FE81345}" type="presParOf" srcId="{E5B587A1-6338-4CC4-9687-9AFAAAD29D46}" destId="{8A4CFADD-06EE-4D8C-A5C9-148D9A523C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7D3EB8-6D5B-43D4-8F10-A3E45DBA05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CB1CAB-CA43-4EA3-B532-8601D92B6C4B}">
      <dgm:prSet/>
      <dgm:spPr/>
      <dgm:t>
        <a:bodyPr/>
        <a:lstStyle/>
        <a:p>
          <a:r>
            <a:rPr lang="en-IN" b="1"/>
            <a:t>Morphological Analysis:</a:t>
          </a:r>
          <a:r>
            <a:rPr lang="en-IN"/>
            <a:t> Word structure.</a:t>
          </a:r>
          <a:endParaRPr lang="en-US"/>
        </a:p>
      </dgm:t>
    </dgm:pt>
    <dgm:pt modelId="{0CAAEDFD-F801-4EB5-B8DC-4D1BD43A6C2E}" type="parTrans" cxnId="{4258C590-3B24-480A-B368-9ECAF543FA6A}">
      <dgm:prSet/>
      <dgm:spPr/>
      <dgm:t>
        <a:bodyPr/>
        <a:lstStyle/>
        <a:p>
          <a:endParaRPr lang="en-US"/>
        </a:p>
      </dgm:t>
    </dgm:pt>
    <dgm:pt modelId="{055210E3-DDBE-424C-9844-74927958321A}" type="sibTrans" cxnId="{4258C590-3B24-480A-B368-9ECAF543FA6A}">
      <dgm:prSet/>
      <dgm:spPr/>
      <dgm:t>
        <a:bodyPr/>
        <a:lstStyle/>
        <a:p>
          <a:endParaRPr lang="en-US"/>
        </a:p>
      </dgm:t>
    </dgm:pt>
    <dgm:pt modelId="{A5BCC2B6-B4DE-433C-8FCE-E05982BC2BE3}">
      <dgm:prSet/>
      <dgm:spPr/>
      <dgm:t>
        <a:bodyPr/>
        <a:lstStyle/>
        <a:p>
          <a:r>
            <a:rPr lang="en-IN" b="1"/>
            <a:t>Syntax Analysis:</a:t>
          </a:r>
          <a:r>
            <a:rPr lang="en-IN"/>
            <a:t> Grammar and sentence formation.</a:t>
          </a:r>
          <a:endParaRPr lang="en-US"/>
        </a:p>
      </dgm:t>
    </dgm:pt>
    <dgm:pt modelId="{EBF5DE75-74C8-402F-98D9-600C1A828B98}" type="parTrans" cxnId="{BCA62E1D-1B3A-4B78-A81A-433BD95472AB}">
      <dgm:prSet/>
      <dgm:spPr/>
      <dgm:t>
        <a:bodyPr/>
        <a:lstStyle/>
        <a:p>
          <a:endParaRPr lang="en-US"/>
        </a:p>
      </dgm:t>
    </dgm:pt>
    <dgm:pt modelId="{11B86C7C-938B-4BF9-AB62-F04A69924B6A}" type="sibTrans" cxnId="{BCA62E1D-1B3A-4B78-A81A-433BD95472AB}">
      <dgm:prSet/>
      <dgm:spPr/>
      <dgm:t>
        <a:bodyPr/>
        <a:lstStyle/>
        <a:p>
          <a:endParaRPr lang="en-US"/>
        </a:p>
      </dgm:t>
    </dgm:pt>
    <dgm:pt modelId="{78C0799D-0A10-4C54-912F-D64B1B133C74}">
      <dgm:prSet/>
      <dgm:spPr/>
      <dgm:t>
        <a:bodyPr/>
        <a:lstStyle/>
        <a:p>
          <a:r>
            <a:rPr lang="en-IN" b="1"/>
            <a:t>Semantic Analysis:</a:t>
          </a:r>
          <a:r>
            <a:rPr lang="en-IN"/>
            <a:t> Understanding meaning.</a:t>
          </a:r>
          <a:endParaRPr lang="en-US"/>
        </a:p>
      </dgm:t>
    </dgm:pt>
    <dgm:pt modelId="{98EAD1EA-237A-4039-86D7-2F51C0C0650E}" type="parTrans" cxnId="{9D846D6A-D887-4BC5-80E8-2BBAFACEA146}">
      <dgm:prSet/>
      <dgm:spPr/>
      <dgm:t>
        <a:bodyPr/>
        <a:lstStyle/>
        <a:p>
          <a:endParaRPr lang="en-US"/>
        </a:p>
      </dgm:t>
    </dgm:pt>
    <dgm:pt modelId="{C3F26C90-AD4E-47B3-AFEC-A167EA3E3AB4}" type="sibTrans" cxnId="{9D846D6A-D887-4BC5-80E8-2BBAFACEA146}">
      <dgm:prSet/>
      <dgm:spPr/>
      <dgm:t>
        <a:bodyPr/>
        <a:lstStyle/>
        <a:p>
          <a:endParaRPr lang="en-US"/>
        </a:p>
      </dgm:t>
    </dgm:pt>
    <dgm:pt modelId="{9255EF36-9935-40E0-BE9D-A3C167FE300A}">
      <dgm:prSet/>
      <dgm:spPr/>
      <dgm:t>
        <a:bodyPr/>
        <a:lstStyle/>
        <a:p>
          <a:r>
            <a:rPr lang="en-IN" b="1"/>
            <a:t>Pragmatics:</a:t>
          </a:r>
          <a:r>
            <a:rPr lang="en-IN"/>
            <a:t> Contextual meaning and intent.</a:t>
          </a:r>
          <a:endParaRPr lang="en-US"/>
        </a:p>
      </dgm:t>
    </dgm:pt>
    <dgm:pt modelId="{BA28575B-5F06-4C79-B3B4-848258399A31}" type="parTrans" cxnId="{B5157D94-BE08-49C5-95B9-4E6BB6667E34}">
      <dgm:prSet/>
      <dgm:spPr/>
      <dgm:t>
        <a:bodyPr/>
        <a:lstStyle/>
        <a:p>
          <a:endParaRPr lang="en-US"/>
        </a:p>
      </dgm:t>
    </dgm:pt>
    <dgm:pt modelId="{7A60AF7E-2A7C-498B-B7A5-1B5B082B81C6}" type="sibTrans" cxnId="{B5157D94-BE08-49C5-95B9-4E6BB6667E34}">
      <dgm:prSet/>
      <dgm:spPr/>
      <dgm:t>
        <a:bodyPr/>
        <a:lstStyle/>
        <a:p>
          <a:endParaRPr lang="en-US"/>
        </a:p>
      </dgm:t>
    </dgm:pt>
    <dgm:pt modelId="{636F8E90-7873-43FE-810F-9D5F195EDD39}">
      <dgm:prSet/>
      <dgm:spPr/>
      <dgm:t>
        <a:bodyPr/>
        <a:lstStyle/>
        <a:p>
          <a:r>
            <a:rPr lang="en-IN" b="1"/>
            <a:t>Discourse Integration:</a:t>
          </a:r>
          <a:r>
            <a:rPr lang="en-IN"/>
            <a:t> Linking multiple sentences together.</a:t>
          </a:r>
          <a:endParaRPr lang="en-US"/>
        </a:p>
      </dgm:t>
    </dgm:pt>
    <dgm:pt modelId="{D0930282-DAD3-4DF4-9048-018BE89BDFC5}" type="parTrans" cxnId="{AAF0C303-FF13-49A8-8DCF-B1EBFF9351FD}">
      <dgm:prSet/>
      <dgm:spPr/>
      <dgm:t>
        <a:bodyPr/>
        <a:lstStyle/>
        <a:p>
          <a:endParaRPr lang="en-US"/>
        </a:p>
      </dgm:t>
    </dgm:pt>
    <dgm:pt modelId="{A70D8287-1200-4B39-88A6-BC36C45DF773}" type="sibTrans" cxnId="{AAF0C303-FF13-49A8-8DCF-B1EBFF9351FD}">
      <dgm:prSet/>
      <dgm:spPr/>
      <dgm:t>
        <a:bodyPr/>
        <a:lstStyle/>
        <a:p>
          <a:endParaRPr lang="en-US"/>
        </a:p>
      </dgm:t>
    </dgm:pt>
    <dgm:pt modelId="{DB760BE4-F695-4FE7-8773-0314A1B9C51C}" type="pres">
      <dgm:prSet presAssocID="{D87D3EB8-6D5B-43D4-8F10-A3E45DBA0595}" presName="root" presStyleCnt="0">
        <dgm:presLayoutVars>
          <dgm:dir/>
          <dgm:resizeHandles val="exact"/>
        </dgm:presLayoutVars>
      </dgm:prSet>
      <dgm:spPr/>
    </dgm:pt>
    <dgm:pt modelId="{D3F577DD-9A1C-4FFF-9AB8-6DFDD597CEF2}" type="pres">
      <dgm:prSet presAssocID="{02CB1CAB-CA43-4EA3-B532-8601D92B6C4B}" presName="compNode" presStyleCnt="0"/>
      <dgm:spPr/>
    </dgm:pt>
    <dgm:pt modelId="{F117E498-D748-465D-B4A9-17325A74C0DB}" type="pres">
      <dgm:prSet presAssocID="{02CB1CAB-CA43-4EA3-B532-8601D92B6C4B}" presName="bgRect" presStyleLbl="bgShp" presStyleIdx="0" presStyleCnt="5"/>
      <dgm:spPr/>
    </dgm:pt>
    <dgm:pt modelId="{22118457-9A82-4343-BC51-EADDE9F0592C}" type="pres">
      <dgm:prSet presAssocID="{02CB1CAB-CA43-4EA3-B532-8601D92B6C4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C22C959-B9B9-4969-B33A-88D476F3C96A}" type="pres">
      <dgm:prSet presAssocID="{02CB1CAB-CA43-4EA3-B532-8601D92B6C4B}" presName="spaceRect" presStyleCnt="0"/>
      <dgm:spPr/>
    </dgm:pt>
    <dgm:pt modelId="{61758B63-5B27-4C91-BCBF-A32677D7D7B9}" type="pres">
      <dgm:prSet presAssocID="{02CB1CAB-CA43-4EA3-B532-8601D92B6C4B}" presName="parTx" presStyleLbl="revTx" presStyleIdx="0" presStyleCnt="5">
        <dgm:presLayoutVars>
          <dgm:chMax val="0"/>
          <dgm:chPref val="0"/>
        </dgm:presLayoutVars>
      </dgm:prSet>
      <dgm:spPr/>
    </dgm:pt>
    <dgm:pt modelId="{FA7F3BC7-35E3-4076-B72F-84F43AD83E6E}" type="pres">
      <dgm:prSet presAssocID="{055210E3-DDBE-424C-9844-74927958321A}" presName="sibTrans" presStyleCnt="0"/>
      <dgm:spPr/>
    </dgm:pt>
    <dgm:pt modelId="{2CE3C88A-282A-4296-A089-A7BBF90918CC}" type="pres">
      <dgm:prSet presAssocID="{A5BCC2B6-B4DE-433C-8FCE-E05982BC2BE3}" presName="compNode" presStyleCnt="0"/>
      <dgm:spPr/>
    </dgm:pt>
    <dgm:pt modelId="{C4F36E01-0B95-4B58-87A1-BFED5EDA0559}" type="pres">
      <dgm:prSet presAssocID="{A5BCC2B6-B4DE-433C-8FCE-E05982BC2BE3}" presName="bgRect" presStyleLbl="bgShp" presStyleIdx="1" presStyleCnt="5"/>
      <dgm:spPr/>
    </dgm:pt>
    <dgm:pt modelId="{418A63FA-94E7-4F80-A5A0-2CC3E9B9955F}" type="pres">
      <dgm:prSet presAssocID="{A5BCC2B6-B4DE-433C-8FCE-E05982BC2BE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7BE81D9-454B-49AC-B5CE-15A554AD2F88}" type="pres">
      <dgm:prSet presAssocID="{A5BCC2B6-B4DE-433C-8FCE-E05982BC2BE3}" presName="spaceRect" presStyleCnt="0"/>
      <dgm:spPr/>
    </dgm:pt>
    <dgm:pt modelId="{03CD5B3B-4C31-4153-9C47-B1086686C016}" type="pres">
      <dgm:prSet presAssocID="{A5BCC2B6-B4DE-433C-8FCE-E05982BC2BE3}" presName="parTx" presStyleLbl="revTx" presStyleIdx="1" presStyleCnt="5">
        <dgm:presLayoutVars>
          <dgm:chMax val="0"/>
          <dgm:chPref val="0"/>
        </dgm:presLayoutVars>
      </dgm:prSet>
      <dgm:spPr/>
    </dgm:pt>
    <dgm:pt modelId="{D4ECE79A-19BC-4E79-AC39-20CED3F6383D}" type="pres">
      <dgm:prSet presAssocID="{11B86C7C-938B-4BF9-AB62-F04A69924B6A}" presName="sibTrans" presStyleCnt="0"/>
      <dgm:spPr/>
    </dgm:pt>
    <dgm:pt modelId="{27E77B16-BCFC-4442-86B2-7C885AFC90F5}" type="pres">
      <dgm:prSet presAssocID="{78C0799D-0A10-4C54-912F-D64B1B133C74}" presName="compNode" presStyleCnt="0"/>
      <dgm:spPr/>
    </dgm:pt>
    <dgm:pt modelId="{603DEFD1-BC11-48B0-A33E-1F43B35ED495}" type="pres">
      <dgm:prSet presAssocID="{78C0799D-0A10-4C54-912F-D64B1B133C74}" presName="bgRect" presStyleLbl="bgShp" presStyleIdx="2" presStyleCnt="5"/>
      <dgm:spPr/>
    </dgm:pt>
    <dgm:pt modelId="{947200D5-67A8-44BD-818C-6FB94F89B3E4}" type="pres">
      <dgm:prSet presAssocID="{78C0799D-0A10-4C54-912F-D64B1B133C7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94D53B7-C6FC-404D-8964-20C2BCF58965}" type="pres">
      <dgm:prSet presAssocID="{78C0799D-0A10-4C54-912F-D64B1B133C74}" presName="spaceRect" presStyleCnt="0"/>
      <dgm:spPr/>
    </dgm:pt>
    <dgm:pt modelId="{D61CC826-22AB-4143-B051-D18577A81983}" type="pres">
      <dgm:prSet presAssocID="{78C0799D-0A10-4C54-912F-D64B1B133C74}" presName="parTx" presStyleLbl="revTx" presStyleIdx="2" presStyleCnt="5">
        <dgm:presLayoutVars>
          <dgm:chMax val="0"/>
          <dgm:chPref val="0"/>
        </dgm:presLayoutVars>
      </dgm:prSet>
      <dgm:spPr/>
    </dgm:pt>
    <dgm:pt modelId="{128F3398-E10F-4D65-8DE5-5F054CC24EB6}" type="pres">
      <dgm:prSet presAssocID="{C3F26C90-AD4E-47B3-AFEC-A167EA3E3AB4}" presName="sibTrans" presStyleCnt="0"/>
      <dgm:spPr/>
    </dgm:pt>
    <dgm:pt modelId="{10532B0D-E198-4223-9CBB-6FACE6772D3A}" type="pres">
      <dgm:prSet presAssocID="{9255EF36-9935-40E0-BE9D-A3C167FE300A}" presName="compNode" presStyleCnt="0"/>
      <dgm:spPr/>
    </dgm:pt>
    <dgm:pt modelId="{9D1F120F-BAAD-4456-9ED8-F83D69E93EA7}" type="pres">
      <dgm:prSet presAssocID="{9255EF36-9935-40E0-BE9D-A3C167FE300A}" presName="bgRect" presStyleLbl="bgShp" presStyleIdx="3" presStyleCnt="5"/>
      <dgm:spPr/>
    </dgm:pt>
    <dgm:pt modelId="{758DBEE1-0554-4A0E-B613-B3FA8834C621}" type="pres">
      <dgm:prSet presAssocID="{9255EF36-9935-40E0-BE9D-A3C167FE300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66F01B9F-B0ED-47CD-9A2A-8979075C22CF}" type="pres">
      <dgm:prSet presAssocID="{9255EF36-9935-40E0-BE9D-A3C167FE300A}" presName="spaceRect" presStyleCnt="0"/>
      <dgm:spPr/>
    </dgm:pt>
    <dgm:pt modelId="{530103D4-FD1F-437E-A5D9-6B57AD110C86}" type="pres">
      <dgm:prSet presAssocID="{9255EF36-9935-40E0-BE9D-A3C167FE300A}" presName="parTx" presStyleLbl="revTx" presStyleIdx="3" presStyleCnt="5">
        <dgm:presLayoutVars>
          <dgm:chMax val="0"/>
          <dgm:chPref val="0"/>
        </dgm:presLayoutVars>
      </dgm:prSet>
      <dgm:spPr/>
    </dgm:pt>
    <dgm:pt modelId="{6A99831D-1E58-4A1D-8DD7-12C45D27F54B}" type="pres">
      <dgm:prSet presAssocID="{7A60AF7E-2A7C-498B-B7A5-1B5B082B81C6}" presName="sibTrans" presStyleCnt="0"/>
      <dgm:spPr/>
    </dgm:pt>
    <dgm:pt modelId="{97426E58-8C5A-4A82-8E54-6023AE00EA7D}" type="pres">
      <dgm:prSet presAssocID="{636F8E90-7873-43FE-810F-9D5F195EDD39}" presName="compNode" presStyleCnt="0"/>
      <dgm:spPr/>
    </dgm:pt>
    <dgm:pt modelId="{021F1F0A-CC51-4DBD-9E21-0F383F8CF4EE}" type="pres">
      <dgm:prSet presAssocID="{636F8E90-7873-43FE-810F-9D5F195EDD39}" presName="bgRect" presStyleLbl="bgShp" presStyleIdx="4" presStyleCnt="5"/>
      <dgm:spPr/>
    </dgm:pt>
    <dgm:pt modelId="{C9818F4C-DFA8-4179-ABCB-9B3159F80B9A}" type="pres">
      <dgm:prSet presAssocID="{636F8E90-7873-43FE-810F-9D5F195EDD3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7486B508-6B3A-446E-ABA4-1E31BD075ADD}" type="pres">
      <dgm:prSet presAssocID="{636F8E90-7873-43FE-810F-9D5F195EDD39}" presName="spaceRect" presStyleCnt="0"/>
      <dgm:spPr/>
    </dgm:pt>
    <dgm:pt modelId="{75400A69-EA50-4809-AD41-87D675A65B93}" type="pres">
      <dgm:prSet presAssocID="{636F8E90-7873-43FE-810F-9D5F195EDD3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ED0DF02-D791-45D0-AFB2-A7BF9FB9A23B}" type="presOf" srcId="{A5BCC2B6-B4DE-433C-8FCE-E05982BC2BE3}" destId="{03CD5B3B-4C31-4153-9C47-B1086686C016}" srcOrd="0" destOrd="0" presId="urn:microsoft.com/office/officeart/2018/2/layout/IconVerticalSolidList"/>
    <dgm:cxn modelId="{0D4F6103-8DF0-4D12-AC1E-24FCB435BA77}" type="presOf" srcId="{D87D3EB8-6D5B-43D4-8F10-A3E45DBA0595}" destId="{DB760BE4-F695-4FE7-8773-0314A1B9C51C}" srcOrd="0" destOrd="0" presId="urn:microsoft.com/office/officeart/2018/2/layout/IconVerticalSolidList"/>
    <dgm:cxn modelId="{AAF0C303-FF13-49A8-8DCF-B1EBFF9351FD}" srcId="{D87D3EB8-6D5B-43D4-8F10-A3E45DBA0595}" destId="{636F8E90-7873-43FE-810F-9D5F195EDD39}" srcOrd="4" destOrd="0" parTransId="{D0930282-DAD3-4DF4-9048-018BE89BDFC5}" sibTransId="{A70D8287-1200-4B39-88A6-BC36C45DF773}"/>
    <dgm:cxn modelId="{BCA62E1D-1B3A-4B78-A81A-433BD95472AB}" srcId="{D87D3EB8-6D5B-43D4-8F10-A3E45DBA0595}" destId="{A5BCC2B6-B4DE-433C-8FCE-E05982BC2BE3}" srcOrd="1" destOrd="0" parTransId="{EBF5DE75-74C8-402F-98D9-600C1A828B98}" sibTransId="{11B86C7C-938B-4BF9-AB62-F04A69924B6A}"/>
    <dgm:cxn modelId="{FE62892B-B81B-4107-93AD-2982BFE35F90}" type="presOf" srcId="{9255EF36-9935-40E0-BE9D-A3C167FE300A}" destId="{530103D4-FD1F-437E-A5D9-6B57AD110C86}" srcOrd="0" destOrd="0" presId="urn:microsoft.com/office/officeart/2018/2/layout/IconVerticalSolidList"/>
    <dgm:cxn modelId="{9D846D6A-D887-4BC5-80E8-2BBAFACEA146}" srcId="{D87D3EB8-6D5B-43D4-8F10-A3E45DBA0595}" destId="{78C0799D-0A10-4C54-912F-D64B1B133C74}" srcOrd="2" destOrd="0" parTransId="{98EAD1EA-237A-4039-86D7-2F51C0C0650E}" sibTransId="{C3F26C90-AD4E-47B3-AFEC-A167EA3E3AB4}"/>
    <dgm:cxn modelId="{72EBFD72-7384-4E03-B28A-E50CB8A17817}" type="presOf" srcId="{636F8E90-7873-43FE-810F-9D5F195EDD39}" destId="{75400A69-EA50-4809-AD41-87D675A65B93}" srcOrd="0" destOrd="0" presId="urn:microsoft.com/office/officeart/2018/2/layout/IconVerticalSolidList"/>
    <dgm:cxn modelId="{784C9681-6B04-4530-99B4-A4717F510721}" type="presOf" srcId="{02CB1CAB-CA43-4EA3-B532-8601D92B6C4B}" destId="{61758B63-5B27-4C91-BCBF-A32677D7D7B9}" srcOrd="0" destOrd="0" presId="urn:microsoft.com/office/officeart/2018/2/layout/IconVerticalSolidList"/>
    <dgm:cxn modelId="{4258C590-3B24-480A-B368-9ECAF543FA6A}" srcId="{D87D3EB8-6D5B-43D4-8F10-A3E45DBA0595}" destId="{02CB1CAB-CA43-4EA3-B532-8601D92B6C4B}" srcOrd="0" destOrd="0" parTransId="{0CAAEDFD-F801-4EB5-B8DC-4D1BD43A6C2E}" sibTransId="{055210E3-DDBE-424C-9844-74927958321A}"/>
    <dgm:cxn modelId="{B5157D94-BE08-49C5-95B9-4E6BB6667E34}" srcId="{D87D3EB8-6D5B-43D4-8F10-A3E45DBA0595}" destId="{9255EF36-9935-40E0-BE9D-A3C167FE300A}" srcOrd="3" destOrd="0" parTransId="{BA28575B-5F06-4C79-B3B4-848258399A31}" sibTransId="{7A60AF7E-2A7C-498B-B7A5-1B5B082B81C6}"/>
    <dgm:cxn modelId="{58215EA1-15CC-4D68-8506-31AE79D3FB0C}" type="presOf" srcId="{78C0799D-0A10-4C54-912F-D64B1B133C74}" destId="{D61CC826-22AB-4143-B051-D18577A81983}" srcOrd="0" destOrd="0" presId="urn:microsoft.com/office/officeart/2018/2/layout/IconVerticalSolidList"/>
    <dgm:cxn modelId="{BC6C43A1-7E83-43A8-94B0-21DDD27DCC53}" type="presParOf" srcId="{DB760BE4-F695-4FE7-8773-0314A1B9C51C}" destId="{D3F577DD-9A1C-4FFF-9AB8-6DFDD597CEF2}" srcOrd="0" destOrd="0" presId="urn:microsoft.com/office/officeart/2018/2/layout/IconVerticalSolidList"/>
    <dgm:cxn modelId="{07D4691F-F4D8-406A-8222-9B174DD3255B}" type="presParOf" srcId="{D3F577DD-9A1C-4FFF-9AB8-6DFDD597CEF2}" destId="{F117E498-D748-465D-B4A9-17325A74C0DB}" srcOrd="0" destOrd="0" presId="urn:microsoft.com/office/officeart/2018/2/layout/IconVerticalSolidList"/>
    <dgm:cxn modelId="{B7A02398-A21E-49CD-89FD-4580B34C9BA5}" type="presParOf" srcId="{D3F577DD-9A1C-4FFF-9AB8-6DFDD597CEF2}" destId="{22118457-9A82-4343-BC51-EADDE9F0592C}" srcOrd="1" destOrd="0" presId="urn:microsoft.com/office/officeart/2018/2/layout/IconVerticalSolidList"/>
    <dgm:cxn modelId="{96B70E1A-7FE8-465F-85DB-37F9A6EC567B}" type="presParOf" srcId="{D3F577DD-9A1C-4FFF-9AB8-6DFDD597CEF2}" destId="{1C22C959-B9B9-4969-B33A-88D476F3C96A}" srcOrd="2" destOrd="0" presId="urn:microsoft.com/office/officeart/2018/2/layout/IconVerticalSolidList"/>
    <dgm:cxn modelId="{FE4E8DA0-4CCD-4DFC-94E7-3F7414BAA030}" type="presParOf" srcId="{D3F577DD-9A1C-4FFF-9AB8-6DFDD597CEF2}" destId="{61758B63-5B27-4C91-BCBF-A32677D7D7B9}" srcOrd="3" destOrd="0" presId="urn:microsoft.com/office/officeart/2018/2/layout/IconVerticalSolidList"/>
    <dgm:cxn modelId="{9D27D5A2-B468-4E9B-A8E1-A73B033233F8}" type="presParOf" srcId="{DB760BE4-F695-4FE7-8773-0314A1B9C51C}" destId="{FA7F3BC7-35E3-4076-B72F-84F43AD83E6E}" srcOrd="1" destOrd="0" presId="urn:microsoft.com/office/officeart/2018/2/layout/IconVerticalSolidList"/>
    <dgm:cxn modelId="{9A47B2ED-2E22-4E7C-8FF5-CB38CEB2F233}" type="presParOf" srcId="{DB760BE4-F695-4FE7-8773-0314A1B9C51C}" destId="{2CE3C88A-282A-4296-A089-A7BBF90918CC}" srcOrd="2" destOrd="0" presId="urn:microsoft.com/office/officeart/2018/2/layout/IconVerticalSolidList"/>
    <dgm:cxn modelId="{E9FF61E0-646C-4382-9ED5-D9959024E2F2}" type="presParOf" srcId="{2CE3C88A-282A-4296-A089-A7BBF90918CC}" destId="{C4F36E01-0B95-4B58-87A1-BFED5EDA0559}" srcOrd="0" destOrd="0" presId="urn:microsoft.com/office/officeart/2018/2/layout/IconVerticalSolidList"/>
    <dgm:cxn modelId="{D3390C4E-FDDD-434E-87C4-67EDE1522A1F}" type="presParOf" srcId="{2CE3C88A-282A-4296-A089-A7BBF90918CC}" destId="{418A63FA-94E7-4F80-A5A0-2CC3E9B9955F}" srcOrd="1" destOrd="0" presId="urn:microsoft.com/office/officeart/2018/2/layout/IconVerticalSolidList"/>
    <dgm:cxn modelId="{0764CBC1-FDD1-4A11-BF27-532851CC3EEB}" type="presParOf" srcId="{2CE3C88A-282A-4296-A089-A7BBF90918CC}" destId="{67BE81D9-454B-49AC-B5CE-15A554AD2F88}" srcOrd="2" destOrd="0" presId="urn:microsoft.com/office/officeart/2018/2/layout/IconVerticalSolidList"/>
    <dgm:cxn modelId="{3DE897B0-D8B0-4E0E-990E-8039E2808E79}" type="presParOf" srcId="{2CE3C88A-282A-4296-A089-A7BBF90918CC}" destId="{03CD5B3B-4C31-4153-9C47-B1086686C016}" srcOrd="3" destOrd="0" presId="urn:microsoft.com/office/officeart/2018/2/layout/IconVerticalSolidList"/>
    <dgm:cxn modelId="{F9F6A3C8-2CC4-4732-9252-06EADBA2F90C}" type="presParOf" srcId="{DB760BE4-F695-4FE7-8773-0314A1B9C51C}" destId="{D4ECE79A-19BC-4E79-AC39-20CED3F6383D}" srcOrd="3" destOrd="0" presId="urn:microsoft.com/office/officeart/2018/2/layout/IconVerticalSolidList"/>
    <dgm:cxn modelId="{F364ED2C-49D0-4010-9080-B38D255DA04B}" type="presParOf" srcId="{DB760BE4-F695-4FE7-8773-0314A1B9C51C}" destId="{27E77B16-BCFC-4442-86B2-7C885AFC90F5}" srcOrd="4" destOrd="0" presId="urn:microsoft.com/office/officeart/2018/2/layout/IconVerticalSolidList"/>
    <dgm:cxn modelId="{050A752F-D6BC-48C7-B8CD-922927E0BCC7}" type="presParOf" srcId="{27E77B16-BCFC-4442-86B2-7C885AFC90F5}" destId="{603DEFD1-BC11-48B0-A33E-1F43B35ED495}" srcOrd="0" destOrd="0" presId="urn:microsoft.com/office/officeart/2018/2/layout/IconVerticalSolidList"/>
    <dgm:cxn modelId="{BE633ECA-450D-4E73-AC78-7D2D0384354C}" type="presParOf" srcId="{27E77B16-BCFC-4442-86B2-7C885AFC90F5}" destId="{947200D5-67A8-44BD-818C-6FB94F89B3E4}" srcOrd="1" destOrd="0" presId="urn:microsoft.com/office/officeart/2018/2/layout/IconVerticalSolidList"/>
    <dgm:cxn modelId="{EAF0882A-6EE6-4AA7-B902-8E76477F9844}" type="presParOf" srcId="{27E77B16-BCFC-4442-86B2-7C885AFC90F5}" destId="{494D53B7-C6FC-404D-8964-20C2BCF58965}" srcOrd="2" destOrd="0" presId="urn:microsoft.com/office/officeart/2018/2/layout/IconVerticalSolidList"/>
    <dgm:cxn modelId="{F029EBA8-BD93-42EB-A56F-4C853C6F53B0}" type="presParOf" srcId="{27E77B16-BCFC-4442-86B2-7C885AFC90F5}" destId="{D61CC826-22AB-4143-B051-D18577A81983}" srcOrd="3" destOrd="0" presId="urn:microsoft.com/office/officeart/2018/2/layout/IconVerticalSolidList"/>
    <dgm:cxn modelId="{9BDF5325-32BA-4C71-B62F-08A63D15E184}" type="presParOf" srcId="{DB760BE4-F695-4FE7-8773-0314A1B9C51C}" destId="{128F3398-E10F-4D65-8DE5-5F054CC24EB6}" srcOrd="5" destOrd="0" presId="urn:microsoft.com/office/officeart/2018/2/layout/IconVerticalSolidList"/>
    <dgm:cxn modelId="{C0FC22BC-2A9A-4029-A6AF-64B7D73E94FD}" type="presParOf" srcId="{DB760BE4-F695-4FE7-8773-0314A1B9C51C}" destId="{10532B0D-E198-4223-9CBB-6FACE6772D3A}" srcOrd="6" destOrd="0" presId="urn:microsoft.com/office/officeart/2018/2/layout/IconVerticalSolidList"/>
    <dgm:cxn modelId="{6A15A476-E1A4-4B4B-A93A-EB1DABFAAA01}" type="presParOf" srcId="{10532B0D-E198-4223-9CBB-6FACE6772D3A}" destId="{9D1F120F-BAAD-4456-9ED8-F83D69E93EA7}" srcOrd="0" destOrd="0" presId="urn:microsoft.com/office/officeart/2018/2/layout/IconVerticalSolidList"/>
    <dgm:cxn modelId="{06C74D75-BA9E-418D-B760-F33E01998E3F}" type="presParOf" srcId="{10532B0D-E198-4223-9CBB-6FACE6772D3A}" destId="{758DBEE1-0554-4A0E-B613-B3FA8834C621}" srcOrd="1" destOrd="0" presId="urn:microsoft.com/office/officeart/2018/2/layout/IconVerticalSolidList"/>
    <dgm:cxn modelId="{660D0EB7-DCA8-4B1C-8199-EFB93CFA3BFD}" type="presParOf" srcId="{10532B0D-E198-4223-9CBB-6FACE6772D3A}" destId="{66F01B9F-B0ED-47CD-9A2A-8979075C22CF}" srcOrd="2" destOrd="0" presId="urn:microsoft.com/office/officeart/2018/2/layout/IconVerticalSolidList"/>
    <dgm:cxn modelId="{EBADC18F-D2D0-42D3-AE36-5DC9C4E33270}" type="presParOf" srcId="{10532B0D-E198-4223-9CBB-6FACE6772D3A}" destId="{530103D4-FD1F-437E-A5D9-6B57AD110C86}" srcOrd="3" destOrd="0" presId="urn:microsoft.com/office/officeart/2018/2/layout/IconVerticalSolidList"/>
    <dgm:cxn modelId="{C1E3A3D4-2C33-4EA3-B383-3DCC7138F143}" type="presParOf" srcId="{DB760BE4-F695-4FE7-8773-0314A1B9C51C}" destId="{6A99831D-1E58-4A1D-8DD7-12C45D27F54B}" srcOrd="7" destOrd="0" presId="urn:microsoft.com/office/officeart/2018/2/layout/IconVerticalSolidList"/>
    <dgm:cxn modelId="{F3F487E8-644A-4268-AC6A-7230FFAB78AC}" type="presParOf" srcId="{DB760BE4-F695-4FE7-8773-0314A1B9C51C}" destId="{97426E58-8C5A-4A82-8E54-6023AE00EA7D}" srcOrd="8" destOrd="0" presId="urn:microsoft.com/office/officeart/2018/2/layout/IconVerticalSolidList"/>
    <dgm:cxn modelId="{7E64EFDB-6D32-4BF1-952F-E698C44F732E}" type="presParOf" srcId="{97426E58-8C5A-4A82-8E54-6023AE00EA7D}" destId="{021F1F0A-CC51-4DBD-9E21-0F383F8CF4EE}" srcOrd="0" destOrd="0" presId="urn:microsoft.com/office/officeart/2018/2/layout/IconVerticalSolidList"/>
    <dgm:cxn modelId="{4DB6B332-E487-40C2-A825-B1DCE822C865}" type="presParOf" srcId="{97426E58-8C5A-4A82-8E54-6023AE00EA7D}" destId="{C9818F4C-DFA8-4179-ABCB-9B3159F80B9A}" srcOrd="1" destOrd="0" presId="urn:microsoft.com/office/officeart/2018/2/layout/IconVerticalSolidList"/>
    <dgm:cxn modelId="{6D968E15-2E40-4A42-B3DA-2C5C350740A8}" type="presParOf" srcId="{97426E58-8C5A-4A82-8E54-6023AE00EA7D}" destId="{7486B508-6B3A-446E-ABA4-1E31BD075ADD}" srcOrd="2" destOrd="0" presId="urn:microsoft.com/office/officeart/2018/2/layout/IconVerticalSolidList"/>
    <dgm:cxn modelId="{92971166-320B-46DA-9E25-FCA0A09458D1}" type="presParOf" srcId="{97426E58-8C5A-4A82-8E54-6023AE00EA7D}" destId="{75400A69-EA50-4809-AD41-87D675A65B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E517B9-BAFA-484A-A947-E7D55CB55D2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7EAF39D-8F7B-4BAA-A428-0A419FC7A0CE}">
      <dgm:prSet/>
      <dgm:spPr/>
      <dgm:t>
        <a:bodyPr/>
        <a:lstStyle/>
        <a:p>
          <a:r>
            <a:rPr lang="en-US" b="0" i="0" baseline="0"/>
            <a:t>Text Collection</a:t>
          </a:r>
          <a:endParaRPr lang="en-US"/>
        </a:p>
      </dgm:t>
    </dgm:pt>
    <dgm:pt modelId="{40BBF4A1-8308-4AF0-8637-A3A8EFA57129}" type="parTrans" cxnId="{4B0538DC-186E-46D8-8B08-A97E524DB7C8}">
      <dgm:prSet/>
      <dgm:spPr/>
      <dgm:t>
        <a:bodyPr/>
        <a:lstStyle/>
        <a:p>
          <a:endParaRPr lang="en-US"/>
        </a:p>
      </dgm:t>
    </dgm:pt>
    <dgm:pt modelId="{9D69AF71-EAC8-41C4-89F6-DC3DE7FEB916}" type="sibTrans" cxnId="{4B0538DC-186E-46D8-8B08-A97E524DB7C8}">
      <dgm:prSet/>
      <dgm:spPr/>
      <dgm:t>
        <a:bodyPr/>
        <a:lstStyle/>
        <a:p>
          <a:endParaRPr lang="en-US"/>
        </a:p>
      </dgm:t>
    </dgm:pt>
    <dgm:pt modelId="{3C17BFD5-6F45-46B9-9CB3-77A9A35BBAC3}">
      <dgm:prSet/>
      <dgm:spPr/>
      <dgm:t>
        <a:bodyPr/>
        <a:lstStyle/>
        <a:p>
          <a:r>
            <a:rPr lang="en-US" b="0" i="0" baseline="0"/>
            <a:t>Tokenization (Splitting sentences into words)</a:t>
          </a:r>
          <a:endParaRPr lang="en-US"/>
        </a:p>
      </dgm:t>
    </dgm:pt>
    <dgm:pt modelId="{28D939D4-A648-4405-9583-6ACDA84D0D6B}" type="parTrans" cxnId="{85288FEE-4A9A-4108-A586-6E9CCD11DDBE}">
      <dgm:prSet/>
      <dgm:spPr/>
      <dgm:t>
        <a:bodyPr/>
        <a:lstStyle/>
        <a:p>
          <a:endParaRPr lang="en-US"/>
        </a:p>
      </dgm:t>
    </dgm:pt>
    <dgm:pt modelId="{0600F7D8-BF78-4918-B271-0F51D9E74EBD}" type="sibTrans" cxnId="{85288FEE-4A9A-4108-A586-6E9CCD11DDBE}">
      <dgm:prSet/>
      <dgm:spPr/>
      <dgm:t>
        <a:bodyPr/>
        <a:lstStyle/>
        <a:p>
          <a:endParaRPr lang="en-US"/>
        </a:p>
      </dgm:t>
    </dgm:pt>
    <dgm:pt modelId="{EA625479-B5AC-4215-A698-96B989CBBA4E}">
      <dgm:prSet/>
      <dgm:spPr/>
      <dgm:t>
        <a:bodyPr/>
        <a:lstStyle/>
        <a:p>
          <a:r>
            <a:rPr lang="en-US" b="0" i="0" baseline="0"/>
            <a:t>Stop Word Removal (Removing common words like 'the', 'is')</a:t>
          </a:r>
          <a:endParaRPr lang="en-US"/>
        </a:p>
      </dgm:t>
    </dgm:pt>
    <dgm:pt modelId="{62DB5D95-8DD9-449D-82EF-0BABCD846E84}" type="parTrans" cxnId="{F9501248-F8FB-4ABB-A77D-3AAAA23D2776}">
      <dgm:prSet/>
      <dgm:spPr/>
      <dgm:t>
        <a:bodyPr/>
        <a:lstStyle/>
        <a:p>
          <a:endParaRPr lang="en-US"/>
        </a:p>
      </dgm:t>
    </dgm:pt>
    <dgm:pt modelId="{5EF07FD1-17DA-49B3-A75A-85434CD96139}" type="sibTrans" cxnId="{F9501248-F8FB-4ABB-A77D-3AAAA23D2776}">
      <dgm:prSet/>
      <dgm:spPr/>
      <dgm:t>
        <a:bodyPr/>
        <a:lstStyle/>
        <a:p>
          <a:endParaRPr lang="en-US"/>
        </a:p>
      </dgm:t>
    </dgm:pt>
    <dgm:pt modelId="{06C94039-37B2-482E-8050-2B8D0AC17828}">
      <dgm:prSet/>
      <dgm:spPr/>
      <dgm:t>
        <a:bodyPr/>
        <a:lstStyle/>
        <a:p>
          <a:r>
            <a:rPr lang="en-US" b="0" i="0" baseline="0"/>
            <a:t>Stemming/Lemmatization (Reducing words to root form)</a:t>
          </a:r>
          <a:endParaRPr lang="en-US"/>
        </a:p>
      </dgm:t>
    </dgm:pt>
    <dgm:pt modelId="{510457F8-4C40-4B0D-ACFB-86AE22BAE9E5}" type="parTrans" cxnId="{55A3C323-5D87-420A-BBFA-71C3189CD711}">
      <dgm:prSet/>
      <dgm:spPr/>
      <dgm:t>
        <a:bodyPr/>
        <a:lstStyle/>
        <a:p>
          <a:endParaRPr lang="en-US"/>
        </a:p>
      </dgm:t>
    </dgm:pt>
    <dgm:pt modelId="{178DCF7F-ADAE-468B-BB97-EF27FCD17FAB}" type="sibTrans" cxnId="{55A3C323-5D87-420A-BBFA-71C3189CD711}">
      <dgm:prSet/>
      <dgm:spPr/>
      <dgm:t>
        <a:bodyPr/>
        <a:lstStyle/>
        <a:p>
          <a:endParaRPr lang="en-US"/>
        </a:p>
      </dgm:t>
    </dgm:pt>
    <dgm:pt modelId="{C88CE645-03B4-4E24-AB3C-4F2006885EF6}">
      <dgm:prSet/>
      <dgm:spPr/>
      <dgm:t>
        <a:bodyPr/>
        <a:lstStyle/>
        <a:p>
          <a:r>
            <a:rPr lang="en-US" b="0" i="0" baseline="0"/>
            <a:t>Feature Extraction (TF-IDF, Word Embeddings)</a:t>
          </a:r>
          <a:endParaRPr lang="en-US"/>
        </a:p>
      </dgm:t>
    </dgm:pt>
    <dgm:pt modelId="{3932C92B-BB8A-4B5B-9573-89EE66F38AF9}" type="parTrans" cxnId="{95B507BF-D1E2-4476-AF46-E230BB715BE3}">
      <dgm:prSet/>
      <dgm:spPr/>
      <dgm:t>
        <a:bodyPr/>
        <a:lstStyle/>
        <a:p>
          <a:endParaRPr lang="en-US"/>
        </a:p>
      </dgm:t>
    </dgm:pt>
    <dgm:pt modelId="{A78208EF-5396-46C2-8733-0A1FA5D48B93}" type="sibTrans" cxnId="{95B507BF-D1E2-4476-AF46-E230BB715BE3}">
      <dgm:prSet/>
      <dgm:spPr/>
      <dgm:t>
        <a:bodyPr/>
        <a:lstStyle/>
        <a:p>
          <a:endParaRPr lang="en-US"/>
        </a:p>
      </dgm:t>
    </dgm:pt>
    <dgm:pt modelId="{10FCE36D-EBA5-474D-A877-0C410213C07D}">
      <dgm:prSet/>
      <dgm:spPr/>
      <dgm:t>
        <a:bodyPr/>
        <a:lstStyle/>
        <a:p>
          <a:r>
            <a:rPr lang="en-US" b="0" i="0" baseline="0"/>
            <a:t>Model Training (Classification or Generation)</a:t>
          </a:r>
          <a:endParaRPr lang="en-US"/>
        </a:p>
      </dgm:t>
    </dgm:pt>
    <dgm:pt modelId="{7A476099-2FF9-4A39-856A-0C1453BC4AB8}" type="parTrans" cxnId="{CF263E9E-7FD3-4D79-8CF3-C908222CC46F}">
      <dgm:prSet/>
      <dgm:spPr/>
      <dgm:t>
        <a:bodyPr/>
        <a:lstStyle/>
        <a:p>
          <a:endParaRPr lang="en-US"/>
        </a:p>
      </dgm:t>
    </dgm:pt>
    <dgm:pt modelId="{0B6F0584-E3D4-4ED0-8E7D-42BD1E822651}" type="sibTrans" cxnId="{CF263E9E-7FD3-4D79-8CF3-C908222CC46F}">
      <dgm:prSet/>
      <dgm:spPr/>
      <dgm:t>
        <a:bodyPr/>
        <a:lstStyle/>
        <a:p>
          <a:endParaRPr lang="en-US"/>
        </a:p>
      </dgm:t>
    </dgm:pt>
    <dgm:pt modelId="{1AFAB106-6AD2-4061-BFDC-C993505D3DBC}" type="pres">
      <dgm:prSet presAssocID="{2DE517B9-BAFA-484A-A947-E7D55CB55D22}" presName="root" presStyleCnt="0">
        <dgm:presLayoutVars>
          <dgm:dir/>
          <dgm:resizeHandles val="exact"/>
        </dgm:presLayoutVars>
      </dgm:prSet>
      <dgm:spPr/>
    </dgm:pt>
    <dgm:pt modelId="{96429FBF-6633-47EC-B3DD-2AE5CE61048D}" type="pres">
      <dgm:prSet presAssocID="{B7EAF39D-8F7B-4BAA-A428-0A419FC7A0CE}" presName="compNode" presStyleCnt="0"/>
      <dgm:spPr/>
    </dgm:pt>
    <dgm:pt modelId="{B6B6157A-98C2-4279-818E-98CB468F11CA}" type="pres">
      <dgm:prSet presAssocID="{B7EAF39D-8F7B-4BAA-A428-0A419FC7A0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D3547E2-0394-44D4-8873-CE479CD1DB31}" type="pres">
      <dgm:prSet presAssocID="{B7EAF39D-8F7B-4BAA-A428-0A419FC7A0CE}" presName="spaceRect" presStyleCnt="0"/>
      <dgm:spPr/>
    </dgm:pt>
    <dgm:pt modelId="{2C38484B-80BB-4752-A371-AB1AF7FC2108}" type="pres">
      <dgm:prSet presAssocID="{B7EAF39D-8F7B-4BAA-A428-0A419FC7A0CE}" presName="textRect" presStyleLbl="revTx" presStyleIdx="0" presStyleCnt="6">
        <dgm:presLayoutVars>
          <dgm:chMax val="1"/>
          <dgm:chPref val="1"/>
        </dgm:presLayoutVars>
      </dgm:prSet>
      <dgm:spPr/>
    </dgm:pt>
    <dgm:pt modelId="{A22478E7-439C-4230-A806-890EBA8C3A0B}" type="pres">
      <dgm:prSet presAssocID="{9D69AF71-EAC8-41C4-89F6-DC3DE7FEB916}" presName="sibTrans" presStyleCnt="0"/>
      <dgm:spPr/>
    </dgm:pt>
    <dgm:pt modelId="{3DC92755-4F20-41D3-9AC9-DBCEE3FB1D3E}" type="pres">
      <dgm:prSet presAssocID="{3C17BFD5-6F45-46B9-9CB3-77A9A35BBAC3}" presName="compNode" presStyleCnt="0"/>
      <dgm:spPr/>
    </dgm:pt>
    <dgm:pt modelId="{1979026D-005E-4880-9907-B5014CFC8465}" type="pres">
      <dgm:prSet presAssocID="{3C17BFD5-6F45-46B9-9CB3-77A9A35BBAC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67A17AF0-BE0F-4813-AF8C-1F310CE85990}" type="pres">
      <dgm:prSet presAssocID="{3C17BFD5-6F45-46B9-9CB3-77A9A35BBAC3}" presName="spaceRect" presStyleCnt="0"/>
      <dgm:spPr/>
    </dgm:pt>
    <dgm:pt modelId="{6BCB9986-0417-4552-8800-74B1CE071837}" type="pres">
      <dgm:prSet presAssocID="{3C17BFD5-6F45-46B9-9CB3-77A9A35BBAC3}" presName="textRect" presStyleLbl="revTx" presStyleIdx="1" presStyleCnt="6">
        <dgm:presLayoutVars>
          <dgm:chMax val="1"/>
          <dgm:chPref val="1"/>
        </dgm:presLayoutVars>
      </dgm:prSet>
      <dgm:spPr/>
    </dgm:pt>
    <dgm:pt modelId="{A2CE9E8B-AA1C-4B96-A3B2-EFA42EB68FD9}" type="pres">
      <dgm:prSet presAssocID="{0600F7D8-BF78-4918-B271-0F51D9E74EBD}" presName="sibTrans" presStyleCnt="0"/>
      <dgm:spPr/>
    </dgm:pt>
    <dgm:pt modelId="{53E6EB0C-2A15-411E-B3E1-87E55E0C5499}" type="pres">
      <dgm:prSet presAssocID="{EA625479-B5AC-4215-A698-96B989CBBA4E}" presName="compNode" presStyleCnt="0"/>
      <dgm:spPr/>
    </dgm:pt>
    <dgm:pt modelId="{FA141E87-B7DC-4472-B6F7-4716AB16B219}" type="pres">
      <dgm:prSet presAssocID="{EA625479-B5AC-4215-A698-96B989CBBA4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143F7626-734F-45C0-BF44-F5FB10E1CE12}" type="pres">
      <dgm:prSet presAssocID="{EA625479-B5AC-4215-A698-96B989CBBA4E}" presName="spaceRect" presStyleCnt="0"/>
      <dgm:spPr/>
    </dgm:pt>
    <dgm:pt modelId="{A25E8CC9-6B62-40BB-9FB3-9AB82C116808}" type="pres">
      <dgm:prSet presAssocID="{EA625479-B5AC-4215-A698-96B989CBBA4E}" presName="textRect" presStyleLbl="revTx" presStyleIdx="2" presStyleCnt="6">
        <dgm:presLayoutVars>
          <dgm:chMax val="1"/>
          <dgm:chPref val="1"/>
        </dgm:presLayoutVars>
      </dgm:prSet>
      <dgm:spPr/>
    </dgm:pt>
    <dgm:pt modelId="{FBC0594B-05BB-4434-A0A8-BFE5177F64D4}" type="pres">
      <dgm:prSet presAssocID="{5EF07FD1-17DA-49B3-A75A-85434CD96139}" presName="sibTrans" presStyleCnt="0"/>
      <dgm:spPr/>
    </dgm:pt>
    <dgm:pt modelId="{AC57BF00-D7A0-470A-9701-5A483519A833}" type="pres">
      <dgm:prSet presAssocID="{06C94039-37B2-482E-8050-2B8D0AC17828}" presName="compNode" presStyleCnt="0"/>
      <dgm:spPr/>
    </dgm:pt>
    <dgm:pt modelId="{DD79D62F-055B-406B-B395-1B0C0FC41BC9}" type="pres">
      <dgm:prSet presAssocID="{06C94039-37B2-482E-8050-2B8D0AC1782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8B4C9D4B-D89B-4EE7-94EA-0E247F55B604}" type="pres">
      <dgm:prSet presAssocID="{06C94039-37B2-482E-8050-2B8D0AC17828}" presName="spaceRect" presStyleCnt="0"/>
      <dgm:spPr/>
    </dgm:pt>
    <dgm:pt modelId="{B65D9870-FFF5-4ED7-BA72-A9FD1B633346}" type="pres">
      <dgm:prSet presAssocID="{06C94039-37B2-482E-8050-2B8D0AC17828}" presName="textRect" presStyleLbl="revTx" presStyleIdx="3" presStyleCnt="6">
        <dgm:presLayoutVars>
          <dgm:chMax val="1"/>
          <dgm:chPref val="1"/>
        </dgm:presLayoutVars>
      </dgm:prSet>
      <dgm:spPr/>
    </dgm:pt>
    <dgm:pt modelId="{21048B9E-129E-42A4-A61D-1D073B4F6309}" type="pres">
      <dgm:prSet presAssocID="{178DCF7F-ADAE-468B-BB97-EF27FCD17FAB}" presName="sibTrans" presStyleCnt="0"/>
      <dgm:spPr/>
    </dgm:pt>
    <dgm:pt modelId="{32E57482-665A-4436-9140-59F3165B772B}" type="pres">
      <dgm:prSet presAssocID="{C88CE645-03B4-4E24-AB3C-4F2006885EF6}" presName="compNode" presStyleCnt="0"/>
      <dgm:spPr/>
    </dgm:pt>
    <dgm:pt modelId="{94EEC215-E08E-453E-A077-8E027C279D87}" type="pres">
      <dgm:prSet presAssocID="{C88CE645-03B4-4E24-AB3C-4F2006885EF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31BBD0E-FF98-4C72-8D6F-44895C4763F0}" type="pres">
      <dgm:prSet presAssocID="{C88CE645-03B4-4E24-AB3C-4F2006885EF6}" presName="spaceRect" presStyleCnt="0"/>
      <dgm:spPr/>
    </dgm:pt>
    <dgm:pt modelId="{5C36EADF-5ED5-4E4A-B13E-24B959FB8D73}" type="pres">
      <dgm:prSet presAssocID="{C88CE645-03B4-4E24-AB3C-4F2006885EF6}" presName="textRect" presStyleLbl="revTx" presStyleIdx="4" presStyleCnt="6">
        <dgm:presLayoutVars>
          <dgm:chMax val="1"/>
          <dgm:chPref val="1"/>
        </dgm:presLayoutVars>
      </dgm:prSet>
      <dgm:spPr/>
    </dgm:pt>
    <dgm:pt modelId="{E3E3A937-D1FD-448B-9126-E513C7634D80}" type="pres">
      <dgm:prSet presAssocID="{A78208EF-5396-46C2-8733-0A1FA5D48B93}" presName="sibTrans" presStyleCnt="0"/>
      <dgm:spPr/>
    </dgm:pt>
    <dgm:pt modelId="{0C021533-D323-42B8-8207-708261A3AE07}" type="pres">
      <dgm:prSet presAssocID="{10FCE36D-EBA5-474D-A877-0C410213C07D}" presName="compNode" presStyleCnt="0"/>
      <dgm:spPr/>
    </dgm:pt>
    <dgm:pt modelId="{ADF8CE18-B405-48F9-903F-CC9FC0E590FF}" type="pres">
      <dgm:prSet presAssocID="{10FCE36D-EBA5-474D-A877-0C410213C07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E5D0766-37D4-4E40-A06C-378EB4A23967}" type="pres">
      <dgm:prSet presAssocID="{10FCE36D-EBA5-474D-A877-0C410213C07D}" presName="spaceRect" presStyleCnt="0"/>
      <dgm:spPr/>
    </dgm:pt>
    <dgm:pt modelId="{C2AA8764-3DD0-43E4-8FE8-A556EB49A498}" type="pres">
      <dgm:prSet presAssocID="{10FCE36D-EBA5-474D-A877-0C410213C07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173E00F-6ECB-43C6-9DCC-44EDB8F278D1}" type="presOf" srcId="{C88CE645-03B4-4E24-AB3C-4F2006885EF6}" destId="{5C36EADF-5ED5-4E4A-B13E-24B959FB8D73}" srcOrd="0" destOrd="0" presId="urn:microsoft.com/office/officeart/2018/2/layout/IconLabelList"/>
    <dgm:cxn modelId="{55A3C323-5D87-420A-BBFA-71C3189CD711}" srcId="{2DE517B9-BAFA-484A-A947-E7D55CB55D22}" destId="{06C94039-37B2-482E-8050-2B8D0AC17828}" srcOrd="3" destOrd="0" parTransId="{510457F8-4C40-4B0D-ACFB-86AE22BAE9E5}" sibTransId="{178DCF7F-ADAE-468B-BB97-EF27FCD17FAB}"/>
    <dgm:cxn modelId="{F9501248-F8FB-4ABB-A77D-3AAAA23D2776}" srcId="{2DE517B9-BAFA-484A-A947-E7D55CB55D22}" destId="{EA625479-B5AC-4215-A698-96B989CBBA4E}" srcOrd="2" destOrd="0" parTransId="{62DB5D95-8DD9-449D-82EF-0BABCD846E84}" sibTransId="{5EF07FD1-17DA-49B3-A75A-85434CD96139}"/>
    <dgm:cxn modelId="{2DF2924E-D0A3-4232-BDF5-7DA1E3774DCF}" type="presOf" srcId="{3C17BFD5-6F45-46B9-9CB3-77A9A35BBAC3}" destId="{6BCB9986-0417-4552-8800-74B1CE071837}" srcOrd="0" destOrd="0" presId="urn:microsoft.com/office/officeart/2018/2/layout/IconLabelList"/>
    <dgm:cxn modelId="{7AAAE984-DC13-4639-AA9E-B56445914B37}" type="presOf" srcId="{06C94039-37B2-482E-8050-2B8D0AC17828}" destId="{B65D9870-FFF5-4ED7-BA72-A9FD1B633346}" srcOrd="0" destOrd="0" presId="urn:microsoft.com/office/officeart/2018/2/layout/IconLabelList"/>
    <dgm:cxn modelId="{CF263E9E-7FD3-4D79-8CF3-C908222CC46F}" srcId="{2DE517B9-BAFA-484A-A947-E7D55CB55D22}" destId="{10FCE36D-EBA5-474D-A877-0C410213C07D}" srcOrd="5" destOrd="0" parTransId="{7A476099-2FF9-4A39-856A-0C1453BC4AB8}" sibTransId="{0B6F0584-E3D4-4ED0-8E7D-42BD1E822651}"/>
    <dgm:cxn modelId="{2AC723A2-C5CE-465C-8FAB-948CE33FA1DE}" type="presOf" srcId="{EA625479-B5AC-4215-A698-96B989CBBA4E}" destId="{A25E8CC9-6B62-40BB-9FB3-9AB82C116808}" srcOrd="0" destOrd="0" presId="urn:microsoft.com/office/officeart/2018/2/layout/IconLabelList"/>
    <dgm:cxn modelId="{D33B9CB1-5446-4610-AD78-74147AD060B3}" type="presOf" srcId="{10FCE36D-EBA5-474D-A877-0C410213C07D}" destId="{C2AA8764-3DD0-43E4-8FE8-A556EB49A498}" srcOrd="0" destOrd="0" presId="urn:microsoft.com/office/officeart/2018/2/layout/IconLabelList"/>
    <dgm:cxn modelId="{C76B9BBB-F07B-4DB6-A9A4-6B14ABEA831E}" type="presOf" srcId="{B7EAF39D-8F7B-4BAA-A428-0A419FC7A0CE}" destId="{2C38484B-80BB-4752-A371-AB1AF7FC2108}" srcOrd="0" destOrd="0" presId="urn:microsoft.com/office/officeart/2018/2/layout/IconLabelList"/>
    <dgm:cxn modelId="{95B507BF-D1E2-4476-AF46-E230BB715BE3}" srcId="{2DE517B9-BAFA-484A-A947-E7D55CB55D22}" destId="{C88CE645-03B4-4E24-AB3C-4F2006885EF6}" srcOrd="4" destOrd="0" parTransId="{3932C92B-BB8A-4B5B-9573-89EE66F38AF9}" sibTransId="{A78208EF-5396-46C2-8733-0A1FA5D48B93}"/>
    <dgm:cxn modelId="{504DBFDA-7872-4DDA-BD60-3C5936D2484B}" type="presOf" srcId="{2DE517B9-BAFA-484A-A947-E7D55CB55D22}" destId="{1AFAB106-6AD2-4061-BFDC-C993505D3DBC}" srcOrd="0" destOrd="0" presId="urn:microsoft.com/office/officeart/2018/2/layout/IconLabelList"/>
    <dgm:cxn modelId="{4B0538DC-186E-46D8-8B08-A97E524DB7C8}" srcId="{2DE517B9-BAFA-484A-A947-E7D55CB55D22}" destId="{B7EAF39D-8F7B-4BAA-A428-0A419FC7A0CE}" srcOrd="0" destOrd="0" parTransId="{40BBF4A1-8308-4AF0-8637-A3A8EFA57129}" sibTransId="{9D69AF71-EAC8-41C4-89F6-DC3DE7FEB916}"/>
    <dgm:cxn modelId="{85288FEE-4A9A-4108-A586-6E9CCD11DDBE}" srcId="{2DE517B9-BAFA-484A-A947-E7D55CB55D22}" destId="{3C17BFD5-6F45-46B9-9CB3-77A9A35BBAC3}" srcOrd="1" destOrd="0" parTransId="{28D939D4-A648-4405-9583-6ACDA84D0D6B}" sibTransId="{0600F7D8-BF78-4918-B271-0F51D9E74EBD}"/>
    <dgm:cxn modelId="{98A29E4F-D972-4D23-AC11-5CAFBBFE13E4}" type="presParOf" srcId="{1AFAB106-6AD2-4061-BFDC-C993505D3DBC}" destId="{96429FBF-6633-47EC-B3DD-2AE5CE61048D}" srcOrd="0" destOrd="0" presId="urn:microsoft.com/office/officeart/2018/2/layout/IconLabelList"/>
    <dgm:cxn modelId="{AE8960DA-3DC9-4D38-996F-765D083BD84D}" type="presParOf" srcId="{96429FBF-6633-47EC-B3DD-2AE5CE61048D}" destId="{B6B6157A-98C2-4279-818E-98CB468F11CA}" srcOrd="0" destOrd="0" presId="urn:microsoft.com/office/officeart/2018/2/layout/IconLabelList"/>
    <dgm:cxn modelId="{4A5E801F-5BAA-4FE3-9A6D-7DDAD68AF3C1}" type="presParOf" srcId="{96429FBF-6633-47EC-B3DD-2AE5CE61048D}" destId="{9D3547E2-0394-44D4-8873-CE479CD1DB31}" srcOrd="1" destOrd="0" presId="urn:microsoft.com/office/officeart/2018/2/layout/IconLabelList"/>
    <dgm:cxn modelId="{AEA102D3-B7A5-4723-A59B-62BBCF9C4D3D}" type="presParOf" srcId="{96429FBF-6633-47EC-B3DD-2AE5CE61048D}" destId="{2C38484B-80BB-4752-A371-AB1AF7FC2108}" srcOrd="2" destOrd="0" presId="urn:microsoft.com/office/officeart/2018/2/layout/IconLabelList"/>
    <dgm:cxn modelId="{E8AE0562-8058-4854-BF75-F7C98C76A74A}" type="presParOf" srcId="{1AFAB106-6AD2-4061-BFDC-C993505D3DBC}" destId="{A22478E7-439C-4230-A806-890EBA8C3A0B}" srcOrd="1" destOrd="0" presId="urn:microsoft.com/office/officeart/2018/2/layout/IconLabelList"/>
    <dgm:cxn modelId="{A80DC06A-A2BF-480D-93E8-18C7D37EC8FB}" type="presParOf" srcId="{1AFAB106-6AD2-4061-BFDC-C993505D3DBC}" destId="{3DC92755-4F20-41D3-9AC9-DBCEE3FB1D3E}" srcOrd="2" destOrd="0" presId="urn:microsoft.com/office/officeart/2018/2/layout/IconLabelList"/>
    <dgm:cxn modelId="{A906C933-E663-48D9-B4B4-66A17CEA79C2}" type="presParOf" srcId="{3DC92755-4F20-41D3-9AC9-DBCEE3FB1D3E}" destId="{1979026D-005E-4880-9907-B5014CFC8465}" srcOrd="0" destOrd="0" presId="urn:microsoft.com/office/officeart/2018/2/layout/IconLabelList"/>
    <dgm:cxn modelId="{0E1937BF-19C2-4746-A30F-7BB1F0247C2E}" type="presParOf" srcId="{3DC92755-4F20-41D3-9AC9-DBCEE3FB1D3E}" destId="{67A17AF0-BE0F-4813-AF8C-1F310CE85990}" srcOrd="1" destOrd="0" presId="urn:microsoft.com/office/officeart/2018/2/layout/IconLabelList"/>
    <dgm:cxn modelId="{7FE1A20B-3C8B-4CAB-9B58-72F2E0C1B100}" type="presParOf" srcId="{3DC92755-4F20-41D3-9AC9-DBCEE3FB1D3E}" destId="{6BCB9986-0417-4552-8800-74B1CE071837}" srcOrd="2" destOrd="0" presId="urn:microsoft.com/office/officeart/2018/2/layout/IconLabelList"/>
    <dgm:cxn modelId="{B7769342-B877-422A-A4C8-0C8C99E19CC2}" type="presParOf" srcId="{1AFAB106-6AD2-4061-BFDC-C993505D3DBC}" destId="{A2CE9E8B-AA1C-4B96-A3B2-EFA42EB68FD9}" srcOrd="3" destOrd="0" presId="urn:microsoft.com/office/officeart/2018/2/layout/IconLabelList"/>
    <dgm:cxn modelId="{BC1BD60A-D4DA-4A68-BDC3-13B7E641A75B}" type="presParOf" srcId="{1AFAB106-6AD2-4061-BFDC-C993505D3DBC}" destId="{53E6EB0C-2A15-411E-B3E1-87E55E0C5499}" srcOrd="4" destOrd="0" presId="urn:microsoft.com/office/officeart/2018/2/layout/IconLabelList"/>
    <dgm:cxn modelId="{6595CD19-07CE-4401-BD8A-AC07FEA922D6}" type="presParOf" srcId="{53E6EB0C-2A15-411E-B3E1-87E55E0C5499}" destId="{FA141E87-B7DC-4472-B6F7-4716AB16B219}" srcOrd="0" destOrd="0" presId="urn:microsoft.com/office/officeart/2018/2/layout/IconLabelList"/>
    <dgm:cxn modelId="{CDCF9F19-6251-4F34-B0E4-9A20AF3B2D82}" type="presParOf" srcId="{53E6EB0C-2A15-411E-B3E1-87E55E0C5499}" destId="{143F7626-734F-45C0-BF44-F5FB10E1CE12}" srcOrd="1" destOrd="0" presId="urn:microsoft.com/office/officeart/2018/2/layout/IconLabelList"/>
    <dgm:cxn modelId="{6CA4977A-EA45-406B-A0BA-043900F67EAD}" type="presParOf" srcId="{53E6EB0C-2A15-411E-B3E1-87E55E0C5499}" destId="{A25E8CC9-6B62-40BB-9FB3-9AB82C116808}" srcOrd="2" destOrd="0" presId="urn:microsoft.com/office/officeart/2018/2/layout/IconLabelList"/>
    <dgm:cxn modelId="{B87C3CC0-3FD8-42BC-856B-5D6DC953A674}" type="presParOf" srcId="{1AFAB106-6AD2-4061-BFDC-C993505D3DBC}" destId="{FBC0594B-05BB-4434-A0A8-BFE5177F64D4}" srcOrd="5" destOrd="0" presId="urn:microsoft.com/office/officeart/2018/2/layout/IconLabelList"/>
    <dgm:cxn modelId="{746636D7-5FA0-4424-9858-E77CCE831571}" type="presParOf" srcId="{1AFAB106-6AD2-4061-BFDC-C993505D3DBC}" destId="{AC57BF00-D7A0-470A-9701-5A483519A833}" srcOrd="6" destOrd="0" presId="urn:microsoft.com/office/officeart/2018/2/layout/IconLabelList"/>
    <dgm:cxn modelId="{593340E9-557C-4F4D-A08B-04CD9BF27A8E}" type="presParOf" srcId="{AC57BF00-D7A0-470A-9701-5A483519A833}" destId="{DD79D62F-055B-406B-B395-1B0C0FC41BC9}" srcOrd="0" destOrd="0" presId="urn:microsoft.com/office/officeart/2018/2/layout/IconLabelList"/>
    <dgm:cxn modelId="{B7D36CD9-68C4-4D43-A20A-27F6CFAA2CF1}" type="presParOf" srcId="{AC57BF00-D7A0-470A-9701-5A483519A833}" destId="{8B4C9D4B-D89B-4EE7-94EA-0E247F55B604}" srcOrd="1" destOrd="0" presId="urn:microsoft.com/office/officeart/2018/2/layout/IconLabelList"/>
    <dgm:cxn modelId="{8905B832-B081-4E2B-84F0-3C79B462B53D}" type="presParOf" srcId="{AC57BF00-D7A0-470A-9701-5A483519A833}" destId="{B65D9870-FFF5-4ED7-BA72-A9FD1B633346}" srcOrd="2" destOrd="0" presId="urn:microsoft.com/office/officeart/2018/2/layout/IconLabelList"/>
    <dgm:cxn modelId="{6EE3FEE1-01AC-4C33-8FD8-1D1E160D3F8D}" type="presParOf" srcId="{1AFAB106-6AD2-4061-BFDC-C993505D3DBC}" destId="{21048B9E-129E-42A4-A61D-1D073B4F6309}" srcOrd="7" destOrd="0" presId="urn:microsoft.com/office/officeart/2018/2/layout/IconLabelList"/>
    <dgm:cxn modelId="{489D9DCB-9A10-4F7D-80A5-124356E4767D}" type="presParOf" srcId="{1AFAB106-6AD2-4061-BFDC-C993505D3DBC}" destId="{32E57482-665A-4436-9140-59F3165B772B}" srcOrd="8" destOrd="0" presId="urn:microsoft.com/office/officeart/2018/2/layout/IconLabelList"/>
    <dgm:cxn modelId="{F9230131-E505-4C9C-90F3-7DD4FC179DA4}" type="presParOf" srcId="{32E57482-665A-4436-9140-59F3165B772B}" destId="{94EEC215-E08E-453E-A077-8E027C279D87}" srcOrd="0" destOrd="0" presId="urn:microsoft.com/office/officeart/2018/2/layout/IconLabelList"/>
    <dgm:cxn modelId="{078177D4-D56A-415A-BBAE-F5C9BF1F1538}" type="presParOf" srcId="{32E57482-665A-4436-9140-59F3165B772B}" destId="{131BBD0E-FF98-4C72-8D6F-44895C4763F0}" srcOrd="1" destOrd="0" presId="urn:microsoft.com/office/officeart/2018/2/layout/IconLabelList"/>
    <dgm:cxn modelId="{4063CCA9-E841-4E79-B70A-E8B8A1FF520B}" type="presParOf" srcId="{32E57482-665A-4436-9140-59F3165B772B}" destId="{5C36EADF-5ED5-4E4A-B13E-24B959FB8D73}" srcOrd="2" destOrd="0" presId="urn:microsoft.com/office/officeart/2018/2/layout/IconLabelList"/>
    <dgm:cxn modelId="{7300B53B-2208-4DAC-8ABC-2C266DAC80C4}" type="presParOf" srcId="{1AFAB106-6AD2-4061-BFDC-C993505D3DBC}" destId="{E3E3A937-D1FD-448B-9126-E513C7634D80}" srcOrd="9" destOrd="0" presId="urn:microsoft.com/office/officeart/2018/2/layout/IconLabelList"/>
    <dgm:cxn modelId="{C8875AEE-E43B-461C-BF19-6E25417EDD98}" type="presParOf" srcId="{1AFAB106-6AD2-4061-BFDC-C993505D3DBC}" destId="{0C021533-D323-42B8-8207-708261A3AE07}" srcOrd="10" destOrd="0" presId="urn:microsoft.com/office/officeart/2018/2/layout/IconLabelList"/>
    <dgm:cxn modelId="{CBB3A703-876A-4693-972C-7F2CE4A954FE}" type="presParOf" srcId="{0C021533-D323-42B8-8207-708261A3AE07}" destId="{ADF8CE18-B405-48F9-903F-CC9FC0E590FF}" srcOrd="0" destOrd="0" presId="urn:microsoft.com/office/officeart/2018/2/layout/IconLabelList"/>
    <dgm:cxn modelId="{2AD5A85A-2298-4A39-9FAD-3E80A0D6769B}" type="presParOf" srcId="{0C021533-D323-42B8-8207-708261A3AE07}" destId="{8E5D0766-37D4-4E40-A06C-378EB4A23967}" srcOrd="1" destOrd="0" presId="urn:microsoft.com/office/officeart/2018/2/layout/IconLabelList"/>
    <dgm:cxn modelId="{0BBCE3CA-9251-4E13-A20E-42CE01A28A2A}" type="presParOf" srcId="{0C021533-D323-42B8-8207-708261A3AE07}" destId="{C2AA8764-3DD0-43E4-8FE8-A556EB49A49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214BDE-84A3-4E21-A22B-2F31E1D8959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B4E2A8-D719-4886-9CDC-0CFA9E8A862B}">
      <dgm:prSet/>
      <dgm:spPr/>
      <dgm:t>
        <a:bodyPr/>
        <a:lstStyle/>
        <a:p>
          <a:r>
            <a:rPr lang="en-US" b="1" i="0" baseline="0"/>
            <a:t>Rule-based Methods:</a:t>
          </a:r>
          <a:r>
            <a:rPr lang="en-US" b="0" i="0" baseline="0"/>
            <a:t> Grammar and dictionaries.</a:t>
          </a:r>
          <a:endParaRPr lang="en-US"/>
        </a:p>
      </dgm:t>
    </dgm:pt>
    <dgm:pt modelId="{6922A24E-5246-453C-9F49-2E62B4EE4954}" type="parTrans" cxnId="{E5BA051F-3621-4027-B126-32794F2266EB}">
      <dgm:prSet/>
      <dgm:spPr/>
      <dgm:t>
        <a:bodyPr/>
        <a:lstStyle/>
        <a:p>
          <a:endParaRPr lang="en-US"/>
        </a:p>
      </dgm:t>
    </dgm:pt>
    <dgm:pt modelId="{A1C0D053-9CCD-435E-98A4-259F9FD546E2}" type="sibTrans" cxnId="{E5BA051F-3621-4027-B126-32794F2266EB}">
      <dgm:prSet/>
      <dgm:spPr/>
      <dgm:t>
        <a:bodyPr/>
        <a:lstStyle/>
        <a:p>
          <a:endParaRPr lang="en-US"/>
        </a:p>
      </dgm:t>
    </dgm:pt>
    <dgm:pt modelId="{030C0A8A-3972-4032-8319-FFF938756123}">
      <dgm:prSet/>
      <dgm:spPr/>
      <dgm:t>
        <a:bodyPr/>
        <a:lstStyle/>
        <a:p>
          <a:r>
            <a:rPr lang="en-US" b="1" i="0" baseline="0" dirty="0"/>
            <a:t>Statistical Models:</a:t>
          </a:r>
          <a:r>
            <a:rPr lang="en-US" b="0" i="0" baseline="0" dirty="0"/>
            <a:t> Hidden Markov Models, N-grams.</a:t>
          </a:r>
          <a:endParaRPr lang="en-US" dirty="0"/>
        </a:p>
      </dgm:t>
    </dgm:pt>
    <dgm:pt modelId="{2BDE747F-6B8F-450B-832A-232543863A32}" type="parTrans" cxnId="{497F511E-693C-4388-99E7-503CF6F44B82}">
      <dgm:prSet/>
      <dgm:spPr/>
      <dgm:t>
        <a:bodyPr/>
        <a:lstStyle/>
        <a:p>
          <a:endParaRPr lang="en-US"/>
        </a:p>
      </dgm:t>
    </dgm:pt>
    <dgm:pt modelId="{BC7DD09A-5BF3-4933-A568-D06F3CB38431}" type="sibTrans" cxnId="{497F511E-693C-4388-99E7-503CF6F44B82}">
      <dgm:prSet/>
      <dgm:spPr/>
      <dgm:t>
        <a:bodyPr/>
        <a:lstStyle/>
        <a:p>
          <a:endParaRPr lang="en-US"/>
        </a:p>
      </dgm:t>
    </dgm:pt>
    <dgm:pt modelId="{0C5DC952-57E7-4D54-BCCD-089FBF30403D}">
      <dgm:prSet/>
      <dgm:spPr/>
      <dgm:t>
        <a:bodyPr/>
        <a:lstStyle/>
        <a:p>
          <a:r>
            <a:rPr lang="en-US" b="1" i="0" baseline="0"/>
            <a:t>Machine Learning Models:</a:t>
          </a:r>
          <a:r>
            <a:rPr lang="en-US" b="0" i="0" baseline="0"/>
            <a:t> Naïve Bayes, SVM.</a:t>
          </a:r>
          <a:endParaRPr lang="en-US"/>
        </a:p>
      </dgm:t>
    </dgm:pt>
    <dgm:pt modelId="{C92CE273-7F6E-45D3-B97B-B5CC2E68D33A}" type="parTrans" cxnId="{9A891430-0183-42AE-BF93-ACD99941B960}">
      <dgm:prSet/>
      <dgm:spPr/>
      <dgm:t>
        <a:bodyPr/>
        <a:lstStyle/>
        <a:p>
          <a:endParaRPr lang="en-US"/>
        </a:p>
      </dgm:t>
    </dgm:pt>
    <dgm:pt modelId="{0379576C-5B65-407D-A658-57103DB765EB}" type="sibTrans" cxnId="{9A891430-0183-42AE-BF93-ACD99941B960}">
      <dgm:prSet/>
      <dgm:spPr/>
      <dgm:t>
        <a:bodyPr/>
        <a:lstStyle/>
        <a:p>
          <a:endParaRPr lang="en-US"/>
        </a:p>
      </dgm:t>
    </dgm:pt>
    <dgm:pt modelId="{DF773072-5A6B-47BA-A36F-95A61831E44B}">
      <dgm:prSet/>
      <dgm:spPr/>
      <dgm:t>
        <a:bodyPr/>
        <a:lstStyle/>
        <a:p>
          <a:r>
            <a:rPr lang="en-US" b="1" i="0" baseline="0"/>
            <a:t>Deep Learning Models:</a:t>
          </a:r>
          <a:r>
            <a:rPr lang="en-US" b="0" i="0" baseline="0"/>
            <a:t> RNN, LSTM, Transformers.</a:t>
          </a:r>
          <a:endParaRPr lang="en-US"/>
        </a:p>
      </dgm:t>
    </dgm:pt>
    <dgm:pt modelId="{89F663D1-6BE9-42C0-A938-D2C336BA8AEE}" type="parTrans" cxnId="{5F37BA02-51C6-4512-AC07-9CA424FD9D2E}">
      <dgm:prSet/>
      <dgm:spPr/>
      <dgm:t>
        <a:bodyPr/>
        <a:lstStyle/>
        <a:p>
          <a:endParaRPr lang="en-US"/>
        </a:p>
      </dgm:t>
    </dgm:pt>
    <dgm:pt modelId="{23DE34BD-F1EE-485D-BF7C-EAEC22288322}" type="sibTrans" cxnId="{5F37BA02-51C6-4512-AC07-9CA424FD9D2E}">
      <dgm:prSet/>
      <dgm:spPr/>
      <dgm:t>
        <a:bodyPr/>
        <a:lstStyle/>
        <a:p>
          <a:endParaRPr lang="en-US"/>
        </a:p>
      </dgm:t>
    </dgm:pt>
    <dgm:pt modelId="{D14B9C71-487F-47F9-BE69-CEFC806B8EB6}" type="pres">
      <dgm:prSet presAssocID="{85214BDE-84A3-4E21-A22B-2F31E1D89598}" presName="root" presStyleCnt="0">
        <dgm:presLayoutVars>
          <dgm:dir/>
          <dgm:resizeHandles val="exact"/>
        </dgm:presLayoutVars>
      </dgm:prSet>
      <dgm:spPr/>
    </dgm:pt>
    <dgm:pt modelId="{0E0308D2-52AE-4AB2-9132-978D027CE742}" type="pres">
      <dgm:prSet presAssocID="{9AB4E2A8-D719-4886-9CDC-0CFA9E8A862B}" presName="compNode" presStyleCnt="0"/>
      <dgm:spPr/>
    </dgm:pt>
    <dgm:pt modelId="{C97C19E8-0603-4234-8003-8144EC7D2CE9}" type="pres">
      <dgm:prSet presAssocID="{9AB4E2A8-D719-4886-9CDC-0CFA9E8A862B}" presName="bgRect" presStyleLbl="bgShp" presStyleIdx="0" presStyleCnt="4"/>
      <dgm:spPr/>
    </dgm:pt>
    <dgm:pt modelId="{03FCEE33-0E99-47C1-A4F5-BE06CD8073D4}" type="pres">
      <dgm:prSet presAssocID="{9AB4E2A8-D719-4886-9CDC-0CFA9E8A86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679FA689-FB6D-4437-B893-EB201AEA73C5}" type="pres">
      <dgm:prSet presAssocID="{9AB4E2A8-D719-4886-9CDC-0CFA9E8A862B}" presName="spaceRect" presStyleCnt="0"/>
      <dgm:spPr/>
    </dgm:pt>
    <dgm:pt modelId="{53B64EEE-9B77-4CA6-9CE2-FF39AF92D6DC}" type="pres">
      <dgm:prSet presAssocID="{9AB4E2A8-D719-4886-9CDC-0CFA9E8A862B}" presName="parTx" presStyleLbl="revTx" presStyleIdx="0" presStyleCnt="4">
        <dgm:presLayoutVars>
          <dgm:chMax val="0"/>
          <dgm:chPref val="0"/>
        </dgm:presLayoutVars>
      </dgm:prSet>
      <dgm:spPr/>
    </dgm:pt>
    <dgm:pt modelId="{EBF7C990-A036-4966-B985-B9A7A0232381}" type="pres">
      <dgm:prSet presAssocID="{A1C0D053-9CCD-435E-98A4-259F9FD546E2}" presName="sibTrans" presStyleCnt="0"/>
      <dgm:spPr/>
    </dgm:pt>
    <dgm:pt modelId="{3FD46A13-CE62-441A-90CA-ECC1A504D481}" type="pres">
      <dgm:prSet presAssocID="{030C0A8A-3972-4032-8319-FFF938756123}" presName="compNode" presStyleCnt="0"/>
      <dgm:spPr/>
    </dgm:pt>
    <dgm:pt modelId="{0BD3672D-856B-476B-A9B9-42C665C7A6C6}" type="pres">
      <dgm:prSet presAssocID="{030C0A8A-3972-4032-8319-FFF938756123}" presName="bgRect" presStyleLbl="bgShp" presStyleIdx="1" presStyleCnt="4"/>
      <dgm:spPr/>
    </dgm:pt>
    <dgm:pt modelId="{7A7AB5AC-9A8B-456E-9166-C2670D221DA5}" type="pres">
      <dgm:prSet presAssocID="{030C0A8A-3972-4032-8319-FFF9387561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C12CC0A-FDE4-4BC2-87DD-5E6AE4A9A7C5}" type="pres">
      <dgm:prSet presAssocID="{030C0A8A-3972-4032-8319-FFF938756123}" presName="spaceRect" presStyleCnt="0"/>
      <dgm:spPr/>
    </dgm:pt>
    <dgm:pt modelId="{B51555EC-1386-4F6C-9943-1029E538E273}" type="pres">
      <dgm:prSet presAssocID="{030C0A8A-3972-4032-8319-FFF938756123}" presName="parTx" presStyleLbl="revTx" presStyleIdx="1" presStyleCnt="4">
        <dgm:presLayoutVars>
          <dgm:chMax val="0"/>
          <dgm:chPref val="0"/>
        </dgm:presLayoutVars>
      </dgm:prSet>
      <dgm:spPr/>
    </dgm:pt>
    <dgm:pt modelId="{4E31BD9A-5A9F-4AC9-8C44-FA62F56B2588}" type="pres">
      <dgm:prSet presAssocID="{BC7DD09A-5BF3-4933-A568-D06F3CB38431}" presName="sibTrans" presStyleCnt="0"/>
      <dgm:spPr/>
    </dgm:pt>
    <dgm:pt modelId="{DE0A8255-4AC7-4EF5-A3AB-232B66E42806}" type="pres">
      <dgm:prSet presAssocID="{0C5DC952-57E7-4D54-BCCD-089FBF30403D}" presName="compNode" presStyleCnt="0"/>
      <dgm:spPr/>
    </dgm:pt>
    <dgm:pt modelId="{4919FC47-640C-4738-9C15-E9BA1C8A4305}" type="pres">
      <dgm:prSet presAssocID="{0C5DC952-57E7-4D54-BCCD-089FBF30403D}" presName="bgRect" presStyleLbl="bgShp" presStyleIdx="2" presStyleCnt="4"/>
      <dgm:spPr/>
    </dgm:pt>
    <dgm:pt modelId="{5E29C7B1-283C-4BC3-9353-D2BB615AE772}" type="pres">
      <dgm:prSet presAssocID="{0C5DC952-57E7-4D54-BCCD-089FBF30403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9AE62BD-6E23-43CF-944A-A85FFBEFD9D6}" type="pres">
      <dgm:prSet presAssocID="{0C5DC952-57E7-4D54-BCCD-089FBF30403D}" presName="spaceRect" presStyleCnt="0"/>
      <dgm:spPr/>
    </dgm:pt>
    <dgm:pt modelId="{B8835671-C29B-4F13-9E83-A21951B61BBA}" type="pres">
      <dgm:prSet presAssocID="{0C5DC952-57E7-4D54-BCCD-089FBF30403D}" presName="parTx" presStyleLbl="revTx" presStyleIdx="2" presStyleCnt="4">
        <dgm:presLayoutVars>
          <dgm:chMax val="0"/>
          <dgm:chPref val="0"/>
        </dgm:presLayoutVars>
      </dgm:prSet>
      <dgm:spPr/>
    </dgm:pt>
    <dgm:pt modelId="{D476A80A-9977-4EB9-995E-DDC0F3326598}" type="pres">
      <dgm:prSet presAssocID="{0379576C-5B65-407D-A658-57103DB765EB}" presName="sibTrans" presStyleCnt="0"/>
      <dgm:spPr/>
    </dgm:pt>
    <dgm:pt modelId="{ADDFC296-6FD2-4C20-B023-82C30ACDCB6A}" type="pres">
      <dgm:prSet presAssocID="{DF773072-5A6B-47BA-A36F-95A61831E44B}" presName="compNode" presStyleCnt="0"/>
      <dgm:spPr/>
    </dgm:pt>
    <dgm:pt modelId="{C2664DB2-8B07-45ED-BF4E-FF20D13A6131}" type="pres">
      <dgm:prSet presAssocID="{DF773072-5A6B-47BA-A36F-95A61831E44B}" presName="bgRect" presStyleLbl="bgShp" presStyleIdx="3" presStyleCnt="4"/>
      <dgm:spPr/>
    </dgm:pt>
    <dgm:pt modelId="{4E8F0FD2-A861-45B5-ABB6-5E25DC0079CD}" type="pres">
      <dgm:prSet presAssocID="{DF773072-5A6B-47BA-A36F-95A61831E4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F0CB93E4-2DEA-43CD-A2C8-CB4C3E979FC8}" type="pres">
      <dgm:prSet presAssocID="{DF773072-5A6B-47BA-A36F-95A61831E44B}" presName="spaceRect" presStyleCnt="0"/>
      <dgm:spPr/>
    </dgm:pt>
    <dgm:pt modelId="{1C32CFEC-3DA3-43F6-B17F-897C102137A8}" type="pres">
      <dgm:prSet presAssocID="{DF773072-5A6B-47BA-A36F-95A61831E44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37BA02-51C6-4512-AC07-9CA424FD9D2E}" srcId="{85214BDE-84A3-4E21-A22B-2F31E1D89598}" destId="{DF773072-5A6B-47BA-A36F-95A61831E44B}" srcOrd="3" destOrd="0" parTransId="{89F663D1-6BE9-42C0-A938-D2C336BA8AEE}" sibTransId="{23DE34BD-F1EE-485D-BF7C-EAEC22288322}"/>
    <dgm:cxn modelId="{B3146D08-DB95-4AE8-BBAE-56A782C156E7}" type="presOf" srcId="{85214BDE-84A3-4E21-A22B-2F31E1D89598}" destId="{D14B9C71-487F-47F9-BE69-CEFC806B8EB6}" srcOrd="0" destOrd="0" presId="urn:microsoft.com/office/officeart/2018/2/layout/IconVerticalSolidList"/>
    <dgm:cxn modelId="{497F511E-693C-4388-99E7-503CF6F44B82}" srcId="{85214BDE-84A3-4E21-A22B-2F31E1D89598}" destId="{030C0A8A-3972-4032-8319-FFF938756123}" srcOrd="1" destOrd="0" parTransId="{2BDE747F-6B8F-450B-832A-232543863A32}" sibTransId="{BC7DD09A-5BF3-4933-A568-D06F3CB38431}"/>
    <dgm:cxn modelId="{E5BA051F-3621-4027-B126-32794F2266EB}" srcId="{85214BDE-84A3-4E21-A22B-2F31E1D89598}" destId="{9AB4E2A8-D719-4886-9CDC-0CFA9E8A862B}" srcOrd="0" destOrd="0" parTransId="{6922A24E-5246-453C-9F49-2E62B4EE4954}" sibTransId="{A1C0D053-9CCD-435E-98A4-259F9FD546E2}"/>
    <dgm:cxn modelId="{9A891430-0183-42AE-BF93-ACD99941B960}" srcId="{85214BDE-84A3-4E21-A22B-2F31E1D89598}" destId="{0C5DC952-57E7-4D54-BCCD-089FBF30403D}" srcOrd="2" destOrd="0" parTransId="{C92CE273-7F6E-45D3-B97B-B5CC2E68D33A}" sibTransId="{0379576C-5B65-407D-A658-57103DB765EB}"/>
    <dgm:cxn modelId="{FDB71976-F4EF-4A8B-9074-70A74E98DFE4}" type="presOf" srcId="{0C5DC952-57E7-4D54-BCCD-089FBF30403D}" destId="{B8835671-C29B-4F13-9E83-A21951B61BBA}" srcOrd="0" destOrd="0" presId="urn:microsoft.com/office/officeart/2018/2/layout/IconVerticalSolidList"/>
    <dgm:cxn modelId="{6CD41A93-0934-491C-BA45-9DC4D18413CB}" type="presOf" srcId="{DF773072-5A6B-47BA-A36F-95A61831E44B}" destId="{1C32CFEC-3DA3-43F6-B17F-897C102137A8}" srcOrd="0" destOrd="0" presId="urn:microsoft.com/office/officeart/2018/2/layout/IconVerticalSolidList"/>
    <dgm:cxn modelId="{B9BC8E93-2874-4405-8CA5-D5C9F9BAE738}" type="presOf" srcId="{030C0A8A-3972-4032-8319-FFF938756123}" destId="{B51555EC-1386-4F6C-9943-1029E538E273}" srcOrd="0" destOrd="0" presId="urn:microsoft.com/office/officeart/2018/2/layout/IconVerticalSolidList"/>
    <dgm:cxn modelId="{3370DACB-3AEE-4C2D-BD75-B4BBAD2233EC}" type="presOf" srcId="{9AB4E2A8-D719-4886-9CDC-0CFA9E8A862B}" destId="{53B64EEE-9B77-4CA6-9CE2-FF39AF92D6DC}" srcOrd="0" destOrd="0" presId="urn:microsoft.com/office/officeart/2018/2/layout/IconVerticalSolidList"/>
    <dgm:cxn modelId="{B18CC584-CA07-4627-8C3D-07DFC91AAA63}" type="presParOf" srcId="{D14B9C71-487F-47F9-BE69-CEFC806B8EB6}" destId="{0E0308D2-52AE-4AB2-9132-978D027CE742}" srcOrd="0" destOrd="0" presId="urn:microsoft.com/office/officeart/2018/2/layout/IconVerticalSolidList"/>
    <dgm:cxn modelId="{8573E8D6-D6C2-437F-9E2C-13003181AF4F}" type="presParOf" srcId="{0E0308D2-52AE-4AB2-9132-978D027CE742}" destId="{C97C19E8-0603-4234-8003-8144EC7D2CE9}" srcOrd="0" destOrd="0" presId="urn:microsoft.com/office/officeart/2018/2/layout/IconVerticalSolidList"/>
    <dgm:cxn modelId="{597071C4-D30E-4B9E-8741-C75EE73E966A}" type="presParOf" srcId="{0E0308D2-52AE-4AB2-9132-978D027CE742}" destId="{03FCEE33-0E99-47C1-A4F5-BE06CD8073D4}" srcOrd="1" destOrd="0" presId="urn:microsoft.com/office/officeart/2018/2/layout/IconVerticalSolidList"/>
    <dgm:cxn modelId="{7FDF1E71-FCB6-4A89-860F-79FB08B59D1A}" type="presParOf" srcId="{0E0308D2-52AE-4AB2-9132-978D027CE742}" destId="{679FA689-FB6D-4437-B893-EB201AEA73C5}" srcOrd="2" destOrd="0" presId="urn:microsoft.com/office/officeart/2018/2/layout/IconVerticalSolidList"/>
    <dgm:cxn modelId="{219B0DF0-F853-441A-854B-8F4B44C66570}" type="presParOf" srcId="{0E0308D2-52AE-4AB2-9132-978D027CE742}" destId="{53B64EEE-9B77-4CA6-9CE2-FF39AF92D6DC}" srcOrd="3" destOrd="0" presId="urn:microsoft.com/office/officeart/2018/2/layout/IconVerticalSolidList"/>
    <dgm:cxn modelId="{BB2D757F-11F4-4B04-AB11-5BE28C4F5DC3}" type="presParOf" srcId="{D14B9C71-487F-47F9-BE69-CEFC806B8EB6}" destId="{EBF7C990-A036-4966-B985-B9A7A0232381}" srcOrd="1" destOrd="0" presId="urn:microsoft.com/office/officeart/2018/2/layout/IconVerticalSolidList"/>
    <dgm:cxn modelId="{691CD2CA-1337-431A-84A6-B622EDCAA541}" type="presParOf" srcId="{D14B9C71-487F-47F9-BE69-CEFC806B8EB6}" destId="{3FD46A13-CE62-441A-90CA-ECC1A504D481}" srcOrd="2" destOrd="0" presId="urn:microsoft.com/office/officeart/2018/2/layout/IconVerticalSolidList"/>
    <dgm:cxn modelId="{2531D4A2-1767-45F3-BB31-D5F8F38EBFF3}" type="presParOf" srcId="{3FD46A13-CE62-441A-90CA-ECC1A504D481}" destId="{0BD3672D-856B-476B-A9B9-42C665C7A6C6}" srcOrd="0" destOrd="0" presId="urn:microsoft.com/office/officeart/2018/2/layout/IconVerticalSolidList"/>
    <dgm:cxn modelId="{AACA0364-A88D-4C7D-A230-30812B96F25D}" type="presParOf" srcId="{3FD46A13-CE62-441A-90CA-ECC1A504D481}" destId="{7A7AB5AC-9A8B-456E-9166-C2670D221DA5}" srcOrd="1" destOrd="0" presId="urn:microsoft.com/office/officeart/2018/2/layout/IconVerticalSolidList"/>
    <dgm:cxn modelId="{DC16B677-AB8C-4F3A-948B-288E06898EB8}" type="presParOf" srcId="{3FD46A13-CE62-441A-90CA-ECC1A504D481}" destId="{8C12CC0A-FDE4-4BC2-87DD-5E6AE4A9A7C5}" srcOrd="2" destOrd="0" presId="urn:microsoft.com/office/officeart/2018/2/layout/IconVerticalSolidList"/>
    <dgm:cxn modelId="{433D5B53-1B8C-47B2-B3B4-45DEDB2FB885}" type="presParOf" srcId="{3FD46A13-CE62-441A-90CA-ECC1A504D481}" destId="{B51555EC-1386-4F6C-9943-1029E538E273}" srcOrd="3" destOrd="0" presId="urn:microsoft.com/office/officeart/2018/2/layout/IconVerticalSolidList"/>
    <dgm:cxn modelId="{D134D4CE-FA7F-4791-8128-B2D666BA6F8E}" type="presParOf" srcId="{D14B9C71-487F-47F9-BE69-CEFC806B8EB6}" destId="{4E31BD9A-5A9F-4AC9-8C44-FA62F56B2588}" srcOrd="3" destOrd="0" presId="urn:microsoft.com/office/officeart/2018/2/layout/IconVerticalSolidList"/>
    <dgm:cxn modelId="{206215E0-9809-4271-AC3D-43791EE0CB3A}" type="presParOf" srcId="{D14B9C71-487F-47F9-BE69-CEFC806B8EB6}" destId="{DE0A8255-4AC7-4EF5-A3AB-232B66E42806}" srcOrd="4" destOrd="0" presId="urn:microsoft.com/office/officeart/2018/2/layout/IconVerticalSolidList"/>
    <dgm:cxn modelId="{512D5A15-9A28-4667-BB5C-892F46A60961}" type="presParOf" srcId="{DE0A8255-4AC7-4EF5-A3AB-232B66E42806}" destId="{4919FC47-640C-4738-9C15-E9BA1C8A4305}" srcOrd="0" destOrd="0" presId="urn:microsoft.com/office/officeart/2018/2/layout/IconVerticalSolidList"/>
    <dgm:cxn modelId="{7191E9D6-5CD9-451D-918A-3FF2DBF8018D}" type="presParOf" srcId="{DE0A8255-4AC7-4EF5-A3AB-232B66E42806}" destId="{5E29C7B1-283C-4BC3-9353-D2BB615AE772}" srcOrd="1" destOrd="0" presId="urn:microsoft.com/office/officeart/2018/2/layout/IconVerticalSolidList"/>
    <dgm:cxn modelId="{09CAAF44-85E5-4A95-B7D8-09BF025C46D8}" type="presParOf" srcId="{DE0A8255-4AC7-4EF5-A3AB-232B66E42806}" destId="{79AE62BD-6E23-43CF-944A-A85FFBEFD9D6}" srcOrd="2" destOrd="0" presId="urn:microsoft.com/office/officeart/2018/2/layout/IconVerticalSolidList"/>
    <dgm:cxn modelId="{492F137C-3869-478C-AF69-7F49827CA594}" type="presParOf" srcId="{DE0A8255-4AC7-4EF5-A3AB-232B66E42806}" destId="{B8835671-C29B-4F13-9E83-A21951B61BBA}" srcOrd="3" destOrd="0" presId="urn:microsoft.com/office/officeart/2018/2/layout/IconVerticalSolidList"/>
    <dgm:cxn modelId="{B1888D74-8F2A-4317-8BBE-6A00077EE993}" type="presParOf" srcId="{D14B9C71-487F-47F9-BE69-CEFC806B8EB6}" destId="{D476A80A-9977-4EB9-995E-DDC0F3326598}" srcOrd="5" destOrd="0" presId="urn:microsoft.com/office/officeart/2018/2/layout/IconVerticalSolidList"/>
    <dgm:cxn modelId="{6D85E1D7-2398-43F0-9BC7-773DDC74FCEF}" type="presParOf" srcId="{D14B9C71-487F-47F9-BE69-CEFC806B8EB6}" destId="{ADDFC296-6FD2-4C20-B023-82C30ACDCB6A}" srcOrd="6" destOrd="0" presId="urn:microsoft.com/office/officeart/2018/2/layout/IconVerticalSolidList"/>
    <dgm:cxn modelId="{6CB8DF01-1D71-4C1F-BC0B-D6C3499BC137}" type="presParOf" srcId="{ADDFC296-6FD2-4C20-B023-82C30ACDCB6A}" destId="{C2664DB2-8B07-45ED-BF4E-FF20D13A6131}" srcOrd="0" destOrd="0" presId="urn:microsoft.com/office/officeart/2018/2/layout/IconVerticalSolidList"/>
    <dgm:cxn modelId="{C30A8C60-C686-4B5F-9853-734DB9ABBEB0}" type="presParOf" srcId="{ADDFC296-6FD2-4C20-B023-82C30ACDCB6A}" destId="{4E8F0FD2-A861-45B5-ABB6-5E25DC0079CD}" srcOrd="1" destOrd="0" presId="urn:microsoft.com/office/officeart/2018/2/layout/IconVerticalSolidList"/>
    <dgm:cxn modelId="{2C211CEB-5620-4270-AD1A-E659EFF6EF6B}" type="presParOf" srcId="{ADDFC296-6FD2-4C20-B023-82C30ACDCB6A}" destId="{F0CB93E4-2DEA-43CD-A2C8-CB4C3E979FC8}" srcOrd="2" destOrd="0" presId="urn:microsoft.com/office/officeart/2018/2/layout/IconVerticalSolidList"/>
    <dgm:cxn modelId="{2D959FDD-5CF5-4748-9ABD-A89FA92AE92F}" type="presParOf" srcId="{ADDFC296-6FD2-4C20-B023-82C30ACDCB6A}" destId="{1C32CFEC-3DA3-43F6-B17F-897C102137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997156-DFB4-440B-B7B0-7C51637FF72B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2AED5D0-AEB2-4B53-B7B9-A863A8DB435E}">
      <dgm:prSet custT="1"/>
      <dgm:spPr/>
      <dgm:t>
        <a:bodyPr/>
        <a:lstStyle/>
        <a:p>
          <a:r>
            <a:rPr lang="en-US" sz="2400" b="1" i="0" baseline="0" dirty="0"/>
            <a:t>Bag of Words (</a:t>
          </a:r>
          <a:r>
            <a:rPr lang="en-US" sz="2400" b="1" i="0" baseline="0" dirty="0" err="1"/>
            <a:t>BoW</a:t>
          </a:r>
          <a:r>
            <a:rPr lang="en-US" sz="2400" b="1" i="0" baseline="0" dirty="0"/>
            <a:t>):</a:t>
          </a:r>
          <a:r>
            <a:rPr lang="en-US" sz="2400" b="0" i="0" baseline="0" dirty="0"/>
            <a:t> Frequency-based representation.</a:t>
          </a:r>
          <a:endParaRPr lang="en-US" sz="2400" dirty="0"/>
        </a:p>
      </dgm:t>
    </dgm:pt>
    <dgm:pt modelId="{45E4D89C-5E92-4175-B593-10AB0AA7D018}" type="parTrans" cxnId="{430818E5-D4D1-417D-B5EA-521E98B2F6FA}">
      <dgm:prSet/>
      <dgm:spPr/>
      <dgm:t>
        <a:bodyPr/>
        <a:lstStyle/>
        <a:p>
          <a:endParaRPr lang="en-US"/>
        </a:p>
      </dgm:t>
    </dgm:pt>
    <dgm:pt modelId="{69819EB3-7E36-4D4E-B8CF-F5052FA5A949}" type="sibTrans" cxnId="{430818E5-D4D1-417D-B5EA-521E98B2F6FA}">
      <dgm:prSet/>
      <dgm:spPr/>
      <dgm:t>
        <a:bodyPr/>
        <a:lstStyle/>
        <a:p>
          <a:endParaRPr lang="en-US"/>
        </a:p>
      </dgm:t>
    </dgm:pt>
    <dgm:pt modelId="{365B0380-79CA-422D-8B85-DB15DBDB12FD}">
      <dgm:prSet custT="1"/>
      <dgm:spPr/>
      <dgm:t>
        <a:bodyPr/>
        <a:lstStyle/>
        <a:p>
          <a:r>
            <a:rPr lang="en-US" sz="2400" b="1" i="0" baseline="0" dirty="0"/>
            <a:t>TF-IDF:</a:t>
          </a:r>
          <a:r>
            <a:rPr lang="en-US" sz="2400" b="0" i="0" baseline="0" dirty="0"/>
            <a:t> Importance-based representation.</a:t>
          </a:r>
          <a:endParaRPr lang="en-US" sz="2400" dirty="0"/>
        </a:p>
      </dgm:t>
    </dgm:pt>
    <dgm:pt modelId="{7924DA85-91E1-452D-A0CE-86BD230E33FF}" type="parTrans" cxnId="{609F6DC0-7067-44FE-9A06-8A5F7404CA32}">
      <dgm:prSet/>
      <dgm:spPr/>
      <dgm:t>
        <a:bodyPr/>
        <a:lstStyle/>
        <a:p>
          <a:endParaRPr lang="en-US"/>
        </a:p>
      </dgm:t>
    </dgm:pt>
    <dgm:pt modelId="{19A7088F-22CC-40CB-BCB9-7D92FAE537B5}" type="sibTrans" cxnId="{609F6DC0-7067-44FE-9A06-8A5F7404CA32}">
      <dgm:prSet/>
      <dgm:spPr/>
      <dgm:t>
        <a:bodyPr/>
        <a:lstStyle/>
        <a:p>
          <a:endParaRPr lang="en-US"/>
        </a:p>
      </dgm:t>
    </dgm:pt>
    <dgm:pt modelId="{729E56D8-5264-43CD-AFCF-58B61B7B2D09}">
      <dgm:prSet custT="1"/>
      <dgm:spPr/>
      <dgm:t>
        <a:bodyPr/>
        <a:lstStyle/>
        <a:p>
          <a:r>
            <a:rPr lang="en-US" sz="2400" b="1" i="0" baseline="0" dirty="0"/>
            <a:t>Word Embeddings:</a:t>
          </a:r>
          <a:r>
            <a:rPr lang="en-US" sz="2400" b="0" i="0" baseline="0" dirty="0"/>
            <a:t> Dense vector representations (Word2Vec, </a:t>
          </a:r>
          <a:r>
            <a:rPr lang="en-US" sz="2400" b="0" i="0" baseline="0" dirty="0" err="1"/>
            <a:t>GloVe</a:t>
          </a:r>
          <a:r>
            <a:rPr lang="en-US" sz="2400" b="0" i="0" baseline="0" dirty="0"/>
            <a:t>).</a:t>
          </a:r>
          <a:endParaRPr lang="en-US" sz="2400" dirty="0"/>
        </a:p>
      </dgm:t>
    </dgm:pt>
    <dgm:pt modelId="{9C33F961-F137-4242-82AA-3E97F322CFD2}" type="parTrans" cxnId="{45CCFEBE-65F9-4996-80EE-9EA912A5594B}">
      <dgm:prSet/>
      <dgm:spPr/>
      <dgm:t>
        <a:bodyPr/>
        <a:lstStyle/>
        <a:p>
          <a:endParaRPr lang="en-US"/>
        </a:p>
      </dgm:t>
    </dgm:pt>
    <dgm:pt modelId="{E2D058AA-1478-4C1B-BD8B-4819033AB3E5}" type="sibTrans" cxnId="{45CCFEBE-65F9-4996-80EE-9EA912A5594B}">
      <dgm:prSet/>
      <dgm:spPr/>
      <dgm:t>
        <a:bodyPr/>
        <a:lstStyle/>
        <a:p>
          <a:endParaRPr lang="en-US"/>
        </a:p>
      </dgm:t>
    </dgm:pt>
    <dgm:pt modelId="{BAD26684-0307-4359-A45D-9FDE4CC0EF23}" type="pres">
      <dgm:prSet presAssocID="{AD997156-DFB4-440B-B7B0-7C51637FF72B}" presName="vert0" presStyleCnt="0">
        <dgm:presLayoutVars>
          <dgm:dir/>
          <dgm:animOne val="branch"/>
          <dgm:animLvl val="lvl"/>
        </dgm:presLayoutVars>
      </dgm:prSet>
      <dgm:spPr/>
    </dgm:pt>
    <dgm:pt modelId="{7FC81208-2ED3-4F40-878E-7E7AEE00B2DD}" type="pres">
      <dgm:prSet presAssocID="{D2AED5D0-AEB2-4B53-B7B9-A863A8DB435E}" presName="thickLine" presStyleLbl="alignNode1" presStyleIdx="0" presStyleCnt="3"/>
      <dgm:spPr/>
    </dgm:pt>
    <dgm:pt modelId="{DC4874FD-6687-4F94-BCC6-D7290DA10A65}" type="pres">
      <dgm:prSet presAssocID="{D2AED5D0-AEB2-4B53-B7B9-A863A8DB435E}" presName="horz1" presStyleCnt="0"/>
      <dgm:spPr/>
    </dgm:pt>
    <dgm:pt modelId="{93D7BC84-1797-4861-8527-6F93FE002B4D}" type="pres">
      <dgm:prSet presAssocID="{D2AED5D0-AEB2-4B53-B7B9-A863A8DB435E}" presName="tx1" presStyleLbl="revTx" presStyleIdx="0" presStyleCnt="3"/>
      <dgm:spPr/>
    </dgm:pt>
    <dgm:pt modelId="{58970288-0FA5-421D-9554-B67639CE2279}" type="pres">
      <dgm:prSet presAssocID="{D2AED5D0-AEB2-4B53-B7B9-A863A8DB435E}" presName="vert1" presStyleCnt="0"/>
      <dgm:spPr/>
    </dgm:pt>
    <dgm:pt modelId="{5C3E8056-725C-49A9-9C49-CE2953FFC980}" type="pres">
      <dgm:prSet presAssocID="{365B0380-79CA-422D-8B85-DB15DBDB12FD}" presName="thickLine" presStyleLbl="alignNode1" presStyleIdx="1" presStyleCnt="3"/>
      <dgm:spPr/>
    </dgm:pt>
    <dgm:pt modelId="{152A80A3-C253-4ABD-9D28-6054877F4FC1}" type="pres">
      <dgm:prSet presAssocID="{365B0380-79CA-422D-8B85-DB15DBDB12FD}" presName="horz1" presStyleCnt="0"/>
      <dgm:spPr/>
    </dgm:pt>
    <dgm:pt modelId="{39CCB770-72A5-4FDE-A19D-0FFDA5FBA8DC}" type="pres">
      <dgm:prSet presAssocID="{365B0380-79CA-422D-8B85-DB15DBDB12FD}" presName="tx1" presStyleLbl="revTx" presStyleIdx="1" presStyleCnt="3"/>
      <dgm:spPr/>
    </dgm:pt>
    <dgm:pt modelId="{F8417E4F-729A-4CE7-BD50-57794E7DAF62}" type="pres">
      <dgm:prSet presAssocID="{365B0380-79CA-422D-8B85-DB15DBDB12FD}" presName="vert1" presStyleCnt="0"/>
      <dgm:spPr/>
    </dgm:pt>
    <dgm:pt modelId="{034F96F7-5277-41B1-828C-29CD48F47787}" type="pres">
      <dgm:prSet presAssocID="{729E56D8-5264-43CD-AFCF-58B61B7B2D09}" presName="thickLine" presStyleLbl="alignNode1" presStyleIdx="2" presStyleCnt="3"/>
      <dgm:spPr/>
    </dgm:pt>
    <dgm:pt modelId="{DE45D404-FFE2-4CF4-9F53-BC30B494B23F}" type="pres">
      <dgm:prSet presAssocID="{729E56D8-5264-43CD-AFCF-58B61B7B2D09}" presName="horz1" presStyleCnt="0"/>
      <dgm:spPr/>
    </dgm:pt>
    <dgm:pt modelId="{23567648-3EDF-4DBF-B1B7-629313AD6734}" type="pres">
      <dgm:prSet presAssocID="{729E56D8-5264-43CD-AFCF-58B61B7B2D09}" presName="tx1" presStyleLbl="revTx" presStyleIdx="2" presStyleCnt="3"/>
      <dgm:spPr/>
    </dgm:pt>
    <dgm:pt modelId="{152F5A44-BCE9-4438-B10C-1F5075E91EE9}" type="pres">
      <dgm:prSet presAssocID="{729E56D8-5264-43CD-AFCF-58B61B7B2D09}" presName="vert1" presStyleCnt="0"/>
      <dgm:spPr/>
    </dgm:pt>
  </dgm:ptLst>
  <dgm:cxnLst>
    <dgm:cxn modelId="{A406A923-6F99-495E-B38F-4950797DA309}" type="presOf" srcId="{D2AED5D0-AEB2-4B53-B7B9-A863A8DB435E}" destId="{93D7BC84-1797-4861-8527-6F93FE002B4D}" srcOrd="0" destOrd="0" presId="urn:microsoft.com/office/officeart/2008/layout/LinedList"/>
    <dgm:cxn modelId="{98C8892B-7D52-460E-A0FC-CA3E49B08EB5}" type="presOf" srcId="{365B0380-79CA-422D-8B85-DB15DBDB12FD}" destId="{39CCB770-72A5-4FDE-A19D-0FFDA5FBA8DC}" srcOrd="0" destOrd="0" presId="urn:microsoft.com/office/officeart/2008/layout/LinedList"/>
    <dgm:cxn modelId="{0D92D2AE-275A-49F5-81D5-3AE9FF6186A7}" type="presOf" srcId="{729E56D8-5264-43CD-AFCF-58B61B7B2D09}" destId="{23567648-3EDF-4DBF-B1B7-629313AD6734}" srcOrd="0" destOrd="0" presId="urn:microsoft.com/office/officeart/2008/layout/LinedList"/>
    <dgm:cxn modelId="{82E370B4-1264-4507-AEB5-AA3B722F5245}" type="presOf" srcId="{AD997156-DFB4-440B-B7B0-7C51637FF72B}" destId="{BAD26684-0307-4359-A45D-9FDE4CC0EF23}" srcOrd="0" destOrd="0" presId="urn:microsoft.com/office/officeart/2008/layout/LinedList"/>
    <dgm:cxn modelId="{45CCFEBE-65F9-4996-80EE-9EA912A5594B}" srcId="{AD997156-DFB4-440B-B7B0-7C51637FF72B}" destId="{729E56D8-5264-43CD-AFCF-58B61B7B2D09}" srcOrd="2" destOrd="0" parTransId="{9C33F961-F137-4242-82AA-3E97F322CFD2}" sibTransId="{E2D058AA-1478-4C1B-BD8B-4819033AB3E5}"/>
    <dgm:cxn modelId="{609F6DC0-7067-44FE-9A06-8A5F7404CA32}" srcId="{AD997156-DFB4-440B-B7B0-7C51637FF72B}" destId="{365B0380-79CA-422D-8B85-DB15DBDB12FD}" srcOrd="1" destOrd="0" parTransId="{7924DA85-91E1-452D-A0CE-86BD230E33FF}" sibTransId="{19A7088F-22CC-40CB-BCB9-7D92FAE537B5}"/>
    <dgm:cxn modelId="{430818E5-D4D1-417D-B5EA-521E98B2F6FA}" srcId="{AD997156-DFB4-440B-B7B0-7C51637FF72B}" destId="{D2AED5D0-AEB2-4B53-B7B9-A863A8DB435E}" srcOrd="0" destOrd="0" parTransId="{45E4D89C-5E92-4175-B593-10AB0AA7D018}" sibTransId="{69819EB3-7E36-4D4E-B8CF-F5052FA5A949}"/>
    <dgm:cxn modelId="{B30648AE-82DD-4A00-A8FB-496978F771C3}" type="presParOf" srcId="{BAD26684-0307-4359-A45D-9FDE4CC0EF23}" destId="{7FC81208-2ED3-4F40-878E-7E7AEE00B2DD}" srcOrd="0" destOrd="0" presId="urn:microsoft.com/office/officeart/2008/layout/LinedList"/>
    <dgm:cxn modelId="{86045082-AF3A-4E25-BF10-EA7CC6AFBA3B}" type="presParOf" srcId="{BAD26684-0307-4359-A45D-9FDE4CC0EF23}" destId="{DC4874FD-6687-4F94-BCC6-D7290DA10A65}" srcOrd="1" destOrd="0" presId="urn:microsoft.com/office/officeart/2008/layout/LinedList"/>
    <dgm:cxn modelId="{07FCA2BA-59B5-4779-B202-5B07716332F7}" type="presParOf" srcId="{DC4874FD-6687-4F94-BCC6-D7290DA10A65}" destId="{93D7BC84-1797-4861-8527-6F93FE002B4D}" srcOrd="0" destOrd="0" presId="urn:microsoft.com/office/officeart/2008/layout/LinedList"/>
    <dgm:cxn modelId="{2B023DC6-3E8F-4E5E-842A-805FBCCA756C}" type="presParOf" srcId="{DC4874FD-6687-4F94-BCC6-D7290DA10A65}" destId="{58970288-0FA5-421D-9554-B67639CE2279}" srcOrd="1" destOrd="0" presId="urn:microsoft.com/office/officeart/2008/layout/LinedList"/>
    <dgm:cxn modelId="{E03F4A1E-6DD1-47B7-AAC0-62FD4230542A}" type="presParOf" srcId="{BAD26684-0307-4359-A45D-9FDE4CC0EF23}" destId="{5C3E8056-725C-49A9-9C49-CE2953FFC980}" srcOrd="2" destOrd="0" presId="urn:microsoft.com/office/officeart/2008/layout/LinedList"/>
    <dgm:cxn modelId="{9E75662A-A3E5-4D5A-B1D4-A2118F2239BC}" type="presParOf" srcId="{BAD26684-0307-4359-A45D-9FDE4CC0EF23}" destId="{152A80A3-C253-4ABD-9D28-6054877F4FC1}" srcOrd="3" destOrd="0" presId="urn:microsoft.com/office/officeart/2008/layout/LinedList"/>
    <dgm:cxn modelId="{19A225B4-70E0-4DD6-9F16-E1590C6EE533}" type="presParOf" srcId="{152A80A3-C253-4ABD-9D28-6054877F4FC1}" destId="{39CCB770-72A5-4FDE-A19D-0FFDA5FBA8DC}" srcOrd="0" destOrd="0" presId="urn:microsoft.com/office/officeart/2008/layout/LinedList"/>
    <dgm:cxn modelId="{3653906E-6524-41CF-9E3E-5273004A88AF}" type="presParOf" srcId="{152A80A3-C253-4ABD-9D28-6054877F4FC1}" destId="{F8417E4F-729A-4CE7-BD50-57794E7DAF62}" srcOrd="1" destOrd="0" presId="urn:microsoft.com/office/officeart/2008/layout/LinedList"/>
    <dgm:cxn modelId="{FF2A3394-DE33-49E9-AE42-55523EAD9A71}" type="presParOf" srcId="{BAD26684-0307-4359-A45D-9FDE4CC0EF23}" destId="{034F96F7-5277-41B1-828C-29CD48F47787}" srcOrd="4" destOrd="0" presId="urn:microsoft.com/office/officeart/2008/layout/LinedList"/>
    <dgm:cxn modelId="{B65B19AE-7AD1-472E-8C9E-117EB60B7B40}" type="presParOf" srcId="{BAD26684-0307-4359-A45D-9FDE4CC0EF23}" destId="{DE45D404-FFE2-4CF4-9F53-BC30B494B23F}" srcOrd="5" destOrd="0" presId="urn:microsoft.com/office/officeart/2008/layout/LinedList"/>
    <dgm:cxn modelId="{A41798BD-4320-4A7F-918D-F4A5D769A7B0}" type="presParOf" srcId="{DE45D404-FFE2-4CF4-9F53-BC30B494B23F}" destId="{23567648-3EDF-4DBF-B1B7-629313AD6734}" srcOrd="0" destOrd="0" presId="urn:microsoft.com/office/officeart/2008/layout/LinedList"/>
    <dgm:cxn modelId="{9292EFC1-350B-4133-8189-FE2B4E2FD650}" type="presParOf" srcId="{DE45D404-FFE2-4CF4-9F53-BC30B494B23F}" destId="{152F5A44-BCE9-4438-B10C-1F5075E91EE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12B338F-A2E1-4E69-BA4A-431323758E1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D4CA343-107C-4287-B03F-3A185374B37C}">
      <dgm:prSet/>
      <dgm:spPr/>
      <dgm:t>
        <a:bodyPr/>
        <a:lstStyle/>
        <a:p>
          <a:pPr>
            <a:defRPr cap="all"/>
          </a:pPr>
          <a:r>
            <a:rPr lang="en-US" b="0" i="0" baseline="0"/>
            <a:t>Introduction of </a:t>
          </a:r>
          <a:r>
            <a:rPr lang="en-US" b="1" i="0" baseline="0"/>
            <a:t>Transformers</a:t>
          </a:r>
          <a:r>
            <a:rPr lang="en-US" b="0" i="0" baseline="0"/>
            <a:t> (Vaswani et al., 2017).</a:t>
          </a:r>
          <a:endParaRPr lang="en-US"/>
        </a:p>
      </dgm:t>
    </dgm:pt>
    <dgm:pt modelId="{A98E54BC-6A33-435A-9D7A-7BD2D3C4EDB1}" type="parTrans" cxnId="{44D36C21-CA37-4CC7-B3B3-E3FC24F37A44}">
      <dgm:prSet/>
      <dgm:spPr/>
      <dgm:t>
        <a:bodyPr/>
        <a:lstStyle/>
        <a:p>
          <a:endParaRPr lang="en-US"/>
        </a:p>
      </dgm:t>
    </dgm:pt>
    <dgm:pt modelId="{1AC234AF-40D8-4E4E-A914-E15A9B11F220}" type="sibTrans" cxnId="{44D36C21-CA37-4CC7-B3B3-E3FC24F37A44}">
      <dgm:prSet/>
      <dgm:spPr/>
      <dgm:t>
        <a:bodyPr/>
        <a:lstStyle/>
        <a:p>
          <a:endParaRPr lang="en-US"/>
        </a:p>
      </dgm:t>
    </dgm:pt>
    <dgm:pt modelId="{848DC22E-B556-4E7C-900B-78BD44891FA2}">
      <dgm:prSet/>
      <dgm:spPr/>
      <dgm:t>
        <a:bodyPr/>
        <a:lstStyle/>
        <a:p>
          <a:pPr>
            <a:defRPr cap="all"/>
          </a:pPr>
          <a:r>
            <a:rPr lang="en-US" b="0" i="0" baseline="0"/>
            <a:t>Contextual understanding using </a:t>
          </a:r>
          <a:r>
            <a:rPr lang="en-US" b="1" i="0" baseline="0"/>
            <a:t>BERT</a:t>
          </a:r>
          <a:r>
            <a:rPr lang="en-US" b="0" i="0" baseline="0"/>
            <a:t> and </a:t>
          </a:r>
          <a:r>
            <a:rPr lang="en-US" b="1" i="0" baseline="0"/>
            <a:t>GPT models</a:t>
          </a:r>
          <a:r>
            <a:rPr lang="en-US" b="0" i="0" baseline="0"/>
            <a:t>.</a:t>
          </a:r>
          <a:endParaRPr lang="en-US"/>
        </a:p>
      </dgm:t>
    </dgm:pt>
    <dgm:pt modelId="{872A646D-FC90-4F2F-B25A-78A0347691B8}" type="parTrans" cxnId="{113AFA4A-1814-4BF9-95A2-B93E86E54670}">
      <dgm:prSet/>
      <dgm:spPr/>
      <dgm:t>
        <a:bodyPr/>
        <a:lstStyle/>
        <a:p>
          <a:endParaRPr lang="en-US"/>
        </a:p>
      </dgm:t>
    </dgm:pt>
    <dgm:pt modelId="{45AF5587-E66C-446D-83E1-07DC0AA844C3}" type="sibTrans" cxnId="{113AFA4A-1814-4BF9-95A2-B93E86E54670}">
      <dgm:prSet/>
      <dgm:spPr/>
      <dgm:t>
        <a:bodyPr/>
        <a:lstStyle/>
        <a:p>
          <a:endParaRPr lang="en-US"/>
        </a:p>
      </dgm:t>
    </dgm:pt>
    <dgm:pt modelId="{75AB50BB-4975-42BF-83AA-3D114B8CB519}">
      <dgm:prSet/>
      <dgm:spPr/>
      <dgm:t>
        <a:bodyPr/>
        <a:lstStyle/>
        <a:p>
          <a:pPr>
            <a:defRPr cap="all"/>
          </a:pPr>
          <a:r>
            <a:rPr lang="en-US" b="0" i="0" baseline="0"/>
            <a:t>Improved text understanding, summarization, and generation.</a:t>
          </a:r>
          <a:endParaRPr lang="en-US"/>
        </a:p>
      </dgm:t>
    </dgm:pt>
    <dgm:pt modelId="{2D33F4F2-B91D-4630-922C-3876D869C883}" type="parTrans" cxnId="{1E873D0E-639F-4A72-99AE-4DB53A56F88F}">
      <dgm:prSet/>
      <dgm:spPr/>
      <dgm:t>
        <a:bodyPr/>
        <a:lstStyle/>
        <a:p>
          <a:endParaRPr lang="en-US"/>
        </a:p>
      </dgm:t>
    </dgm:pt>
    <dgm:pt modelId="{7FFC1312-274C-4639-ACCB-BE70F2A0166F}" type="sibTrans" cxnId="{1E873D0E-639F-4A72-99AE-4DB53A56F88F}">
      <dgm:prSet/>
      <dgm:spPr/>
      <dgm:t>
        <a:bodyPr/>
        <a:lstStyle/>
        <a:p>
          <a:endParaRPr lang="en-US"/>
        </a:p>
      </dgm:t>
    </dgm:pt>
    <dgm:pt modelId="{6E1EEDE8-3F44-4B7B-988B-75AB9F4F5F66}" type="pres">
      <dgm:prSet presAssocID="{F12B338F-A2E1-4E69-BA4A-431323758E18}" presName="root" presStyleCnt="0">
        <dgm:presLayoutVars>
          <dgm:dir/>
          <dgm:resizeHandles val="exact"/>
        </dgm:presLayoutVars>
      </dgm:prSet>
      <dgm:spPr/>
    </dgm:pt>
    <dgm:pt modelId="{3052E3A4-0BB3-4FEC-A448-717499E5C712}" type="pres">
      <dgm:prSet presAssocID="{CD4CA343-107C-4287-B03F-3A185374B37C}" presName="compNode" presStyleCnt="0"/>
      <dgm:spPr/>
    </dgm:pt>
    <dgm:pt modelId="{0A5B82C2-195E-4E31-AFDE-CD8F9E76A166}" type="pres">
      <dgm:prSet presAssocID="{CD4CA343-107C-4287-B03F-3A185374B37C}" presName="iconBgRect" presStyleLbl="bgShp" presStyleIdx="0" presStyleCnt="3"/>
      <dgm:spPr/>
    </dgm:pt>
    <dgm:pt modelId="{631A6830-C8C4-41E3-9782-6FAFCD42D7EC}" type="pres">
      <dgm:prSet presAssocID="{CD4CA343-107C-4287-B03F-3A185374B3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A6E50DF0-0F72-4F39-90D8-9ACF89569743}" type="pres">
      <dgm:prSet presAssocID="{CD4CA343-107C-4287-B03F-3A185374B37C}" presName="spaceRect" presStyleCnt="0"/>
      <dgm:spPr/>
    </dgm:pt>
    <dgm:pt modelId="{D1E0F699-C215-4763-BCC6-4D44F5CC611D}" type="pres">
      <dgm:prSet presAssocID="{CD4CA343-107C-4287-B03F-3A185374B37C}" presName="textRect" presStyleLbl="revTx" presStyleIdx="0" presStyleCnt="3">
        <dgm:presLayoutVars>
          <dgm:chMax val="1"/>
          <dgm:chPref val="1"/>
        </dgm:presLayoutVars>
      </dgm:prSet>
      <dgm:spPr/>
    </dgm:pt>
    <dgm:pt modelId="{4CE58AD0-CAA3-47EF-B71E-546C880CE1AE}" type="pres">
      <dgm:prSet presAssocID="{1AC234AF-40D8-4E4E-A914-E15A9B11F220}" presName="sibTrans" presStyleCnt="0"/>
      <dgm:spPr/>
    </dgm:pt>
    <dgm:pt modelId="{D7A17477-EA61-4367-947F-BACB7C50D026}" type="pres">
      <dgm:prSet presAssocID="{848DC22E-B556-4E7C-900B-78BD44891FA2}" presName="compNode" presStyleCnt="0"/>
      <dgm:spPr/>
    </dgm:pt>
    <dgm:pt modelId="{18964805-53E5-44FB-B1B1-F7D347EFFCD5}" type="pres">
      <dgm:prSet presAssocID="{848DC22E-B556-4E7C-900B-78BD44891FA2}" presName="iconBgRect" presStyleLbl="bgShp" presStyleIdx="1" presStyleCnt="3"/>
      <dgm:spPr/>
    </dgm:pt>
    <dgm:pt modelId="{B704523C-E76E-4588-BDCB-FCB13F614DA0}" type="pres">
      <dgm:prSet presAssocID="{848DC22E-B556-4E7C-900B-78BD44891F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780F338D-7EA5-4E41-8BFF-BC309C4152A6}" type="pres">
      <dgm:prSet presAssocID="{848DC22E-B556-4E7C-900B-78BD44891FA2}" presName="spaceRect" presStyleCnt="0"/>
      <dgm:spPr/>
    </dgm:pt>
    <dgm:pt modelId="{BAC17560-7C0C-446E-8D80-BDABD1348B4A}" type="pres">
      <dgm:prSet presAssocID="{848DC22E-B556-4E7C-900B-78BD44891FA2}" presName="textRect" presStyleLbl="revTx" presStyleIdx="1" presStyleCnt="3">
        <dgm:presLayoutVars>
          <dgm:chMax val="1"/>
          <dgm:chPref val="1"/>
        </dgm:presLayoutVars>
      </dgm:prSet>
      <dgm:spPr/>
    </dgm:pt>
    <dgm:pt modelId="{197EEE15-69DC-4E40-8E90-054ECF978A3A}" type="pres">
      <dgm:prSet presAssocID="{45AF5587-E66C-446D-83E1-07DC0AA844C3}" presName="sibTrans" presStyleCnt="0"/>
      <dgm:spPr/>
    </dgm:pt>
    <dgm:pt modelId="{3D8DBA6B-3359-45EB-A1FB-A09ED47D5D56}" type="pres">
      <dgm:prSet presAssocID="{75AB50BB-4975-42BF-83AA-3D114B8CB519}" presName="compNode" presStyleCnt="0"/>
      <dgm:spPr/>
    </dgm:pt>
    <dgm:pt modelId="{7518A6C8-31F7-46D6-93F1-31CC467EE040}" type="pres">
      <dgm:prSet presAssocID="{75AB50BB-4975-42BF-83AA-3D114B8CB519}" presName="iconBgRect" presStyleLbl="bgShp" presStyleIdx="2" presStyleCnt="3"/>
      <dgm:spPr/>
    </dgm:pt>
    <dgm:pt modelId="{A884020A-4923-42C6-B06C-8A263216EA19}" type="pres">
      <dgm:prSet presAssocID="{75AB50BB-4975-42BF-83AA-3D114B8CB5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108740F-726C-4FF4-B06C-3E15D13C9FC7}" type="pres">
      <dgm:prSet presAssocID="{75AB50BB-4975-42BF-83AA-3D114B8CB519}" presName="spaceRect" presStyleCnt="0"/>
      <dgm:spPr/>
    </dgm:pt>
    <dgm:pt modelId="{45DE7297-6829-4D99-8A1C-7AFF2DC03D26}" type="pres">
      <dgm:prSet presAssocID="{75AB50BB-4975-42BF-83AA-3D114B8CB51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E873D0E-639F-4A72-99AE-4DB53A56F88F}" srcId="{F12B338F-A2E1-4E69-BA4A-431323758E18}" destId="{75AB50BB-4975-42BF-83AA-3D114B8CB519}" srcOrd="2" destOrd="0" parTransId="{2D33F4F2-B91D-4630-922C-3876D869C883}" sibTransId="{7FFC1312-274C-4639-ACCB-BE70F2A0166F}"/>
    <dgm:cxn modelId="{44D36C21-CA37-4CC7-B3B3-E3FC24F37A44}" srcId="{F12B338F-A2E1-4E69-BA4A-431323758E18}" destId="{CD4CA343-107C-4287-B03F-3A185374B37C}" srcOrd="0" destOrd="0" parTransId="{A98E54BC-6A33-435A-9D7A-7BD2D3C4EDB1}" sibTransId="{1AC234AF-40D8-4E4E-A914-E15A9B11F220}"/>
    <dgm:cxn modelId="{113AFA4A-1814-4BF9-95A2-B93E86E54670}" srcId="{F12B338F-A2E1-4E69-BA4A-431323758E18}" destId="{848DC22E-B556-4E7C-900B-78BD44891FA2}" srcOrd="1" destOrd="0" parTransId="{872A646D-FC90-4F2F-B25A-78A0347691B8}" sibTransId="{45AF5587-E66C-446D-83E1-07DC0AA844C3}"/>
    <dgm:cxn modelId="{387D3072-1C3A-4335-9DB0-B2B8E8D2D566}" type="presOf" srcId="{848DC22E-B556-4E7C-900B-78BD44891FA2}" destId="{BAC17560-7C0C-446E-8D80-BDABD1348B4A}" srcOrd="0" destOrd="0" presId="urn:microsoft.com/office/officeart/2018/5/layout/IconCircleLabelList"/>
    <dgm:cxn modelId="{56053F89-90D2-4A91-8511-FDD7726C0785}" type="presOf" srcId="{CD4CA343-107C-4287-B03F-3A185374B37C}" destId="{D1E0F699-C215-4763-BCC6-4D44F5CC611D}" srcOrd="0" destOrd="0" presId="urn:microsoft.com/office/officeart/2018/5/layout/IconCircleLabelList"/>
    <dgm:cxn modelId="{548CCCE2-287F-49B6-B01D-4371AB8447BE}" type="presOf" srcId="{75AB50BB-4975-42BF-83AA-3D114B8CB519}" destId="{45DE7297-6829-4D99-8A1C-7AFF2DC03D26}" srcOrd="0" destOrd="0" presId="urn:microsoft.com/office/officeart/2018/5/layout/IconCircleLabelList"/>
    <dgm:cxn modelId="{4995E3E7-3CE7-4950-B3AE-2A4745537F1A}" type="presOf" srcId="{F12B338F-A2E1-4E69-BA4A-431323758E18}" destId="{6E1EEDE8-3F44-4B7B-988B-75AB9F4F5F66}" srcOrd="0" destOrd="0" presId="urn:microsoft.com/office/officeart/2018/5/layout/IconCircleLabelList"/>
    <dgm:cxn modelId="{69793C27-C647-4C2E-95C0-4F1DDBCFF5B0}" type="presParOf" srcId="{6E1EEDE8-3F44-4B7B-988B-75AB9F4F5F66}" destId="{3052E3A4-0BB3-4FEC-A448-717499E5C712}" srcOrd="0" destOrd="0" presId="urn:microsoft.com/office/officeart/2018/5/layout/IconCircleLabelList"/>
    <dgm:cxn modelId="{FF09B5E7-EC9E-4387-BC7B-47FA530BF423}" type="presParOf" srcId="{3052E3A4-0BB3-4FEC-A448-717499E5C712}" destId="{0A5B82C2-195E-4E31-AFDE-CD8F9E76A166}" srcOrd="0" destOrd="0" presId="urn:microsoft.com/office/officeart/2018/5/layout/IconCircleLabelList"/>
    <dgm:cxn modelId="{91573C1F-AB53-42BB-972D-0D3576163C12}" type="presParOf" srcId="{3052E3A4-0BB3-4FEC-A448-717499E5C712}" destId="{631A6830-C8C4-41E3-9782-6FAFCD42D7EC}" srcOrd="1" destOrd="0" presId="urn:microsoft.com/office/officeart/2018/5/layout/IconCircleLabelList"/>
    <dgm:cxn modelId="{A22742CF-2F51-413E-8A31-91F1152520CB}" type="presParOf" srcId="{3052E3A4-0BB3-4FEC-A448-717499E5C712}" destId="{A6E50DF0-0F72-4F39-90D8-9ACF89569743}" srcOrd="2" destOrd="0" presId="urn:microsoft.com/office/officeart/2018/5/layout/IconCircleLabelList"/>
    <dgm:cxn modelId="{617ED036-2DA1-4EB1-8F56-B09B704DFAF8}" type="presParOf" srcId="{3052E3A4-0BB3-4FEC-A448-717499E5C712}" destId="{D1E0F699-C215-4763-BCC6-4D44F5CC611D}" srcOrd="3" destOrd="0" presId="urn:microsoft.com/office/officeart/2018/5/layout/IconCircleLabelList"/>
    <dgm:cxn modelId="{662EB256-08DF-4423-A48C-E9A6AAB380DD}" type="presParOf" srcId="{6E1EEDE8-3F44-4B7B-988B-75AB9F4F5F66}" destId="{4CE58AD0-CAA3-47EF-B71E-546C880CE1AE}" srcOrd="1" destOrd="0" presId="urn:microsoft.com/office/officeart/2018/5/layout/IconCircleLabelList"/>
    <dgm:cxn modelId="{79B1288F-48F4-4271-B2F3-0AAE0ED2785D}" type="presParOf" srcId="{6E1EEDE8-3F44-4B7B-988B-75AB9F4F5F66}" destId="{D7A17477-EA61-4367-947F-BACB7C50D026}" srcOrd="2" destOrd="0" presId="urn:microsoft.com/office/officeart/2018/5/layout/IconCircleLabelList"/>
    <dgm:cxn modelId="{5AF9B7B7-0D9D-44D6-AC7E-B18BE231DF81}" type="presParOf" srcId="{D7A17477-EA61-4367-947F-BACB7C50D026}" destId="{18964805-53E5-44FB-B1B1-F7D347EFFCD5}" srcOrd="0" destOrd="0" presId="urn:microsoft.com/office/officeart/2018/5/layout/IconCircleLabelList"/>
    <dgm:cxn modelId="{22351107-EC6B-410C-B9EC-1404D5D1937C}" type="presParOf" srcId="{D7A17477-EA61-4367-947F-BACB7C50D026}" destId="{B704523C-E76E-4588-BDCB-FCB13F614DA0}" srcOrd="1" destOrd="0" presId="urn:microsoft.com/office/officeart/2018/5/layout/IconCircleLabelList"/>
    <dgm:cxn modelId="{3696B64B-3369-467C-8C87-DEA3B0C94626}" type="presParOf" srcId="{D7A17477-EA61-4367-947F-BACB7C50D026}" destId="{780F338D-7EA5-4E41-8BFF-BC309C4152A6}" srcOrd="2" destOrd="0" presId="urn:microsoft.com/office/officeart/2018/5/layout/IconCircleLabelList"/>
    <dgm:cxn modelId="{49E93FAC-D803-4E21-8A7C-62748D1DB23E}" type="presParOf" srcId="{D7A17477-EA61-4367-947F-BACB7C50D026}" destId="{BAC17560-7C0C-446E-8D80-BDABD1348B4A}" srcOrd="3" destOrd="0" presId="urn:microsoft.com/office/officeart/2018/5/layout/IconCircleLabelList"/>
    <dgm:cxn modelId="{3616462C-042F-4EED-A9C0-72CA8F949A90}" type="presParOf" srcId="{6E1EEDE8-3F44-4B7B-988B-75AB9F4F5F66}" destId="{197EEE15-69DC-4E40-8E90-054ECF978A3A}" srcOrd="3" destOrd="0" presId="urn:microsoft.com/office/officeart/2018/5/layout/IconCircleLabelList"/>
    <dgm:cxn modelId="{E8541BDA-9B8B-404C-81EE-39F88DB95909}" type="presParOf" srcId="{6E1EEDE8-3F44-4B7B-988B-75AB9F4F5F66}" destId="{3D8DBA6B-3359-45EB-A1FB-A09ED47D5D56}" srcOrd="4" destOrd="0" presId="urn:microsoft.com/office/officeart/2018/5/layout/IconCircleLabelList"/>
    <dgm:cxn modelId="{64ACE21D-BC11-4FA5-B3C3-ACCB87B1F49A}" type="presParOf" srcId="{3D8DBA6B-3359-45EB-A1FB-A09ED47D5D56}" destId="{7518A6C8-31F7-46D6-93F1-31CC467EE040}" srcOrd="0" destOrd="0" presId="urn:microsoft.com/office/officeart/2018/5/layout/IconCircleLabelList"/>
    <dgm:cxn modelId="{CC18D10B-6ED8-4D5F-A591-E7425D387D70}" type="presParOf" srcId="{3D8DBA6B-3359-45EB-A1FB-A09ED47D5D56}" destId="{A884020A-4923-42C6-B06C-8A263216EA19}" srcOrd="1" destOrd="0" presId="urn:microsoft.com/office/officeart/2018/5/layout/IconCircleLabelList"/>
    <dgm:cxn modelId="{E6669510-6B21-4927-A21C-FF6F2F3707F5}" type="presParOf" srcId="{3D8DBA6B-3359-45EB-A1FB-A09ED47D5D56}" destId="{6108740F-726C-4FF4-B06C-3E15D13C9FC7}" srcOrd="2" destOrd="0" presId="urn:microsoft.com/office/officeart/2018/5/layout/IconCircleLabelList"/>
    <dgm:cxn modelId="{3860487B-C2B0-4433-B30D-7120F05E8582}" type="presParOf" srcId="{3D8DBA6B-3359-45EB-A1FB-A09ED47D5D56}" destId="{45DE7297-6829-4D99-8A1C-7AFF2DC03D2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7EC1450-31DF-44D0-A7F4-0CDFD9BC8C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9982A0-5817-4E75-B8D7-3A9CCFF756F6}">
      <dgm:prSet/>
      <dgm:spPr/>
      <dgm:t>
        <a:bodyPr/>
        <a:lstStyle/>
        <a:p>
          <a:r>
            <a:rPr lang="en-US"/>
            <a:t>To reduce dimensionality.</a:t>
          </a:r>
        </a:p>
      </dgm:t>
    </dgm:pt>
    <dgm:pt modelId="{A23C8A5A-8630-4D2B-93F6-77CEBAE6B0C1}" type="parTrans" cxnId="{7465B09E-4A56-437F-BDEC-183209A92987}">
      <dgm:prSet/>
      <dgm:spPr/>
      <dgm:t>
        <a:bodyPr/>
        <a:lstStyle/>
        <a:p>
          <a:endParaRPr lang="en-US"/>
        </a:p>
      </dgm:t>
    </dgm:pt>
    <dgm:pt modelId="{520AA265-C5F3-4B2F-904A-18E92A94481E}" type="sibTrans" cxnId="{7465B09E-4A56-437F-BDEC-183209A92987}">
      <dgm:prSet/>
      <dgm:spPr/>
      <dgm:t>
        <a:bodyPr/>
        <a:lstStyle/>
        <a:p>
          <a:endParaRPr lang="en-US"/>
        </a:p>
      </dgm:t>
    </dgm:pt>
    <dgm:pt modelId="{9B44759B-AC10-4946-A659-C5EFD01814A0}">
      <dgm:prSet/>
      <dgm:spPr/>
      <dgm:t>
        <a:bodyPr/>
        <a:lstStyle/>
        <a:p>
          <a:r>
            <a:rPr lang="en-US"/>
            <a:t>To use a word to predict the words around it.</a:t>
          </a:r>
        </a:p>
      </dgm:t>
    </dgm:pt>
    <dgm:pt modelId="{D83D60DE-98A3-43B8-B8B2-640AA4806D70}" type="parTrans" cxnId="{AFC02D66-207D-46E0-9A85-1466FB57D56C}">
      <dgm:prSet/>
      <dgm:spPr/>
      <dgm:t>
        <a:bodyPr/>
        <a:lstStyle/>
        <a:p>
          <a:endParaRPr lang="en-US"/>
        </a:p>
      </dgm:t>
    </dgm:pt>
    <dgm:pt modelId="{AEB1F547-281A-4D58-A7D7-E1C9D5CAF131}" type="sibTrans" cxnId="{AFC02D66-207D-46E0-9A85-1466FB57D56C}">
      <dgm:prSet/>
      <dgm:spPr/>
      <dgm:t>
        <a:bodyPr/>
        <a:lstStyle/>
        <a:p>
          <a:endParaRPr lang="en-US"/>
        </a:p>
      </dgm:t>
    </dgm:pt>
    <dgm:pt modelId="{4FAE4E8B-55F5-4898-94B8-42945622D07B}">
      <dgm:prSet/>
      <dgm:spPr/>
      <dgm:t>
        <a:bodyPr/>
        <a:lstStyle/>
        <a:p>
          <a:r>
            <a:rPr lang="en-US"/>
            <a:t>Helps in enhancing model interpretability due to numerical representation.</a:t>
          </a:r>
        </a:p>
      </dgm:t>
    </dgm:pt>
    <dgm:pt modelId="{6CF1CABA-21F9-40AD-AB33-C704D53C9DC4}" type="parTrans" cxnId="{2D805A6C-A9B5-49AC-A1E0-C76D0E770891}">
      <dgm:prSet/>
      <dgm:spPr/>
      <dgm:t>
        <a:bodyPr/>
        <a:lstStyle/>
        <a:p>
          <a:endParaRPr lang="en-US"/>
        </a:p>
      </dgm:t>
    </dgm:pt>
    <dgm:pt modelId="{DE132961-0D8F-4DE8-B290-0BF6343FC8FE}" type="sibTrans" cxnId="{2D805A6C-A9B5-49AC-A1E0-C76D0E770891}">
      <dgm:prSet/>
      <dgm:spPr/>
      <dgm:t>
        <a:bodyPr/>
        <a:lstStyle/>
        <a:p>
          <a:endParaRPr lang="en-US"/>
        </a:p>
      </dgm:t>
    </dgm:pt>
    <dgm:pt modelId="{4B80A32B-C98D-4B92-AF4F-C6D87F683FE8}">
      <dgm:prSet/>
      <dgm:spPr/>
      <dgm:t>
        <a:bodyPr/>
        <a:lstStyle/>
        <a:p>
          <a:r>
            <a:rPr lang="en-US"/>
            <a:t>Inter-word semantics and similarity can be captured.</a:t>
          </a:r>
        </a:p>
      </dgm:t>
    </dgm:pt>
    <dgm:pt modelId="{670DFC14-D174-435A-B643-835321BAC9F6}" type="parTrans" cxnId="{A99066E1-9A3C-40D3-A2CA-D6E227CA10DE}">
      <dgm:prSet/>
      <dgm:spPr/>
      <dgm:t>
        <a:bodyPr/>
        <a:lstStyle/>
        <a:p>
          <a:endParaRPr lang="en-US"/>
        </a:p>
      </dgm:t>
    </dgm:pt>
    <dgm:pt modelId="{9E4E3227-8267-494F-BB3D-FCAC4C95AF12}" type="sibTrans" cxnId="{A99066E1-9A3C-40D3-A2CA-D6E227CA10DE}">
      <dgm:prSet/>
      <dgm:spPr/>
      <dgm:t>
        <a:bodyPr/>
        <a:lstStyle/>
        <a:p>
          <a:endParaRPr lang="en-US"/>
        </a:p>
      </dgm:t>
    </dgm:pt>
    <dgm:pt modelId="{3F957FD4-8FA0-4C84-8E91-FB24CEFB4E63}" type="pres">
      <dgm:prSet presAssocID="{37EC1450-31DF-44D0-A7F4-0CDFD9BC8C6A}" presName="root" presStyleCnt="0">
        <dgm:presLayoutVars>
          <dgm:dir/>
          <dgm:resizeHandles val="exact"/>
        </dgm:presLayoutVars>
      </dgm:prSet>
      <dgm:spPr/>
    </dgm:pt>
    <dgm:pt modelId="{59E00826-898A-4BD2-AFB2-68341512D908}" type="pres">
      <dgm:prSet presAssocID="{269982A0-5817-4E75-B8D7-3A9CCFF756F6}" presName="compNode" presStyleCnt="0"/>
      <dgm:spPr/>
    </dgm:pt>
    <dgm:pt modelId="{1BADF18D-CAF1-4790-A33D-1B99A6968D99}" type="pres">
      <dgm:prSet presAssocID="{269982A0-5817-4E75-B8D7-3A9CCFF756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C2818DF8-CA99-42BC-A65C-6D83E26E39B6}" type="pres">
      <dgm:prSet presAssocID="{269982A0-5817-4E75-B8D7-3A9CCFF756F6}" presName="spaceRect" presStyleCnt="0"/>
      <dgm:spPr/>
    </dgm:pt>
    <dgm:pt modelId="{BCE3B883-4C69-4D89-AB3B-45692D62DB2F}" type="pres">
      <dgm:prSet presAssocID="{269982A0-5817-4E75-B8D7-3A9CCFF756F6}" presName="textRect" presStyleLbl="revTx" presStyleIdx="0" presStyleCnt="4">
        <dgm:presLayoutVars>
          <dgm:chMax val="1"/>
          <dgm:chPref val="1"/>
        </dgm:presLayoutVars>
      </dgm:prSet>
      <dgm:spPr/>
    </dgm:pt>
    <dgm:pt modelId="{4B8738DE-B4AA-4A30-85E1-872AA031B784}" type="pres">
      <dgm:prSet presAssocID="{520AA265-C5F3-4B2F-904A-18E92A94481E}" presName="sibTrans" presStyleCnt="0"/>
      <dgm:spPr/>
    </dgm:pt>
    <dgm:pt modelId="{9FAB039D-7D53-440F-ADB7-7B37EDF28263}" type="pres">
      <dgm:prSet presAssocID="{9B44759B-AC10-4946-A659-C5EFD01814A0}" presName="compNode" presStyleCnt="0"/>
      <dgm:spPr/>
    </dgm:pt>
    <dgm:pt modelId="{0B53D24D-8A72-4D03-867F-BDC488011AA0}" type="pres">
      <dgm:prSet presAssocID="{9B44759B-AC10-4946-A659-C5EFD01814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A042560A-504B-47C4-93AC-6111F0474101}" type="pres">
      <dgm:prSet presAssocID="{9B44759B-AC10-4946-A659-C5EFD01814A0}" presName="spaceRect" presStyleCnt="0"/>
      <dgm:spPr/>
    </dgm:pt>
    <dgm:pt modelId="{27CB3B6B-1DC7-4991-9821-D591938B0C62}" type="pres">
      <dgm:prSet presAssocID="{9B44759B-AC10-4946-A659-C5EFD01814A0}" presName="textRect" presStyleLbl="revTx" presStyleIdx="1" presStyleCnt="4">
        <dgm:presLayoutVars>
          <dgm:chMax val="1"/>
          <dgm:chPref val="1"/>
        </dgm:presLayoutVars>
      </dgm:prSet>
      <dgm:spPr/>
    </dgm:pt>
    <dgm:pt modelId="{B078CC39-F0AA-44C3-802E-8D863730283B}" type="pres">
      <dgm:prSet presAssocID="{AEB1F547-281A-4D58-A7D7-E1C9D5CAF131}" presName="sibTrans" presStyleCnt="0"/>
      <dgm:spPr/>
    </dgm:pt>
    <dgm:pt modelId="{B26493B1-511D-4131-9E37-2B3BBD0A1494}" type="pres">
      <dgm:prSet presAssocID="{4FAE4E8B-55F5-4898-94B8-42945622D07B}" presName="compNode" presStyleCnt="0"/>
      <dgm:spPr/>
    </dgm:pt>
    <dgm:pt modelId="{17B7748D-2F0C-4E53-89C6-AADF82A2DFB0}" type="pres">
      <dgm:prSet presAssocID="{4FAE4E8B-55F5-4898-94B8-42945622D0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D7052279-A5D4-4D52-816C-AACDBFD8B787}" type="pres">
      <dgm:prSet presAssocID="{4FAE4E8B-55F5-4898-94B8-42945622D07B}" presName="spaceRect" presStyleCnt="0"/>
      <dgm:spPr/>
    </dgm:pt>
    <dgm:pt modelId="{4F7B45CD-B951-401D-949C-5CF06CB05CDE}" type="pres">
      <dgm:prSet presAssocID="{4FAE4E8B-55F5-4898-94B8-42945622D07B}" presName="textRect" presStyleLbl="revTx" presStyleIdx="2" presStyleCnt="4">
        <dgm:presLayoutVars>
          <dgm:chMax val="1"/>
          <dgm:chPref val="1"/>
        </dgm:presLayoutVars>
      </dgm:prSet>
      <dgm:spPr/>
    </dgm:pt>
    <dgm:pt modelId="{F7529F15-A1FD-429E-B1CB-A1A531BB3CE5}" type="pres">
      <dgm:prSet presAssocID="{DE132961-0D8F-4DE8-B290-0BF6343FC8FE}" presName="sibTrans" presStyleCnt="0"/>
      <dgm:spPr/>
    </dgm:pt>
    <dgm:pt modelId="{5E91B1FC-4E14-4176-8EF7-76036DBFFA76}" type="pres">
      <dgm:prSet presAssocID="{4B80A32B-C98D-4B92-AF4F-C6D87F683FE8}" presName="compNode" presStyleCnt="0"/>
      <dgm:spPr/>
    </dgm:pt>
    <dgm:pt modelId="{7F24ED49-020E-4376-B53A-5E8D682AEDAE}" type="pres">
      <dgm:prSet presAssocID="{4B80A32B-C98D-4B92-AF4F-C6D87F683F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E7FEB57-FCD1-42F8-94A1-C5160DBA0D17}" type="pres">
      <dgm:prSet presAssocID="{4B80A32B-C98D-4B92-AF4F-C6D87F683FE8}" presName="spaceRect" presStyleCnt="0"/>
      <dgm:spPr/>
    </dgm:pt>
    <dgm:pt modelId="{6816B461-2C68-42A8-975B-97D3BE24C665}" type="pres">
      <dgm:prSet presAssocID="{4B80A32B-C98D-4B92-AF4F-C6D87F683FE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C02D66-207D-46E0-9A85-1466FB57D56C}" srcId="{37EC1450-31DF-44D0-A7F4-0CDFD9BC8C6A}" destId="{9B44759B-AC10-4946-A659-C5EFD01814A0}" srcOrd="1" destOrd="0" parTransId="{D83D60DE-98A3-43B8-B8B2-640AA4806D70}" sibTransId="{AEB1F547-281A-4D58-A7D7-E1C9D5CAF131}"/>
    <dgm:cxn modelId="{CB753647-BF8D-4E97-ADB2-102349EE20B6}" type="presOf" srcId="{4FAE4E8B-55F5-4898-94B8-42945622D07B}" destId="{4F7B45CD-B951-401D-949C-5CF06CB05CDE}" srcOrd="0" destOrd="0" presId="urn:microsoft.com/office/officeart/2018/2/layout/IconLabelList"/>
    <dgm:cxn modelId="{2D805A6C-A9B5-49AC-A1E0-C76D0E770891}" srcId="{37EC1450-31DF-44D0-A7F4-0CDFD9BC8C6A}" destId="{4FAE4E8B-55F5-4898-94B8-42945622D07B}" srcOrd="2" destOrd="0" parTransId="{6CF1CABA-21F9-40AD-AB33-C704D53C9DC4}" sibTransId="{DE132961-0D8F-4DE8-B290-0BF6343FC8FE}"/>
    <dgm:cxn modelId="{4F123F76-C79D-4E65-9377-DF8C94875A08}" type="presOf" srcId="{269982A0-5817-4E75-B8D7-3A9CCFF756F6}" destId="{BCE3B883-4C69-4D89-AB3B-45692D62DB2F}" srcOrd="0" destOrd="0" presId="urn:microsoft.com/office/officeart/2018/2/layout/IconLabelList"/>
    <dgm:cxn modelId="{54CBB885-AA1D-4680-975A-CC8640FE0BD4}" type="presOf" srcId="{4B80A32B-C98D-4B92-AF4F-C6D87F683FE8}" destId="{6816B461-2C68-42A8-975B-97D3BE24C665}" srcOrd="0" destOrd="0" presId="urn:microsoft.com/office/officeart/2018/2/layout/IconLabelList"/>
    <dgm:cxn modelId="{7465B09E-4A56-437F-BDEC-183209A92987}" srcId="{37EC1450-31DF-44D0-A7F4-0CDFD9BC8C6A}" destId="{269982A0-5817-4E75-B8D7-3A9CCFF756F6}" srcOrd="0" destOrd="0" parTransId="{A23C8A5A-8630-4D2B-93F6-77CEBAE6B0C1}" sibTransId="{520AA265-C5F3-4B2F-904A-18E92A94481E}"/>
    <dgm:cxn modelId="{270FB0AE-BD71-4044-8BA5-57EA7FFE99D8}" type="presOf" srcId="{37EC1450-31DF-44D0-A7F4-0CDFD9BC8C6A}" destId="{3F957FD4-8FA0-4C84-8E91-FB24CEFB4E63}" srcOrd="0" destOrd="0" presId="urn:microsoft.com/office/officeart/2018/2/layout/IconLabelList"/>
    <dgm:cxn modelId="{95CF85B7-2E5C-4091-980B-E3B3DF3A95E3}" type="presOf" srcId="{9B44759B-AC10-4946-A659-C5EFD01814A0}" destId="{27CB3B6B-1DC7-4991-9821-D591938B0C62}" srcOrd="0" destOrd="0" presId="urn:microsoft.com/office/officeart/2018/2/layout/IconLabelList"/>
    <dgm:cxn modelId="{A99066E1-9A3C-40D3-A2CA-D6E227CA10DE}" srcId="{37EC1450-31DF-44D0-A7F4-0CDFD9BC8C6A}" destId="{4B80A32B-C98D-4B92-AF4F-C6D87F683FE8}" srcOrd="3" destOrd="0" parTransId="{670DFC14-D174-435A-B643-835321BAC9F6}" sibTransId="{9E4E3227-8267-494F-BB3D-FCAC4C95AF12}"/>
    <dgm:cxn modelId="{014FF2C2-DB84-4AE6-8BE7-F251EAEE8234}" type="presParOf" srcId="{3F957FD4-8FA0-4C84-8E91-FB24CEFB4E63}" destId="{59E00826-898A-4BD2-AFB2-68341512D908}" srcOrd="0" destOrd="0" presId="urn:microsoft.com/office/officeart/2018/2/layout/IconLabelList"/>
    <dgm:cxn modelId="{78A2EFFF-81DB-46AF-BBD2-F826B54F6812}" type="presParOf" srcId="{59E00826-898A-4BD2-AFB2-68341512D908}" destId="{1BADF18D-CAF1-4790-A33D-1B99A6968D99}" srcOrd="0" destOrd="0" presId="urn:microsoft.com/office/officeart/2018/2/layout/IconLabelList"/>
    <dgm:cxn modelId="{8411B7E3-B691-4CD1-B182-C63928D80C0B}" type="presParOf" srcId="{59E00826-898A-4BD2-AFB2-68341512D908}" destId="{C2818DF8-CA99-42BC-A65C-6D83E26E39B6}" srcOrd="1" destOrd="0" presId="urn:microsoft.com/office/officeart/2018/2/layout/IconLabelList"/>
    <dgm:cxn modelId="{8C33CB21-156F-4808-B763-6CECA077883A}" type="presParOf" srcId="{59E00826-898A-4BD2-AFB2-68341512D908}" destId="{BCE3B883-4C69-4D89-AB3B-45692D62DB2F}" srcOrd="2" destOrd="0" presId="urn:microsoft.com/office/officeart/2018/2/layout/IconLabelList"/>
    <dgm:cxn modelId="{9E8194E7-5026-4C19-8C9E-60A3A2A0A029}" type="presParOf" srcId="{3F957FD4-8FA0-4C84-8E91-FB24CEFB4E63}" destId="{4B8738DE-B4AA-4A30-85E1-872AA031B784}" srcOrd="1" destOrd="0" presId="urn:microsoft.com/office/officeart/2018/2/layout/IconLabelList"/>
    <dgm:cxn modelId="{FF7BECC8-C898-4635-A661-0AD209035E6F}" type="presParOf" srcId="{3F957FD4-8FA0-4C84-8E91-FB24CEFB4E63}" destId="{9FAB039D-7D53-440F-ADB7-7B37EDF28263}" srcOrd="2" destOrd="0" presId="urn:microsoft.com/office/officeart/2018/2/layout/IconLabelList"/>
    <dgm:cxn modelId="{4160D11F-01DB-4E4A-AA16-A37A6452AF0E}" type="presParOf" srcId="{9FAB039D-7D53-440F-ADB7-7B37EDF28263}" destId="{0B53D24D-8A72-4D03-867F-BDC488011AA0}" srcOrd="0" destOrd="0" presId="urn:microsoft.com/office/officeart/2018/2/layout/IconLabelList"/>
    <dgm:cxn modelId="{02A826C9-51CD-4F1B-8B9B-124700A9C31B}" type="presParOf" srcId="{9FAB039D-7D53-440F-ADB7-7B37EDF28263}" destId="{A042560A-504B-47C4-93AC-6111F0474101}" srcOrd="1" destOrd="0" presId="urn:microsoft.com/office/officeart/2018/2/layout/IconLabelList"/>
    <dgm:cxn modelId="{75019FB9-44D4-42FE-9F67-E6358113E77E}" type="presParOf" srcId="{9FAB039D-7D53-440F-ADB7-7B37EDF28263}" destId="{27CB3B6B-1DC7-4991-9821-D591938B0C62}" srcOrd="2" destOrd="0" presId="urn:microsoft.com/office/officeart/2018/2/layout/IconLabelList"/>
    <dgm:cxn modelId="{71A1B47B-1CA1-42B4-880F-49F12174B4FF}" type="presParOf" srcId="{3F957FD4-8FA0-4C84-8E91-FB24CEFB4E63}" destId="{B078CC39-F0AA-44C3-802E-8D863730283B}" srcOrd="3" destOrd="0" presId="urn:microsoft.com/office/officeart/2018/2/layout/IconLabelList"/>
    <dgm:cxn modelId="{00F6CD1D-B936-42A2-873E-DA6C5DAE41CA}" type="presParOf" srcId="{3F957FD4-8FA0-4C84-8E91-FB24CEFB4E63}" destId="{B26493B1-511D-4131-9E37-2B3BBD0A1494}" srcOrd="4" destOrd="0" presId="urn:microsoft.com/office/officeart/2018/2/layout/IconLabelList"/>
    <dgm:cxn modelId="{BB4FD275-FEA1-490B-8D43-5DB577B68996}" type="presParOf" srcId="{B26493B1-511D-4131-9E37-2B3BBD0A1494}" destId="{17B7748D-2F0C-4E53-89C6-AADF82A2DFB0}" srcOrd="0" destOrd="0" presId="urn:microsoft.com/office/officeart/2018/2/layout/IconLabelList"/>
    <dgm:cxn modelId="{21089B6F-73D3-4E33-BECF-8EAABB263DD6}" type="presParOf" srcId="{B26493B1-511D-4131-9E37-2B3BBD0A1494}" destId="{D7052279-A5D4-4D52-816C-AACDBFD8B787}" srcOrd="1" destOrd="0" presId="urn:microsoft.com/office/officeart/2018/2/layout/IconLabelList"/>
    <dgm:cxn modelId="{38FBC701-FB52-4312-A052-E2DBB511ABB5}" type="presParOf" srcId="{B26493B1-511D-4131-9E37-2B3BBD0A1494}" destId="{4F7B45CD-B951-401D-949C-5CF06CB05CDE}" srcOrd="2" destOrd="0" presId="urn:microsoft.com/office/officeart/2018/2/layout/IconLabelList"/>
    <dgm:cxn modelId="{18A5BDD3-9DA2-463C-905F-36289F24CA39}" type="presParOf" srcId="{3F957FD4-8FA0-4C84-8E91-FB24CEFB4E63}" destId="{F7529F15-A1FD-429E-B1CB-A1A531BB3CE5}" srcOrd="5" destOrd="0" presId="urn:microsoft.com/office/officeart/2018/2/layout/IconLabelList"/>
    <dgm:cxn modelId="{D35FB0F3-0029-41A7-9AC3-9ADD11D04E5C}" type="presParOf" srcId="{3F957FD4-8FA0-4C84-8E91-FB24CEFB4E63}" destId="{5E91B1FC-4E14-4176-8EF7-76036DBFFA76}" srcOrd="6" destOrd="0" presId="urn:microsoft.com/office/officeart/2018/2/layout/IconLabelList"/>
    <dgm:cxn modelId="{340A6081-DF5E-4C5D-8AA4-7C215AF1AB83}" type="presParOf" srcId="{5E91B1FC-4E14-4176-8EF7-76036DBFFA76}" destId="{7F24ED49-020E-4376-B53A-5E8D682AEDAE}" srcOrd="0" destOrd="0" presId="urn:microsoft.com/office/officeart/2018/2/layout/IconLabelList"/>
    <dgm:cxn modelId="{214EFE97-A8DC-47F6-AA6A-C9744D1493B5}" type="presParOf" srcId="{5E91B1FC-4E14-4176-8EF7-76036DBFFA76}" destId="{8E7FEB57-FCD1-42F8-94A1-C5160DBA0D17}" srcOrd="1" destOrd="0" presId="urn:microsoft.com/office/officeart/2018/2/layout/IconLabelList"/>
    <dgm:cxn modelId="{2110C90A-4FA6-47D7-AEE1-0F97D84D5F10}" type="presParOf" srcId="{5E91B1FC-4E14-4176-8EF7-76036DBFFA76}" destId="{6816B461-2C68-42A8-975B-97D3BE24C66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AFA8BD-797B-43A5-8843-3AC005874A8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9A1D48-A205-42E1-B16A-FC6F9C7C4258}">
      <dgm:prSet/>
      <dgm:spPr/>
      <dgm:t>
        <a:bodyPr/>
        <a:lstStyle/>
        <a:p>
          <a:r>
            <a:rPr lang="en-US" b="0" i="0" baseline="0"/>
            <a:t>Introduced by </a:t>
          </a:r>
          <a:r>
            <a:rPr lang="en-US" b="1" i="0" baseline="0"/>
            <a:t>Vaswani et al., 2017</a:t>
          </a:r>
          <a:r>
            <a:rPr lang="en-US" b="0" i="0" baseline="0"/>
            <a:t> in the paper </a:t>
          </a:r>
          <a:r>
            <a:rPr lang="en-US" b="0" i="1" baseline="0"/>
            <a:t>“Attention is All You Need.”</a:t>
          </a:r>
          <a:endParaRPr lang="en-US"/>
        </a:p>
      </dgm:t>
    </dgm:pt>
    <dgm:pt modelId="{22965443-B3A0-46C3-AA9E-C37505DAF72E}" type="parTrans" cxnId="{8293FC09-9B50-4923-AD21-F0AB2A4F4B17}">
      <dgm:prSet/>
      <dgm:spPr/>
      <dgm:t>
        <a:bodyPr/>
        <a:lstStyle/>
        <a:p>
          <a:endParaRPr lang="en-US"/>
        </a:p>
      </dgm:t>
    </dgm:pt>
    <dgm:pt modelId="{17F54BDF-A89E-4668-A897-794ECBADDA4B}" type="sibTrans" cxnId="{8293FC09-9B50-4923-AD21-F0AB2A4F4B17}">
      <dgm:prSet/>
      <dgm:spPr/>
      <dgm:t>
        <a:bodyPr/>
        <a:lstStyle/>
        <a:p>
          <a:endParaRPr lang="en-US"/>
        </a:p>
      </dgm:t>
    </dgm:pt>
    <dgm:pt modelId="{8B24E635-11B7-450C-9DFE-D4FCC16932AD}">
      <dgm:prSet/>
      <dgm:spPr/>
      <dgm:t>
        <a:bodyPr/>
        <a:lstStyle/>
        <a:p>
          <a:r>
            <a:rPr lang="en-US" b="0" i="0" baseline="0"/>
            <a:t>Marked a major shift from </a:t>
          </a:r>
          <a:r>
            <a:rPr lang="en-US" b="1" i="0" baseline="0"/>
            <a:t>RNNs and LSTMs</a:t>
          </a:r>
          <a:r>
            <a:rPr lang="en-US" b="0" i="0" baseline="0"/>
            <a:t> to a </a:t>
          </a:r>
          <a:r>
            <a:rPr lang="en-US" b="1" i="0" baseline="0"/>
            <a:t>self-attention-based</a:t>
          </a:r>
          <a:r>
            <a:rPr lang="en-US" b="0" i="0" baseline="0"/>
            <a:t> model.</a:t>
          </a:r>
          <a:endParaRPr lang="en-US"/>
        </a:p>
      </dgm:t>
    </dgm:pt>
    <dgm:pt modelId="{ACD18B53-AF86-44C2-8C71-4202073F6F2C}" type="parTrans" cxnId="{9EFF451B-35E4-4224-ACEA-0FDFDED48CD1}">
      <dgm:prSet/>
      <dgm:spPr/>
      <dgm:t>
        <a:bodyPr/>
        <a:lstStyle/>
        <a:p>
          <a:endParaRPr lang="en-US"/>
        </a:p>
      </dgm:t>
    </dgm:pt>
    <dgm:pt modelId="{122C5031-45F0-4CBC-9EB3-6663E22545E1}" type="sibTrans" cxnId="{9EFF451B-35E4-4224-ACEA-0FDFDED48CD1}">
      <dgm:prSet/>
      <dgm:spPr/>
      <dgm:t>
        <a:bodyPr/>
        <a:lstStyle/>
        <a:p>
          <a:endParaRPr lang="en-US"/>
        </a:p>
      </dgm:t>
    </dgm:pt>
    <dgm:pt modelId="{486CD865-AC2B-4F97-9A77-5FEE7B733840}">
      <dgm:prSet/>
      <dgm:spPr/>
      <dgm:t>
        <a:bodyPr/>
        <a:lstStyle/>
        <a:p>
          <a:r>
            <a:rPr lang="en-US" b="0" i="0" baseline="0" dirty="0"/>
            <a:t>Key innovation: </a:t>
          </a:r>
          <a:r>
            <a:rPr lang="en-US" b="1" i="0" baseline="0" dirty="0"/>
            <a:t>Parallel processing</a:t>
          </a:r>
          <a:r>
            <a:rPr lang="en-US" b="0" i="0" baseline="0" dirty="0"/>
            <a:t> of all words in a sentence, rather than sequentially.</a:t>
          </a:r>
          <a:endParaRPr lang="en-US" dirty="0"/>
        </a:p>
      </dgm:t>
    </dgm:pt>
    <dgm:pt modelId="{9743F569-D087-4271-8BC2-6ECF89B75565}" type="parTrans" cxnId="{14ECCA82-B23C-4536-99DF-BCD2E88D9982}">
      <dgm:prSet/>
      <dgm:spPr/>
      <dgm:t>
        <a:bodyPr/>
        <a:lstStyle/>
        <a:p>
          <a:endParaRPr lang="en-US"/>
        </a:p>
      </dgm:t>
    </dgm:pt>
    <dgm:pt modelId="{318FF87C-B610-4D80-9205-2D36D9215A03}" type="sibTrans" cxnId="{14ECCA82-B23C-4536-99DF-BCD2E88D9982}">
      <dgm:prSet/>
      <dgm:spPr/>
      <dgm:t>
        <a:bodyPr/>
        <a:lstStyle/>
        <a:p>
          <a:endParaRPr lang="en-US"/>
        </a:p>
      </dgm:t>
    </dgm:pt>
    <dgm:pt modelId="{FE398854-EA69-4A01-927E-89A3A837DB54}">
      <dgm:prSet/>
      <dgm:spPr/>
      <dgm:t>
        <a:bodyPr/>
        <a:lstStyle/>
        <a:p>
          <a:r>
            <a:rPr lang="en-US" b="0" i="0" baseline="0"/>
            <a:t>Widely used in modern NLP models such as </a:t>
          </a:r>
          <a:r>
            <a:rPr lang="en-US" b="1" i="0" baseline="0"/>
            <a:t>BERT</a:t>
          </a:r>
          <a:r>
            <a:rPr lang="en-US" b="0" i="0" baseline="0"/>
            <a:t> and </a:t>
          </a:r>
          <a:r>
            <a:rPr lang="en-US" b="1" i="0" baseline="0"/>
            <a:t>GPT</a:t>
          </a:r>
          <a:r>
            <a:rPr lang="en-US" b="0" i="0" baseline="0"/>
            <a:t>.</a:t>
          </a:r>
          <a:endParaRPr lang="en-US"/>
        </a:p>
      </dgm:t>
    </dgm:pt>
    <dgm:pt modelId="{AC4BFAF3-606D-4DDD-BE54-D87478FDA556}" type="parTrans" cxnId="{1E50A6FA-E1D9-42C5-8C72-9FEF7403E270}">
      <dgm:prSet/>
      <dgm:spPr/>
      <dgm:t>
        <a:bodyPr/>
        <a:lstStyle/>
        <a:p>
          <a:endParaRPr lang="en-US"/>
        </a:p>
      </dgm:t>
    </dgm:pt>
    <dgm:pt modelId="{3D724AA3-5B68-426E-93DA-62BAEFEB77A5}" type="sibTrans" cxnId="{1E50A6FA-E1D9-42C5-8C72-9FEF7403E270}">
      <dgm:prSet/>
      <dgm:spPr/>
      <dgm:t>
        <a:bodyPr/>
        <a:lstStyle/>
        <a:p>
          <a:endParaRPr lang="en-US"/>
        </a:p>
      </dgm:t>
    </dgm:pt>
    <dgm:pt modelId="{F8483DB1-B45C-4701-A396-CC30D22386D9}" type="pres">
      <dgm:prSet presAssocID="{E3AFA8BD-797B-43A5-8843-3AC005874A84}" presName="root" presStyleCnt="0">
        <dgm:presLayoutVars>
          <dgm:dir/>
          <dgm:resizeHandles val="exact"/>
        </dgm:presLayoutVars>
      </dgm:prSet>
      <dgm:spPr/>
    </dgm:pt>
    <dgm:pt modelId="{D5C45C8F-72B7-4C24-B778-643DF510AE42}" type="pres">
      <dgm:prSet presAssocID="{419A1D48-A205-42E1-B16A-FC6F9C7C4258}" presName="compNode" presStyleCnt="0"/>
      <dgm:spPr/>
    </dgm:pt>
    <dgm:pt modelId="{A5200FE8-9E36-4CF9-8337-0985536D4849}" type="pres">
      <dgm:prSet presAssocID="{419A1D48-A205-42E1-B16A-FC6F9C7C425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A20EE1C9-0ED5-4BBF-A9E3-224AB6066FB1}" type="pres">
      <dgm:prSet presAssocID="{419A1D48-A205-42E1-B16A-FC6F9C7C4258}" presName="spaceRect" presStyleCnt="0"/>
      <dgm:spPr/>
    </dgm:pt>
    <dgm:pt modelId="{94F23FEE-7308-43F4-BDF0-88BD55B573F6}" type="pres">
      <dgm:prSet presAssocID="{419A1D48-A205-42E1-B16A-FC6F9C7C4258}" presName="textRect" presStyleLbl="revTx" presStyleIdx="0" presStyleCnt="4">
        <dgm:presLayoutVars>
          <dgm:chMax val="1"/>
          <dgm:chPref val="1"/>
        </dgm:presLayoutVars>
      </dgm:prSet>
      <dgm:spPr/>
    </dgm:pt>
    <dgm:pt modelId="{037CBADB-49D8-42AC-84C4-8EB704CD6A84}" type="pres">
      <dgm:prSet presAssocID="{17F54BDF-A89E-4668-A897-794ECBADDA4B}" presName="sibTrans" presStyleCnt="0"/>
      <dgm:spPr/>
    </dgm:pt>
    <dgm:pt modelId="{A6885A60-8148-4B59-9D28-1243C1D439D2}" type="pres">
      <dgm:prSet presAssocID="{8B24E635-11B7-450C-9DFE-D4FCC16932AD}" presName="compNode" presStyleCnt="0"/>
      <dgm:spPr/>
    </dgm:pt>
    <dgm:pt modelId="{3C72AC1E-7AC6-47E9-ABE0-9D25CEEE01F9}" type="pres">
      <dgm:prSet presAssocID="{8B24E635-11B7-450C-9DFE-D4FCC16932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9224BF46-1807-422B-9E33-75DF318536BB}" type="pres">
      <dgm:prSet presAssocID="{8B24E635-11B7-450C-9DFE-D4FCC16932AD}" presName="spaceRect" presStyleCnt="0"/>
      <dgm:spPr/>
    </dgm:pt>
    <dgm:pt modelId="{DD4A56A6-ABD1-49BA-B7C5-687419EDE154}" type="pres">
      <dgm:prSet presAssocID="{8B24E635-11B7-450C-9DFE-D4FCC16932AD}" presName="textRect" presStyleLbl="revTx" presStyleIdx="1" presStyleCnt="4">
        <dgm:presLayoutVars>
          <dgm:chMax val="1"/>
          <dgm:chPref val="1"/>
        </dgm:presLayoutVars>
      </dgm:prSet>
      <dgm:spPr/>
    </dgm:pt>
    <dgm:pt modelId="{D1ECD9CB-DE8E-4B92-BFCE-B8C5ED24A383}" type="pres">
      <dgm:prSet presAssocID="{122C5031-45F0-4CBC-9EB3-6663E22545E1}" presName="sibTrans" presStyleCnt="0"/>
      <dgm:spPr/>
    </dgm:pt>
    <dgm:pt modelId="{60D338F3-98FD-4619-91A1-1B27F431F3D3}" type="pres">
      <dgm:prSet presAssocID="{486CD865-AC2B-4F97-9A77-5FEE7B733840}" presName="compNode" presStyleCnt="0"/>
      <dgm:spPr/>
    </dgm:pt>
    <dgm:pt modelId="{25C020D6-A5D7-461C-9FFF-8804756EB2A7}" type="pres">
      <dgm:prSet presAssocID="{486CD865-AC2B-4F97-9A77-5FEE7B73384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5B6514B8-C4D6-4253-A082-DE0CE515540A}" type="pres">
      <dgm:prSet presAssocID="{486CD865-AC2B-4F97-9A77-5FEE7B733840}" presName="spaceRect" presStyleCnt="0"/>
      <dgm:spPr/>
    </dgm:pt>
    <dgm:pt modelId="{55133836-510D-445A-B94D-E6E6136E31E8}" type="pres">
      <dgm:prSet presAssocID="{486CD865-AC2B-4F97-9A77-5FEE7B733840}" presName="textRect" presStyleLbl="revTx" presStyleIdx="2" presStyleCnt="4">
        <dgm:presLayoutVars>
          <dgm:chMax val="1"/>
          <dgm:chPref val="1"/>
        </dgm:presLayoutVars>
      </dgm:prSet>
      <dgm:spPr/>
    </dgm:pt>
    <dgm:pt modelId="{80779789-EE15-4A47-831B-EC8FC91BB151}" type="pres">
      <dgm:prSet presAssocID="{318FF87C-B610-4D80-9205-2D36D9215A03}" presName="sibTrans" presStyleCnt="0"/>
      <dgm:spPr/>
    </dgm:pt>
    <dgm:pt modelId="{85CDBB0E-E741-433E-AAEB-580D1FC23852}" type="pres">
      <dgm:prSet presAssocID="{FE398854-EA69-4A01-927E-89A3A837DB54}" presName="compNode" presStyleCnt="0"/>
      <dgm:spPr/>
    </dgm:pt>
    <dgm:pt modelId="{19B79A6F-FFD1-4057-8687-2F7332B60954}" type="pres">
      <dgm:prSet presAssocID="{FE398854-EA69-4A01-927E-89A3A837DB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0B890A-CC45-4AEF-B40F-0E4CA42002C6}" type="pres">
      <dgm:prSet presAssocID="{FE398854-EA69-4A01-927E-89A3A837DB54}" presName="spaceRect" presStyleCnt="0"/>
      <dgm:spPr/>
    </dgm:pt>
    <dgm:pt modelId="{9419D922-734A-4174-AFFC-A81F7DE0DB21}" type="pres">
      <dgm:prSet presAssocID="{FE398854-EA69-4A01-927E-89A3A837DB5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0CB402-C7D8-4C55-AD9A-2B3A037C83BA}" type="presOf" srcId="{FE398854-EA69-4A01-927E-89A3A837DB54}" destId="{9419D922-734A-4174-AFFC-A81F7DE0DB21}" srcOrd="0" destOrd="0" presId="urn:microsoft.com/office/officeart/2018/2/layout/IconLabelList"/>
    <dgm:cxn modelId="{8293FC09-9B50-4923-AD21-F0AB2A4F4B17}" srcId="{E3AFA8BD-797B-43A5-8843-3AC005874A84}" destId="{419A1D48-A205-42E1-B16A-FC6F9C7C4258}" srcOrd="0" destOrd="0" parTransId="{22965443-B3A0-46C3-AA9E-C37505DAF72E}" sibTransId="{17F54BDF-A89E-4668-A897-794ECBADDA4B}"/>
    <dgm:cxn modelId="{9EFF451B-35E4-4224-ACEA-0FDFDED48CD1}" srcId="{E3AFA8BD-797B-43A5-8843-3AC005874A84}" destId="{8B24E635-11B7-450C-9DFE-D4FCC16932AD}" srcOrd="1" destOrd="0" parTransId="{ACD18B53-AF86-44C2-8C71-4202073F6F2C}" sibTransId="{122C5031-45F0-4CBC-9EB3-6663E22545E1}"/>
    <dgm:cxn modelId="{DBBB3E24-2DE9-49EE-A8B0-234816E90B57}" type="presOf" srcId="{E3AFA8BD-797B-43A5-8843-3AC005874A84}" destId="{F8483DB1-B45C-4701-A396-CC30D22386D9}" srcOrd="0" destOrd="0" presId="urn:microsoft.com/office/officeart/2018/2/layout/IconLabelList"/>
    <dgm:cxn modelId="{58FE3927-C709-4495-B7DF-B6A477FD73D0}" type="presOf" srcId="{419A1D48-A205-42E1-B16A-FC6F9C7C4258}" destId="{94F23FEE-7308-43F4-BDF0-88BD55B573F6}" srcOrd="0" destOrd="0" presId="urn:microsoft.com/office/officeart/2018/2/layout/IconLabelList"/>
    <dgm:cxn modelId="{14ECCA82-B23C-4536-99DF-BCD2E88D9982}" srcId="{E3AFA8BD-797B-43A5-8843-3AC005874A84}" destId="{486CD865-AC2B-4F97-9A77-5FEE7B733840}" srcOrd="2" destOrd="0" parTransId="{9743F569-D087-4271-8BC2-6ECF89B75565}" sibTransId="{318FF87C-B610-4D80-9205-2D36D9215A03}"/>
    <dgm:cxn modelId="{53C80FC5-B9D6-4EFD-93B0-007B0BEA744C}" type="presOf" srcId="{486CD865-AC2B-4F97-9A77-5FEE7B733840}" destId="{55133836-510D-445A-B94D-E6E6136E31E8}" srcOrd="0" destOrd="0" presId="urn:microsoft.com/office/officeart/2018/2/layout/IconLabelList"/>
    <dgm:cxn modelId="{0FE021F1-2753-4821-983B-EEA7E98560AE}" type="presOf" srcId="{8B24E635-11B7-450C-9DFE-D4FCC16932AD}" destId="{DD4A56A6-ABD1-49BA-B7C5-687419EDE154}" srcOrd="0" destOrd="0" presId="urn:microsoft.com/office/officeart/2018/2/layout/IconLabelList"/>
    <dgm:cxn modelId="{1E50A6FA-E1D9-42C5-8C72-9FEF7403E270}" srcId="{E3AFA8BD-797B-43A5-8843-3AC005874A84}" destId="{FE398854-EA69-4A01-927E-89A3A837DB54}" srcOrd="3" destOrd="0" parTransId="{AC4BFAF3-606D-4DDD-BE54-D87478FDA556}" sibTransId="{3D724AA3-5B68-426E-93DA-62BAEFEB77A5}"/>
    <dgm:cxn modelId="{59F2C788-B997-462B-9218-1745F8ECB257}" type="presParOf" srcId="{F8483DB1-B45C-4701-A396-CC30D22386D9}" destId="{D5C45C8F-72B7-4C24-B778-643DF510AE42}" srcOrd="0" destOrd="0" presId="urn:microsoft.com/office/officeart/2018/2/layout/IconLabelList"/>
    <dgm:cxn modelId="{8F06B8EA-05CA-473F-A5F6-E757627A924A}" type="presParOf" srcId="{D5C45C8F-72B7-4C24-B778-643DF510AE42}" destId="{A5200FE8-9E36-4CF9-8337-0985536D4849}" srcOrd="0" destOrd="0" presId="urn:microsoft.com/office/officeart/2018/2/layout/IconLabelList"/>
    <dgm:cxn modelId="{9DD066F6-70D9-4565-92FE-0CF6C97E05B1}" type="presParOf" srcId="{D5C45C8F-72B7-4C24-B778-643DF510AE42}" destId="{A20EE1C9-0ED5-4BBF-A9E3-224AB6066FB1}" srcOrd="1" destOrd="0" presId="urn:microsoft.com/office/officeart/2018/2/layout/IconLabelList"/>
    <dgm:cxn modelId="{EB14109F-154E-47F3-9C8C-92D1D5A4362A}" type="presParOf" srcId="{D5C45C8F-72B7-4C24-B778-643DF510AE42}" destId="{94F23FEE-7308-43F4-BDF0-88BD55B573F6}" srcOrd="2" destOrd="0" presId="urn:microsoft.com/office/officeart/2018/2/layout/IconLabelList"/>
    <dgm:cxn modelId="{0B1508D6-E988-4E31-AF85-8619FA4A3C95}" type="presParOf" srcId="{F8483DB1-B45C-4701-A396-CC30D22386D9}" destId="{037CBADB-49D8-42AC-84C4-8EB704CD6A84}" srcOrd="1" destOrd="0" presId="urn:microsoft.com/office/officeart/2018/2/layout/IconLabelList"/>
    <dgm:cxn modelId="{171B9235-B3A0-45D7-B5B0-71D9A53BA23A}" type="presParOf" srcId="{F8483DB1-B45C-4701-A396-CC30D22386D9}" destId="{A6885A60-8148-4B59-9D28-1243C1D439D2}" srcOrd="2" destOrd="0" presId="urn:microsoft.com/office/officeart/2018/2/layout/IconLabelList"/>
    <dgm:cxn modelId="{FB1E5B72-6509-4AFB-B491-D696BAD7494B}" type="presParOf" srcId="{A6885A60-8148-4B59-9D28-1243C1D439D2}" destId="{3C72AC1E-7AC6-47E9-ABE0-9D25CEEE01F9}" srcOrd="0" destOrd="0" presId="urn:microsoft.com/office/officeart/2018/2/layout/IconLabelList"/>
    <dgm:cxn modelId="{3D0A61A7-36D8-49F6-8DF5-CEDA0EA1236D}" type="presParOf" srcId="{A6885A60-8148-4B59-9D28-1243C1D439D2}" destId="{9224BF46-1807-422B-9E33-75DF318536BB}" srcOrd="1" destOrd="0" presId="urn:microsoft.com/office/officeart/2018/2/layout/IconLabelList"/>
    <dgm:cxn modelId="{34509784-D899-401D-9473-70AF07541DE9}" type="presParOf" srcId="{A6885A60-8148-4B59-9D28-1243C1D439D2}" destId="{DD4A56A6-ABD1-49BA-B7C5-687419EDE154}" srcOrd="2" destOrd="0" presId="urn:microsoft.com/office/officeart/2018/2/layout/IconLabelList"/>
    <dgm:cxn modelId="{B0FB07CD-691D-4B12-92A9-9B7806A141B0}" type="presParOf" srcId="{F8483DB1-B45C-4701-A396-CC30D22386D9}" destId="{D1ECD9CB-DE8E-4B92-BFCE-B8C5ED24A383}" srcOrd="3" destOrd="0" presId="urn:microsoft.com/office/officeart/2018/2/layout/IconLabelList"/>
    <dgm:cxn modelId="{D28117CD-52BE-4633-8CFC-F7E641DF4C60}" type="presParOf" srcId="{F8483DB1-B45C-4701-A396-CC30D22386D9}" destId="{60D338F3-98FD-4619-91A1-1B27F431F3D3}" srcOrd="4" destOrd="0" presId="urn:microsoft.com/office/officeart/2018/2/layout/IconLabelList"/>
    <dgm:cxn modelId="{43220534-A7C6-442E-A038-D6EFF8710AFA}" type="presParOf" srcId="{60D338F3-98FD-4619-91A1-1B27F431F3D3}" destId="{25C020D6-A5D7-461C-9FFF-8804756EB2A7}" srcOrd="0" destOrd="0" presId="urn:microsoft.com/office/officeart/2018/2/layout/IconLabelList"/>
    <dgm:cxn modelId="{39753221-B7BF-4171-BAB2-299635B03BA5}" type="presParOf" srcId="{60D338F3-98FD-4619-91A1-1B27F431F3D3}" destId="{5B6514B8-C4D6-4253-A082-DE0CE515540A}" srcOrd="1" destOrd="0" presId="urn:microsoft.com/office/officeart/2018/2/layout/IconLabelList"/>
    <dgm:cxn modelId="{200F8C82-89B9-4D4F-9579-8A67279788F4}" type="presParOf" srcId="{60D338F3-98FD-4619-91A1-1B27F431F3D3}" destId="{55133836-510D-445A-B94D-E6E6136E31E8}" srcOrd="2" destOrd="0" presId="urn:microsoft.com/office/officeart/2018/2/layout/IconLabelList"/>
    <dgm:cxn modelId="{2353A5E9-D618-4522-8529-1F02BDEFA4EB}" type="presParOf" srcId="{F8483DB1-B45C-4701-A396-CC30D22386D9}" destId="{80779789-EE15-4A47-831B-EC8FC91BB151}" srcOrd="5" destOrd="0" presId="urn:microsoft.com/office/officeart/2018/2/layout/IconLabelList"/>
    <dgm:cxn modelId="{604C17F5-2728-4ACA-947C-072133E5C9C9}" type="presParOf" srcId="{F8483DB1-B45C-4701-A396-CC30D22386D9}" destId="{85CDBB0E-E741-433E-AAEB-580D1FC23852}" srcOrd="6" destOrd="0" presId="urn:microsoft.com/office/officeart/2018/2/layout/IconLabelList"/>
    <dgm:cxn modelId="{3B0D6954-2B2A-4F0F-9EAA-25FBA7A999D4}" type="presParOf" srcId="{85CDBB0E-E741-433E-AAEB-580D1FC23852}" destId="{19B79A6F-FFD1-4057-8687-2F7332B60954}" srcOrd="0" destOrd="0" presId="urn:microsoft.com/office/officeart/2018/2/layout/IconLabelList"/>
    <dgm:cxn modelId="{FD7FF916-A1C7-4877-ABBB-90C4CA85D6D6}" type="presParOf" srcId="{85CDBB0E-E741-433E-AAEB-580D1FC23852}" destId="{C80B890A-CC45-4AEF-B40F-0E4CA42002C6}" srcOrd="1" destOrd="0" presId="urn:microsoft.com/office/officeart/2018/2/layout/IconLabelList"/>
    <dgm:cxn modelId="{A851868B-657C-4E8A-AA99-9263AF37C5AD}" type="presParOf" srcId="{85CDBB0E-E741-433E-AAEB-580D1FC23852}" destId="{9419D922-734A-4174-AFFC-A81F7DE0DB2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DCF9695-E138-432F-8867-9CAAC301393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66E01A-B7F2-46FF-A07F-B5F0EAA3AB98}">
      <dgm:prSet/>
      <dgm:spPr/>
      <dgm:t>
        <a:bodyPr/>
        <a:lstStyle/>
        <a:p>
          <a:r>
            <a:rPr lang="en-US" b="0" i="0" baseline="0"/>
            <a:t>Since Transformers process all words at once (no sequence order),</a:t>
          </a:r>
          <a:endParaRPr lang="en-US"/>
        </a:p>
      </dgm:t>
    </dgm:pt>
    <dgm:pt modelId="{22165687-9287-4FA7-8F25-F23FD646C5DC}" type="parTrans" cxnId="{A20C0114-0912-4B06-82F9-91DCAC594F8A}">
      <dgm:prSet/>
      <dgm:spPr/>
      <dgm:t>
        <a:bodyPr/>
        <a:lstStyle/>
        <a:p>
          <a:endParaRPr lang="en-US"/>
        </a:p>
      </dgm:t>
    </dgm:pt>
    <dgm:pt modelId="{B8DC934B-0972-491E-A007-D8354AF0FD8D}" type="sibTrans" cxnId="{A20C0114-0912-4B06-82F9-91DCAC594F8A}">
      <dgm:prSet/>
      <dgm:spPr/>
      <dgm:t>
        <a:bodyPr/>
        <a:lstStyle/>
        <a:p>
          <a:endParaRPr lang="en-US"/>
        </a:p>
      </dgm:t>
    </dgm:pt>
    <dgm:pt modelId="{C62EA8DD-2951-4578-82FF-6F51BF23F496}">
      <dgm:prSet/>
      <dgm:spPr/>
      <dgm:t>
        <a:bodyPr/>
        <a:lstStyle/>
        <a:p>
          <a:r>
            <a:rPr lang="en-US" b="1" i="0" baseline="0"/>
            <a:t>Positional Encoding</a:t>
          </a:r>
          <a:r>
            <a:rPr lang="en-US" b="0" i="0" baseline="0"/>
            <a:t> adds order information to embeddings.</a:t>
          </a:r>
          <a:endParaRPr lang="en-US"/>
        </a:p>
      </dgm:t>
    </dgm:pt>
    <dgm:pt modelId="{8FE519BB-5CD6-45F7-9E68-A37634E3B6EA}" type="parTrans" cxnId="{7FFE8960-88F3-4330-9B62-C4AB027C7CC0}">
      <dgm:prSet/>
      <dgm:spPr/>
      <dgm:t>
        <a:bodyPr/>
        <a:lstStyle/>
        <a:p>
          <a:endParaRPr lang="en-US"/>
        </a:p>
      </dgm:t>
    </dgm:pt>
    <dgm:pt modelId="{8B129562-A843-415A-BE7B-BBF1B188EB08}" type="sibTrans" cxnId="{7FFE8960-88F3-4330-9B62-C4AB027C7CC0}">
      <dgm:prSet/>
      <dgm:spPr/>
      <dgm:t>
        <a:bodyPr/>
        <a:lstStyle/>
        <a:p>
          <a:endParaRPr lang="en-US"/>
        </a:p>
      </dgm:t>
    </dgm:pt>
    <dgm:pt modelId="{5F3CA89A-B451-4107-98C1-1526EFA6A1BE}">
      <dgm:prSet/>
      <dgm:spPr/>
      <dgm:t>
        <a:bodyPr/>
        <a:lstStyle/>
        <a:p>
          <a:r>
            <a:rPr lang="en-US" b="0" i="0" baseline="0"/>
            <a:t>Uses sine and cosine functions to encode position of each word in the sequence.</a:t>
          </a:r>
          <a:endParaRPr lang="en-US"/>
        </a:p>
      </dgm:t>
    </dgm:pt>
    <dgm:pt modelId="{E0C6E173-3580-4757-B347-CE7DF224B7C9}" type="parTrans" cxnId="{C8C4D457-B1B8-479D-A6E6-4F4ADE8A6B2A}">
      <dgm:prSet/>
      <dgm:spPr/>
      <dgm:t>
        <a:bodyPr/>
        <a:lstStyle/>
        <a:p>
          <a:endParaRPr lang="en-US"/>
        </a:p>
      </dgm:t>
    </dgm:pt>
    <dgm:pt modelId="{6418888A-F10D-4CED-A6FA-4F5464059D90}" type="sibTrans" cxnId="{C8C4D457-B1B8-479D-A6E6-4F4ADE8A6B2A}">
      <dgm:prSet/>
      <dgm:spPr/>
      <dgm:t>
        <a:bodyPr/>
        <a:lstStyle/>
        <a:p>
          <a:endParaRPr lang="en-US"/>
        </a:p>
      </dgm:t>
    </dgm:pt>
    <dgm:pt modelId="{4E39F313-3732-4EDC-BC34-3A5F518990A7}" type="pres">
      <dgm:prSet presAssocID="{4DCF9695-E138-432F-8867-9CAAC3013935}" presName="outerComposite" presStyleCnt="0">
        <dgm:presLayoutVars>
          <dgm:chMax val="5"/>
          <dgm:dir/>
          <dgm:resizeHandles val="exact"/>
        </dgm:presLayoutVars>
      </dgm:prSet>
      <dgm:spPr/>
    </dgm:pt>
    <dgm:pt modelId="{85CCDE33-8E0E-4BF2-8755-026C64FD95D6}" type="pres">
      <dgm:prSet presAssocID="{4DCF9695-E138-432F-8867-9CAAC3013935}" presName="dummyMaxCanvas" presStyleCnt="0">
        <dgm:presLayoutVars/>
      </dgm:prSet>
      <dgm:spPr/>
    </dgm:pt>
    <dgm:pt modelId="{38E28906-C7EB-438C-B62C-F45E96F15351}" type="pres">
      <dgm:prSet presAssocID="{4DCF9695-E138-432F-8867-9CAAC3013935}" presName="ThreeNodes_1" presStyleLbl="node1" presStyleIdx="0" presStyleCnt="3">
        <dgm:presLayoutVars>
          <dgm:bulletEnabled val="1"/>
        </dgm:presLayoutVars>
      </dgm:prSet>
      <dgm:spPr/>
    </dgm:pt>
    <dgm:pt modelId="{506F4E09-5F0B-4A20-9C80-945346468D92}" type="pres">
      <dgm:prSet presAssocID="{4DCF9695-E138-432F-8867-9CAAC3013935}" presName="ThreeNodes_2" presStyleLbl="node1" presStyleIdx="1" presStyleCnt="3">
        <dgm:presLayoutVars>
          <dgm:bulletEnabled val="1"/>
        </dgm:presLayoutVars>
      </dgm:prSet>
      <dgm:spPr/>
    </dgm:pt>
    <dgm:pt modelId="{3FD4BDB7-8C33-46D7-85A3-415D27BD6B4D}" type="pres">
      <dgm:prSet presAssocID="{4DCF9695-E138-432F-8867-9CAAC3013935}" presName="ThreeNodes_3" presStyleLbl="node1" presStyleIdx="2" presStyleCnt="3">
        <dgm:presLayoutVars>
          <dgm:bulletEnabled val="1"/>
        </dgm:presLayoutVars>
      </dgm:prSet>
      <dgm:spPr/>
    </dgm:pt>
    <dgm:pt modelId="{3FD68BC2-1F8C-4EE0-BD48-925411E82673}" type="pres">
      <dgm:prSet presAssocID="{4DCF9695-E138-432F-8867-9CAAC3013935}" presName="ThreeConn_1-2" presStyleLbl="fgAccFollowNode1" presStyleIdx="0" presStyleCnt="2">
        <dgm:presLayoutVars>
          <dgm:bulletEnabled val="1"/>
        </dgm:presLayoutVars>
      </dgm:prSet>
      <dgm:spPr/>
    </dgm:pt>
    <dgm:pt modelId="{9E769012-D861-4F67-9BD4-F088FECE48BA}" type="pres">
      <dgm:prSet presAssocID="{4DCF9695-E138-432F-8867-9CAAC3013935}" presName="ThreeConn_2-3" presStyleLbl="fgAccFollowNode1" presStyleIdx="1" presStyleCnt="2">
        <dgm:presLayoutVars>
          <dgm:bulletEnabled val="1"/>
        </dgm:presLayoutVars>
      </dgm:prSet>
      <dgm:spPr/>
    </dgm:pt>
    <dgm:pt modelId="{229AFE4A-7A94-4E19-8D1F-60A24E4FA0DC}" type="pres">
      <dgm:prSet presAssocID="{4DCF9695-E138-432F-8867-9CAAC3013935}" presName="ThreeNodes_1_text" presStyleLbl="node1" presStyleIdx="2" presStyleCnt="3">
        <dgm:presLayoutVars>
          <dgm:bulletEnabled val="1"/>
        </dgm:presLayoutVars>
      </dgm:prSet>
      <dgm:spPr/>
    </dgm:pt>
    <dgm:pt modelId="{E24E51D0-5CB0-43CF-BB14-7A37EB9BF0A4}" type="pres">
      <dgm:prSet presAssocID="{4DCF9695-E138-432F-8867-9CAAC3013935}" presName="ThreeNodes_2_text" presStyleLbl="node1" presStyleIdx="2" presStyleCnt="3">
        <dgm:presLayoutVars>
          <dgm:bulletEnabled val="1"/>
        </dgm:presLayoutVars>
      </dgm:prSet>
      <dgm:spPr/>
    </dgm:pt>
    <dgm:pt modelId="{22BBB96D-B6C3-4FE8-95A0-A112ADE92899}" type="pres">
      <dgm:prSet presAssocID="{4DCF9695-E138-432F-8867-9CAAC301393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E501510-6152-42C7-98D0-859F633EC34C}" type="presOf" srcId="{5F3CA89A-B451-4107-98C1-1526EFA6A1BE}" destId="{22BBB96D-B6C3-4FE8-95A0-A112ADE92899}" srcOrd="1" destOrd="0" presId="urn:microsoft.com/office/officeart/2005/8/layout/vProcess5"/>
    <dgm:cxn modelId="{A20C0114-0912-4B06-82F9-91DCAC594F8A}" srcId="{4DCF9695-E138-432F-8867-9CAAC3013935}" destId="{C966E01A-B7F2-46FF-A07F-B5F0EAA3AB98}" srcOrd="0" destOrd="0" parTransId="{22165687-9287-4FA7-8F25-F23FD646C5DC}" sibTransId="{B8DC934B-0972-491E-A007-D8354AF0FD8D}"/>
    <dgm:cxn modelId="{67F2B02C-E523-4DDF-8CF2-4E66261A7A46}" type="presOf" srcId="{5F3CA89A-B451-4107-98C1-1526EFA6A1BE}" destId="{3FD4BDB7-8C33-46D7-85A3-415D27BD6B4D}" srcOrd="0" destOrd="0" presId="urn:microsoft.com/office/officeart/2005/8/layout/vProcess5"/>
    <dgm:cxn modelId="{3CA85238-3589-416D-A403-09DC5DB20E9F}" type="presOf" srcId="{C966E01A-B7F2-46FF-A07F-B5F0EAA3AB98}" destId="{229AFE4A-7A94-4E19-8D1F-60A24E4FA0DC}" srcOrd="1" destOrd="0" presId="urn:microsoft.com/office/officeart/2005/8/layout/vProcess5"/>
    <dgm:cxn modelId="{7FFE8960-88F3-4330-9B62-C4AB027C7CC0}" srcId="{4DCF9695-E138-432F-8867-9CAAC3013935}" destId="{C62EA8DD-2951-4578-82FF-6F51BF23F496}" srcOrd="1" destOrd="0" parTransId="{8FE519BB-5CD6-45F7-9E68-A37634E3B6EA}" sibTransId="{8B129562-A843-415A-BE7B-BBF1B188EB08}"/>
    <dgm:cxn modelId="{6E6FA447-D94E-426D-A6F1-31EE86A14DA1}" type="presOf" srcId="{B8DC934B-0972-491E-A007-D8354AF0FD8D}" destId="{3FD68BC2-1F8C-4EE0-BD48-925411E82673}" srcOrd="0" destOrd="0" presId="urn:microsoft.com/office/officeart/2005/8/layout/vProcess5"/>
    <dgm:cxn modelId="{74CCFB4F-A5A8-40DC-A1D2-D325CC38F325}" type="presOf" srcId="{C966E01A-B7F2-46FF-A07F-B5F0EAA3AB98}" destId="{38E28906-C7EB-438C-B62C-F45E96F15351}" srcOrd="0" destOrd="0" presId="urn:microsoft.com/office/officeart/2005/8/layout/vProcess5"/>
    <dgm:cxn modelId="{C8C4D457-B1B8-479D-A6E6-4F4ADE8A6B2A}" srcId="{4DCF9695-E138-432F-8867-9CAAC3013935}" destId="{5F3CA89A-B451-4107-98C1-1526EFA6A1BE}" srcOrd="2" destOrd="0" parTransId="{E0C6E173-3580-4757-B347-CE7DF224B7C9}" sibTransId="{6418888A-F10D-4CED-A6FA-4F5464059D90}"/>
    <dgm:cxn modelId="{4E69BF9F-BCC3-43D6-BAB0-A60E4A76B2DF}" type="presOf" srcId="{C62EA8DD-2951-4578-82FF-6F51BF23F496}" destId="{506F4E09-5F0B-4A20-9C80-945346468D92}" srcOrd="0" destOrd="0" presId="urn:microsoft.com/office/officeart/2005/8/layout/vProcess5"/>
    <dgm:cxn modelId="{CA3A04A9-88A7-4F02-B95D-DCE6C704AAEF}" type="presOf" srcId="{C62EA8DD-2951-4578-82FF-6F51BF23F496}" destId="{E24E51D0-5CB0-43CF-BB14-7A37EB9BF0A4}" srcOrd="1" destOrd="0" presId="urn:microsoft.com/office/officeart/2005/8/layout/vProcess5"/>
    <dgm:cxn modelId="{66B8E1B5-347E-42D2-8CA5-E984F604D6A9}" type="presOf" srcId="{4DCF9695-E138-432F-8867-9CAAC3013935}" destId="{4E39F313-3732-4EDC-BC34-3A5F518990A7}" srcOrd="0" destOrd="0" presId="urn:microsoft.com/office/officeart/2005/8/layout/vProcess5"/>
    <dgm:cxn modelId="{CA7BAFCC-1790-48EC-BC9B-E2308199DBC0}" type="presOf" srcId="{8B129562-A843-415A-BE7B-BBF1B188EB08}" destId="{9E769012-D861-4F67-9BD4-F088FECE48BA}" srcOrd="0" destOrd="0" presId="urn:microsoft.com/office/officeart/2005/8/layout/vProcess5"/>
    <dgm:cxn modelId="{F0F36345-71B0-458E-8B8D-BB80C7A861AE}" type="presParOf" srcId="{4E39F313-3732-4EDC-BC34-3A5F518990A7}" destId="{85CCDE33-8E0E-4BF2-8755-026C64FD95D6}" srcOrd="0" destOrd="0" presId="urn:microsoft.com/office/officeart/2005/8/layout/vProcess5"/>
    <dgm:cxn modelId="{728E8AB2-48A7-4D4F-86F0-A4C4098A2BFF}" type="presParOf" srcId="{4E39F313-3732-4EDC-BC34-3A5F518990A7}" destId="{38E28906-C7EB-438C-B62C-F45E96F15351}" srcOrd="1" destOrd="0" presId="urn:microsoft.com/office/officeart/2005/8/layout/vProcess5"/>
    <dgm:cxn modelId="{58CA6364-9928-4A45-9DEF-EB2050F6CA69}" type="presParOf" srcId="{4E39F313-3732-4EDC-BC34-3A5F518990A7}" destId="{506F4E09-5F0B-4A20-9C80-945346468D92}" srcOrd="2" destOrd="0" presId="urn:microsoft.com/office/officeart/2005/8/layout/vProcess5"/>
    <dgm:cxn modelId="{C234C80B-DCF0-4B4C-9599-FEED9B019B55}" type="presParOf" srcId="{4E39F313-3732-4EDC-BC34-3A5F518990A7}" destId="{3FD4BDB7-8C33-46D7-85A3-415D27BD6B4D}" srcOrd="3" destOrd="0" presId="urn:microsoft.com/office/officeart/2005/8/layout/vProcess5"/>
    <dgm:cxn modelId="{5F1DE473-F70E-4763-BCAE-6BE56053D826}" type="presParOf" srcId="{4E39F313-3732-4EDC-BC34-3A5F518990A7}" destId="{3FD68BC2-1F8C-4EE0-BD48-925411E82673}" srcOrd="4" destOrd="0" presId="urn:microsoft.com/office/officeart/2005/8/layout/vProcess5"/>
    <dgm:cxn modelId="{CAA38565-C0C9-4315-938B-A41DACE5FEBE}" type="presParOf" srcId="{4E39F313-3732-4EDC-BC34-3A5F518990A7}" destId="{9E769012-D861-4F67-9BD4-F088FECE48BA}" srcOrd="5" destOrd="0" presId="urn:microsoft.com/office/officeart/2005/8/layout/vProcess5"/>
    <dgm:cxn modelId="{2232D833-B44C-4B25-BB13-ADC8EB0F2CAE}" type="presParOf" srcId="{4E39F313-3732-4EDC-BC34-3A5F518990A7}" destId="{229AFE4A-7A94-4E19-8D1F-60A24E4FA0DC}" srcOrd="6" destOrd="0" presId="urn:microsoft.com/office/officeart/2005/8/layout/vProcess5"/>
    <dgm:cxn modelId="{3F362B6B-6233-49A7-B398-D1D9CAE4BAC9}" type="presParOf" srcId="{4E39F313-3732-4EDC-BC34-3A5F518990A7}" destId="{E24E51D0-5CB0-43CF-BB14-7A37EB9BF0A4}" srcOrd="7" destOrd="0" presId="urn:microsoft.com/office/officeart/2005/8/layout/vProcess5"/>
    <dgm:cxn modelId="{2C10653D-6BB6-4A45-A3B9-B8992CCDAC4E}" type="presParOf" srcId="{4E39F313-3732-4EDC-BC34-3A5F518990A7}" destId="{22BBB96D-B6C3-4FE8-95A0-A112ADE9289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7978F48-6BCE-4F0B-8E26-ABF5845CD0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5471A5-3935-4124-B9B8-E5C5980F6E98}">
      <dgm:prSet/>
      <dgm:spPr/>
      <dgm:t>
        <a:bodyPr/>
        <a:lstStyle/>
        <a:p>
          <a:r>
            <a:rPr lang="en-US" b="0" i="0" baseline="0"/>
            <a:t>Instead of one attention head, Transformers use </a:t>
          </a:r>
          <a:r>
            <a:rPr lang="en-US" b="1" i="0" baseline="0"/>
            <a:t>multiple heads</a:t>
          </a:r>
          <a:r>
            <a:rPr lang="en-US" b="0" i="0" baseline="0"/>
            <a:t>.</a:t>
          </a:r>
          <a:endParaRPr lang="en-US"/>
        </a:p>
      </dgm:t>
    </dgm:pt>
    <dgm:pt modelId="{33E7CA59-C17D-4668-A95B-7186EE358CE3}" type="parTrans" cxnId="{487D620A-64F9-40F9-AEC0-009F1C42DF17}">
      <dgm:prSet/>
      <dgm:spPr/>
      <dgm:t>
        <a:bodyPr/>
        <a:lstStyle/>
        <a:p>
          <a:endParaRPr lang="en-US"/>
        </a:p>
      </dgm:t>
    </dgm:pt>
    <dgm:pt modelId="{FA981076-F1BD-4E27-A4B2-D9DCA0EAAD53}" type="sibTrans" cxnId="{487D620A-64F9-40F9-AEC0-009F1C42DF17}">
      <dgm:prSet/>
      <dgm:spPr/>
      <dgm:t>
        <a:bodyPr/>
        <a:lstStyle/>
        <a:p>
          <a:endParaRPr lang="en-US"/>
        </a:p>
      </dgm:t>
    </dgm:pt>
    <dgm:pt modelId="{C13DB74B-4FB6-491A-BFF5-51C38D6787B9}">
      <dgm:prSet/>
      <dgm:spPr/>
      <dgm:t>
        <a:bodyPr/>
        <a:lstStyle/>
        <a:p>
          <a:r>
            <a:rPr lang="en-US" b="0" i="0" baseline="0"/>
            <a:t>Each head captures </a:t>
          </a:r>
          <a:r>
            <a:rPr lang="en-US" b="1" i="0" baseline="0"/>
            <a:t>different relationships</a:t>
          </a:r>
          <a:r>
            <a:rPr lang="en-US" b="0" i="0" baseline="0"/>
            <a:t> between words.</a:t>
          </a:r>
          <a:endParaRPr lang="en-US"/>
        </a:p>
      </dgm:t>
    </dgm:pt>
    <dgm:pt modelId="{818F1C8F-FBC4-4373-A699-D78B480361E3}" type="parTrans" cxnId="{66A4EC7D-6FB4-49ED-A31F-334F7CC8208C}">
      <dgm:prSet/>
      <dgm:spPr/>
      <dgm:t>
        <a:bodyPr/>
        <a:lstStyle/>
        <a:p>
          <a:endParaRPr lang="en-US"/>
        </a:p>
      </dgm:t>
    </dgm:pt>
    <dgm:pt modelId="{DF229105-003A-4087-8674-847DAA0F7127}" type="sibTrans" cxnId="{66A4EC7D-6FB4-49ED-A31F-334F7CC8208C}">
      <dgm:prSet/>
      <dgm:spPr/>
      <dgm:t>
        <a:bodyPr/>
        <a:lstStyle/>
        <a:p>
          <a:endParaRPr lang="en-US"/>
        </a:p>
      </dgm:t>
    </dgm:pt>
    <dgm:pt modelId="{167279AD-DB23-4A24-B48D-23C210EAE07D}">
      <dgm:prSet/>
      <dgm:spPr/>
      <dgm:t>
        <a:bodyPr/>
        <a:lstStyle/>
        <a:p>
          <a:r>
            <a:rPr lang="en-US" b="0" i="0" baseline="0"/>
            <a:t>Final outputs from all heads are concatenated and linearly transformed.</a:t>
          </a:r>
          <a:endParaRPr lang="en-US"/>
        </a:p>
      </dgm:t>
    </dgm:pt>
    <dgm:pt modelId="{77597804-E6E2-4DFC-80F5-87A8ED559A2A}" type="parTrans" cxnId="{6CB77256-7E61-44A5-BD21-F1070156CEE0}">
      <dgm:prSet/>
      <dgm:spPr/>
      <dgm:t>
        <a:bodyPr/>
        <a:lstStyle/>
        <a:p>
          <a:endParaRPr lang="en-US"/>
        </a:p>
      </dgm:t>
    </dgm:pt>
    <dgm:pt modelId="{3D8C459A-62C2-4C2C-824B-592A984288F3}" type="sibTrans" cxnId="{6CB77256-7E61-44A5-BD21-F1070156CEE0}">
      <dgm:prSet/>
      <dgm:spPr/>
      <dgm:t>
        <a:bodyPr/>
        <a:lstStyle/>
        <a:p>
          <a:endParaRPr lang="en-US"/>
        </a:p>
      </dgm:t>
    </dgm:pt>
    <dgm:pt modelId="{5D44C927-E117-4559-BDB6-F9B1CAC97EB8}" type="pres">
      <dgm:prSet presAssocID="{57978F48-6BCE-4F0B-8E26-ABF5845CD08F}" presName="root" presStyleCnt="0">
        <dgm:presLayoutVars>
          <dgm:dir/>
          <dgm:resizeHandles val="exact"/>
        </dgm:presLayoutVars>
      </dgm:prSet>
      <dgm:spPr/>
    </dgm:pt>
    <dgm:pt modelId="{F3697D4C-7C0E-4853-B9C6-AEB382DB9FA4}" type="pres">
      <dgm:prSet presAssocID="{BF5471A5-3935-4124-B9B8-E5C5980F6E98}" presName="compNode" presStyleCnt="0"/>
      <dgm:spPr/>
    </dgm:pt>
    <dgm:pt modelId="{6BA37AAB-DB9B-4529-A85A-813E4C2F785D}" type="pres">
      <dgm:prSet presAssocID="{BF5471A5-3935-4124-B9B8-E5C5980F6E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36BCE68F-7DFB-466F-B197-F0980BB65877}" type="pres">
      <dgm:prSet presAssocID="{BF5471A5-3935-4124-B9B8-E5C5980F6E98}" presName="spaceRect" presStyleCnt="0"/>
      <dgm:spPr/>
    </dgm:pt>
    <dgm:pt modelId="{634270BA-9116-43A5-8583-0D0BFF943B2B}" type="pres">
      <dgm:prSet presAssocID="{BF5471A5-3935-4124-B9B8-E5C5980F6E98}" presName="textRect" presStyleLbl="revTx" presStyleIdx="0" presStyleCnt="3">
        <dgm:presLayoutVars>
          <dgm:chMax val="1"/>
          <dgm:chPref val="1"/>
        </dgm:presLayoutVars>
      </dgm:prSet>
      <dgm:spPr/>
    </dgm:pt>
    <dgm:pt modelId="{84321865-F0F9-4E00-8239-7459197C9AC4}" type="pres">
      <dgm:prSet presAssocID="{FA981076-F1BD-4E27-A4B2-D9DCA0EAAD53}" presName="sibTrans" presStyleCnt="0"/>
      <dgm:spPr/>
    </dgm:pt>
    <dgm:pt modelId="{87FD3DFD-A395-4147-B0C5-59CE6D086429}" type="pres">
      <dgm:prSet presAssocID="{C13DB74B-4FB6-491A-BFF5-51C38D6787B9}" presName="compNode" presStyleCnt="0"/>
      <dgm:spPr/>
    </dgm:pt>
    <dgm:pt modelId="{45783038-3CFC-43A1-9236-23EAD34842B1}" type="pres">
      <dgm:prSet presAssocID="{C13DB74B-4FB6-491A-BFF5-51C38D6787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75B576D-B188-475D-9078-4E67E41FB606}" type="pres">
      <dgm:prSet presAssocID="{C13DB74B-4FB6-491A-BFF5-51C38D6787B9}" presName="spaceRect" presStyleCnt="0"/>
      <dgm:spPr/>
    </dgm:pt>
    <dgm:pt modelId="{94730C56-9C91-4A44-B4CA-0BDB0BF17E0E}" type="pres">
      <dgm:prSet presAssocID="{C13DB74B-4FB6-491A-BFF5-51C38D6787B9}" presName="textRect" presStyleLbl="revTx" presStyleIdx="1" presStyleCnt="3">
        <dgm:presLayoutVars>
          <dgm:chMax val="1"/>
          <dgm:chPref val="1"/>
        </dgm:presLayoutVars>
      </dgm:prSet>
      <dgm:spPr/>
    </dgm:pt>
    <dgm:pt modelId="{FE130959-FCE3-4317-8FAD-B77F00E4A0F6}" type="pres">
      <dgm:prSet presAssocID="{DF229105-003A-4087-8674-847DAA0F7127}" presName="sibTrans" presStyleCnt="0"/>
      <dgm:spPr/>
    </dgm:pt>
    <dgm:pt modelId="{EE17B52C-9506-4E99-A290-F0EA68556EE1}" type="pres">
      <dgm:prSet presAssocID="{167279AD-DB23-4A24-B48D-23C210EAE07D}" presName="compNode" presStyleCnt="0"/>
      <dgm:spPr/>
    </dgm:pt>
    <dgm:pt modelId="{5CB212C7-EBA8-42C4-AC8F-D409975CB78D}" type="pres">
      <dgm:prSet presAssocID="{167279AD-DB23-4A24-B48D-23C210EAE0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CA1ABE19-309A-48A2-B1E1-E39902B54DDC}" type="pres">
      <dgm:prSet presAssocID="{167279AD-DB23-4A24-B48D-23C210EAE07D}" presName="spaceRect" presStyleCnt="0"/>
      <dgm:spPr/>
    </dgm:pt>
    <dgm:pt modelId="{F0496CA7-722B-421B-BA36-69E124342CA6}" type="pres">
      <dgm:prSet presAssocID="{167279AD-DB23-4A24-B48D-23C210EAE07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87D620A-64F9-40F9-AEC0-009F1C42DF17}" srcId="{57978F48-6BCE-4F0B-8E26-ABF5845CD08F}" destId="{BF5471A5-3935-4124-B9B8-E5C5980F6E98}" srcOrd="0" destOrd="0" parTransId="{33E7CA59-C17D-4668-A95B-7186EE358CE3}" sibTransId="{FA981076-F1BD-4E27-A4B2-D9DCA0EAAD53}"/>
    <dgm:cxn modelId="{A005A175-DEC6-4543-8E93-AE73180E7C2B}" type="presOf" srcId="{C13DB74B-4FB6-491A-BFF5-51C38D6787B9}" destId="{94730C56-9C91-4A44-B4CA-0BDB0BF17E0E}" srcOrd="0" destOrd="0" presId="urn:microsoft.com/office/officeart/2018/2/layout/IconLabelList"/>
    <dgm:cxn modelId="{6CB77256-7E61-44A5-BD21-F1070156CEE0}" srcId="{57978F48-6BCE-4F0B-8E26-ABF5845CD08F}" destId="{167279AD-DB23-4A24-B48D-23C210EAE07D}" srcOrd="2" destOrd="0" parTransId="{77597804-E6E2-4DFC-80F5-87A8ED559A2A}" sibTransId="{3D8C459A-62C2-4C2C-824B-592A984288F3}"/>
    <dgm:cxn modelId="{66A4EC7D-6FB4-49ED-A31F-334F7CC8208C}" srcId="{57978F48-6BCE-4F0B-8E26-ABF5845CD08F}" destId="{C13DB74B-4FB6-491A-BFF5-51C38D6787B9}" srcOrd="1" destOrd="0" parTransId="{818F1C8F-FBC4-4373-A699-D78B480361E3}" sibTransId="{DF229105-003A-4087-8674-847DAA0F7127}"/>
    <dgm:cxn modelId="{130A4996-7465-410A-82D3-90FC43A26C8E}" type="presOf" srcId="{BF5471A5-3935-4124-B9B8-E5C5980F6E98}" destId="{634270BA-9116-43A5-8583-0D0BFF943B2B}" srcOrd="0" destOrd="0" presId="urn:microsoft.com/office/officeart/2018/2/layout/IconLabelList"/>
    <dgm:cxn modelId="{5922D2A8-8892-49ED-AC15-3CA3BBFC6871}" type="presOf" srcId="{167279AD-DB23-4A24-B48D-23C210EAE07D}" destId="{F0496CA7-722B-421B-BA36-69E124342CA6}" srcOrd="0" destOrd="0" presId="urn:microsoft.com/office/officeart/2018/2/layout/IconLabelList"/>
    <dgm:cxn modelId="{EE409DBA-9C05-4A10-9B21-EBEC6C66319C}" type="presOf" srcId="{57978F48-6BCE-4F0B-8E26-ABF5845CD08F}" destId="{5D44C927-E117-4559-BDB6-F9B1CAC97EB8}" srcOrd="0" destOrd="0" presId="urn:microsoft.com/office/officeart/2018/2/layout/IconLabelList"/>
    <dgm:cxn modelId="{DAC688D3-0AAD-4EDF-8FA2-B045174AFFBC}" type="presParOf" srcId="{5D44C927-E117-4559-BDB6-F9B1CAC97EB8}" destId="{F3697D4C-7C0E-4853-B9C6-AEB382DB9FA4}" srcOrd="0" destOrd="0" presId="urn:microsoft.com/office/officeart/2018/2/layout/IconLabelList"/>
    <dgm:cxn modelId="{5A074198-C61F-403E-9556-01451CBBE330}" type="presParOf" srcId="{F3697D4C-7C0E-4853-B9C6-AEB382DB9FA4}" destId="{6BA37AAB-DB9B-4529-A85A-813E4C2F785D}" srcOrd="0" destOrd="0" presId="urn:microsoft.com/office/officeart/2018/2/layout/IconLabelList"/>
    <dgm:cxn modelId="{1F674F2B-5350-4E96-A953-C7AD9D47EDC0}" type="presParOf" srcId="{F3697D4C-7C0E-4853-B9C6-AEB382DB9FA4}" destId="{36BCE68F-7DFB-466F-B197-F0980BB65877}" srcOrd="1" destOrd="0" presId="urn:microsoft.com/office/officeart/2018/2/layout/IconLabelList"/>
    <dgm:cxn modelId="{D56DFF99-76C5-4F18-9B26-D6DB24B60D50}" type="presParOf" srcId="{F3697D4C-7C0E-4853-B9C6-AEB382DB9FA4}" destId="{634270BA-9116-43A5-8583-0D0BFF943B2B}" srcOrd="2" destOrd="0" presId="urn:microsoft.com/office/officeart/2018/2/layout/IconLabelList"/>
    <dgm:cxn modelId="{1DE45298-42B3-4FE5-8241-90EF674DF87B}" type="presParOf" srcId="{5D44C927-E117-4559-BDB6-F9B1CAC97EB8}" destId="{84321865-F0F9-4E00-8239-7459197C9AC4}" srcOrd="1" destOrd="0" presId="urn:microsoft.com/office/officeart/2018/2/layout/IconLabelList"/>
    <dgm:cxn modelId="{16541FB5-E650-4E82-BAE7-9124762AE780}" type="presParOf" srcId="{5D44C927-E117-4559-BDB6-F9B1CAC97EB8}" destId="{87FD3DFD-A395-4147-B0C5-59CE6D086429}" srcOrd="2" destOrd="0" presId="urn:microsoft.com/office/officeart/2018/2/layout/IconLabelList"/>
    <dgm:cxn modelId="{03B423B6-58C1-4491-96FA-D25A8597F3AE}" type="presParOf" srcId="{87FD3DFD-A395-4147-B0C5-59CE6D086429}" destId="{45783038-3CFC-43A1-9236-23EAD34842B1}" srcOrd="0" destOrd="0" presId="urn:microsoft.com/office/officeart/2018/2/layout/IconLabelList"/>
    <dgm:cxn modelId="{7E0BA838-FDBA-4FED-B3A7-0A34BC9E0239}" type="presParOf" srcId="{87FD3DFD-A395-4147-B0C5-59CE6D086429}" destId="{175B576D-B188-475D-9078-4E67E41FB606}" srcOrd="1" destOrd="0" presId="urn:microsoft.com/office/officeart/2018/2/layout/IconLabelList"/>
    <dgm:cxn modelId="{2F056BC9-BD6A-4C1D-90FC-83DC59FFB222}" type="presParOf" srcId="{87FD3DFD-A395-4147-B0C5-59CE6D086429}" destId="{94730C56-9C91-4A44-B4CA-0BDB0BF17E0E}" srcOrd="2" destOrd="0" presId="urn:microsoft.com/office/officeart/2018/2/layout/IconLabelList"/>
    <dgm:cxn modelId="{9D7C5278-826F-4CC9-AC10-EB53AD5A3082}" type="presParOf" srcId="{5D44C927-E117-4559-BDB6-F9B1CAC97EB8}" destId="{FE130959-FCE3-4317-8FAD-B77F00E4A0F6}" srcOrd="3" destOrd="0" presId="urn:microsoft.com/office/officeart/2018/2/layout/IconLabelList"/>
    <dgm:cxn modelId="{9D46DAAE-09B1-4116-92B2-F214ED1E6769}" type="presParOf" srcId="{5D44C927-E117-4559-BDB6-F9B1CAC97EB8}" destId="{EE17B52C-9506-4E99-A290-F0EA68556EE1}" srcOrd="4" destOrd="0" presId="urn:microsoft.com/office/officeart/2018/2/layout/IconLabelList"/>
    <dgm:cxn modelId="{6F532797-CB15-444B-8991-DDB89A980D49}" type="presParOf" srcId="{EE17B52C-9506-4E99-A290-F0EA68556EE1}" destId="{5CB212C7-EBA8-42C4-AC8F-D409975CB78D}" srcOrd="0" destOrd="0" presId="urn:microsoft.com/office/officeart/2018/2/layout/IconLabelList"/>
    <dgm:cxn modelId="{A7A45CAD-DFF6-4170-85EA-0D189730DDA7}" type="presParOf" srcId="{EE17B52C-9506-4E99-A290-F0EA68556EE1}" destId="{CA1ABE19-309A-48A2-B1E1-E39902B54DDC}" srcOrd="1" destOrd="0" presId="urn:microsoft.com/office/officeart/2018/2/layout/IconLabelList"/>
    <dgm:cxn modelId="{F657400A-C3B4-450F-9DFD-6078781FD84B}" type="presParOf" srcId="{EE17B52C-9506-4E99-A290-F0EA68556EE1}" destId="{F0496CA7-722B-421B-BA36-69E124342C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A649DE9-7C40-4859-BCD4-41E38597F20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9D4310-E793-497C-A7EA-7F0B4AA8DEAC}">
      <dgm:prSet/>
      <dgm:spPr/>
      <dgm:t>
        <a:bodyPr/>
        <a:lstStyle/>
        <a:p>
          <a:pPr>
            <a:defRPr cap="all"/>
          </a:pPr>
          <a:r>
            <a:rPr lang="en-US" b="1" i="0" baseline="0"/>
            <a:t>Full Form:</a:t>
          </a:r>
          <a:r>
            <a:rPr lang="en-US" b="0" i="0" baseline="0"/>
            <a:t> Bidirectional Encoder Representations from Transformers.</a:t>
          </a:r>
          <a:endParaRPr lang="en-US"/>
        </a:p>
      </dgm:t>
    </dgm:pt>
    <dgm:pt modelId="{9DE839BC-C9E5-4BDD-9E3D-426C664C2FD1}" type="parTrans" cxnId="{0B81EF8F-FDAB-48E0-94B0-5B329278FE38}">
      <dgm:prSet/>
      <dgm:spPr/>
      <dgm:t>
        <a:bodyPr/>
        <a:lstStyle/>
        <a:p>
          <a:endParaRPr lang="en-US"/>
        </a:p>
      </dgm:t>
    </dgm:pt>
    <dgm:pt modelId="{68DEA578-8D0D-40D2-9E1F-34429504C922}" type="sibTrans" cxnId="{0B81EF8F-FDAB-48E0-94B0-5B329278FE38}">
      <dgm:prSet/>
      <dgm:spPr/>
      <dgm:t>
        <a:bodyPr/>
        <a:lstStyle/>
        <a:p>
          <a:endParaRPr lang="en-US"/>
        </a:p>
      </dgm:t>
    </dgm:pt>
    <dgm:pt modelId="{84919B30-3FC2-40CC-A541-DC382E9F2616}">
      <dgm:prSet/>
      <dgm:spPr/>
      <dgm:t>
        <a:bodyPr/>
        <a:lstStyle/>
        <a:p>
          <a:pPr>
            <a:defRPr cap="all"/>
          </a:pPr>
          <a:r>
            <a:rPr lang="en-US" b="0" i="0" baseline="0"/>
            <a:t>Developed by </a:t>
          </a:r>
          <a:r>
            <a:rPr lang="en-US" b="1" i="0" baseline="0"/>
            <a:t>Google AI (2018)</a:t>
          </a:r>
          <a:r>
            <a:rPr lang="en-US" b="0" i="0" baseline="0"/>
            <a:t>.</a:t>
          </a:r>
          <a:endParaRPr lang="en-US"/>
        </a:p>
      </dgm:t>
    </dgm:pt>
    <dgm:pt modelId="{E770537D-5454-4047-950C-40B3E7065CB5}" type="parTrans" cxnId="{BF312678-5945-49CD-BA50-DDA85C6F1B9C}">
      <dgm:prSet/>
      <dgm:spPr/>
      <dgm:t>
        <a:bodyPr/>
        <a:lstStyle/>
        <a:p>
          <a:endParaRPr lang="en-US"/>
        </a:p>
      </dgm:t>
    </dgm:pt>
    <dgm:pt modelId="{D1BD2191-791A-456F-A636-AF80B5E4FC38}" type="sibTrans" cxnId="{BF312678-5945-49CD-BA50-DDA85C6F1B9C}">
      <dgm:prSet/>
      <dgm:spPr/>
      <dgm:t>
        <a:bodyPr/>
        <a:lstStyle/>
        <a:p>
          <a:endParaRPr lang="en-US"/>
        </a:p>
      </dgm:t>
    </dgm:pt>
    <dgm:pt modelId="{C4A14960-7072-4951-955A-F8B1DAECEEAB}">
      <dgm:prSet/>
      <dgm:spPr/>
      <dgm:t>
        <a:bodyPr/>
        <a:lstStyle/>
        <a:p>
          <a:pPr>
            <a:defRPr cap="all"/>
          </a:pPr>
          <a:r>
            <a:rPr lang="en-US" b="0" i="0" baseline="0"/>
            <a:t>Uses the </a:t>
          </a:r>
          <a:r>
            <a:rPr lang="en-US" b="1" i="0" baseline="0"/>
            <a:t>Encoder</a:t>
          </a:r>
          <a:r>
            <a:rPr lang="en-US" b="0" i="0" baseline="0"/>
            <a:t> part of the Transformer.</a:t>
          </a:r>
          <a:endParaRPr lang="en-US"/>
        </a:p>
      </dgm:t>
    </dgm:pt>
    <dgm:pt modelId="{E1619CDD-26A8-40B3-9538-1F5D07114B0B}" type="parTrans" cxnId="{19469A4B-6DBB-4D4C-A445-D2924C665953}">
      <dgm:prSet/>
      <dgm:spPr/>
      <dgm:t>
        <a:bodyPr/>
        <a:lstStyle/>
        <a:p>
          <a:endParaRPr lang="en-US"/>
        </a:p>
      </dgm:t>
    </dgm:pt>
    <dgm:pt modelId="{B64992B7-D09B-4B83-AF96-9A7A3C74073B}" type="sibTrans" cxnId="{19469A4B-6DBB-4D4C-A445-D2924C665953}">
      <dgm:prSet/>
      <dgm:spPr/>
      <dgm:t>
        <a:bodyPr/>
        <a:lstStyle/>
        <a:p>
          <a:endParaRPr lang="en-US"/>
        </a:p>
      </dgm:t>
    </dgm:pt>
    <dgm:pt modelId="{CAE0E594-0BF4-4D2F-80D2-D2196ED0562D}">
      <dgm:prSet/>
      <dgm:spPr/>
      <dgm:t>
        <a:bodyPr/>
        <a:lstStyle/>
        <a:p>
          <a:pPr>
            <a:defRPr cap="all"/>
          </a:pPr>
          <a:r>
            <a:rPr lang="en-US" b="0" i="0" baseline="0"/>
            <a:t>Key innovation: Reads text </a:t>
          </a:r>
          <a:r>
            <a:rPr lang="en-US" b="1" i="0" baseline="0"/>
            <a:t>in both directions (left and right)</a:t>
          </a:r>
          <a:r>
            <a:rPr lang="en-US" b="0" i="0" baseline="0"/>
            <a:t> → </a:t>
          </a:r>
          <a:r>
            <a:rPr lang="en-US" b="0" i="1" baseline="0"/>
            <a:t>contextual understanding.</a:t>
          </a:r>
          <a:endParaRPr lang="en-US"/>
        </a:p>
      </dgm:t>
    </dgm:pt>
    <dgm:pt modelId="{AB4AD6DD-8665-435C-A6F9-BE9043E75689}" type="parTrans" cxnId="{C7F4C54B-A9E9-490E-A285-380C22CFE7AC}">
      <dgm:prSet/>
      <dgm:spPr/>
      <dgm:t>
        <a:bodyPr/>
        <a:lstStyle/>
        <a:p>
          <a:endParaRPr lang="en-US"/>
        </a:p>
      </dgm:t>
    </dgm:pt>
    <dgm:pt modelId="{A41CDBE0-F107-4D42-8F80-CB74E7879280}" type="sibTrans" cxnId="{C7F4C54B-A9E9-490E-A285-380C22CFE7AC}">
      <dgm:prSet/>
      <dgm:spPr/>
      <dgm:t>
        <a:bodyPr/>
        <a:lstStyle/>
        <a:p>
          <a:endParaRPr lang="en-US"/>
        </a:p>
      </dgm:t>
    </dgm:pt>
    <dgm:pt modelId="{B4E2C72E-A35C-4648-9F65-F51D1A4E308E}" type="pres">
      <dgm:prSet presAssocID="{4A649DE9-7C40-4859-BCD4-41E38597F20F}" presName="root" presStyleCnt="0">
        <dgm:presLayoutVars>
          <dgm:dir/>
          <dgm:resizeHandles val="exact"/>
        </dgm:presLayoutVars>
      </dgm:prSet>
      <dgm:spPr/>
    </dgm:pt>
    <dgm:pt modelId="{230F0E75-588B-4415-A672-38F178E83133}" type="pres">
      <dgm:prSet presAssocID="{089D4310-E793-497C-A7EA-7F0B4AA8DEAC}" presName="compNode" presStyleCnt="0"/>
      <dgm:spPr/>
    </dgm:pt>
    <dgm:pt modelId="{7C00CC8A-F061-40EC-B3AA-C59DB7D7CF92}" type="pres">
      <dgm:prSet presAssocID="{089D4310-E793-497C-A7EA-7F0B4AA8DEA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2CE57C0-3B47-45A1-9919-AF96F067D7C8}" type="pres">
      <dgm:prSet presAssocID="{089D4310-E793-497C-A7EA-7F0B4AA8DE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C5FE77F-8A64-4549-9295-13BB26F375BA}" type="pres">
      <dgm:prSet presAssocID="{089D4310-E793-497C-A7EA-7F0B4AA8DEAC}" presName="spaceRect" presStyleCnt="0"/>
      <dgm:spPr/>
    </dgm:pt>
    <dgm:pt modelId="{0B3CE231-57E5-48DD-BF51-4B52E43BA431}" type="pres">
      <dgm:prSet presAssocID="{089D4310-E793-497C-A7EA-7F0B4AA8DEAC}" presName="textRect" presStyleLbl="revTx" presStyleIdx="0" presStyleCnt="4">
        <dgm:presLayoutVars>
          <dgm:chMax val="1"/>
          <dgm:chPref val="1"/>
        </dgm:presLayoutVars>
      </dgm:prSet>
      <dgm:spPr/>
    </dgm:pt>
    <dgm:pt modelId="{3AE5715A-4B43-4BF6-9DFE-614B265F8304}" type="pres">
      <dgm:prSet presAssocID="{68DEA578-8D0D-40D2-9E1F-34429504C922}" presName="sibTrans" presStyleCnt="0"/>
      <dgm:spPr/>
    </dgm:pt>
    <dgm:pt modelId="{1FE7E69E-D671-48B9-A769-06AF66D1209F}" type="pres">
      <dgm:prSet presAssocID="{84919B30-3FC2-40CC-A541-DC382E9F2616}" presName="compNode" presStyleCnt="0"/>
      <dgm:spPr/>
    </dgm:pt>
    <dgm:pt modelId="{BCEE769C-C206-4490-9166-ACC9F48C5295}" type="pres">
      <dgm:prSet presAssocID="{84919B30-3FC2-40CC-A541-DC382E9F261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4810371-839F-4A64-991D-1D17F6608E89}" type="pres">
      <dgm:prSet presAssocID="{84919B30-3FC2-40CC-A541-DC382E9F26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5C1428E-B37F-429F-BA8A-B2C6A40F42FA}" type="pres">
      <dgm:prSet presAssocID="{84919B30-3FC2-40CC-A541-DC382E9F2616}" presName="spaceRect" presStyleCnt="0"/>
      <dgm:spPr/>
    </dgm:pt>
    <dgm:pt modelId="{81F522A5-552B-42D0-80CB-0D7B6F0B203B}" type="pres">
      <dgm:prSet presAssocID="{84919B30-3FC2-40CC-A541-DC382E9F2616}" presName="textRect" presStyleLbl="revTx" presStyleIdx="1" presStyleCnt="4">
        <dgm:presLayoutVars>
          <dgm:chMax val="1"/>
          <dgm:chPref val="1"/>
        </dgm:presLayoutVars>
      </dgm:prSet>
      <dgm:spPr/>
    </dgm:pt>
    <dgm:pt modelId="{4639B73C-CB3F-4B94-A9D6-B00472F0E112}" type="pres">
      <dgm:prSet presAssocID="{D1BD2191-791A-456F-A636-AF80B5E4FC38}" presName="sibTrans" presStyleCnt="0"/>
      <dgm:spPr/>
    </dgm:pt>
    <dgm:pt modelId="{FCB06EC6-DBB9-4766-9DBC-A2AEBB96E3A1}" type="pres">
      <dgm:prSet presAssocID="{C4A14960-7072-4951-955A-F8B1DAECEEAB}" presName="compNode" presStyleCnt="0"/>
      <dgm:spPr/>
    </dgm:pt>
    <dgm:pt modelId="{72653FFB-7978-422C-9C14-2156090E204E}" type="pres">
      <dgm:prSet presAssocID="{C4A14960-7072-4951-955A-F8B1DAECEEA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4E51426-606D-485C-B8F1-7928C84DAA61}" type="pres">
      <dgm:prSet presAssocID="{C4A14960-7072-4951-955A-F8B1DAECEE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22E4988A-B78B-4ABD-A640-01B1BF27702E}" type="pres">
      <dgm:prSet presAssocID="{C4A14960-7072-4951-955A-F8B1DAECEEAB}" presName="spaceRect" presStyleCnt="0"/>
      <dgm:spPr/>
    </dgm:pt>
    <dgm:pt modelId="{CB6C7CA0-605E-4BF5-827F-4EDDF5CA0910}" type="pres">
      <dgm:prSet presAssocID="{C4A14960-7072-4951-955A-F8B1DAECEEAB}" presName="textRect" presStyleLbl="revTx" presStyleIdx="2" presStyleCnt="4">
        <dgm:presLayoutVars>
          <dgm:chMax val="1"/>
          <dgm:chPref val="1"/>
        </dgm:presLayoutVars>
      </dgm:prSet>
      <dgm:spPr/>
    </dgm:pt>
    <dgm:pt modelId="{9FCA3F57-E1B5-4CAE-80CA-9A9E3DD3FA07}" type="pres">
      <dgm:prSet presAssocID="{B64992B7-D09B-4B83-AF96-9A7A3C74073B}" presName="sibTrans" presStyleCnt="0"/>
      <dgm:spPr/>
    </dgm:pt>
    <dgm:pt modelId="{F397AB2D-6F6E-4707-AEE0-90FDC550DE09}" type="pres">
      <dgm:prSet presAssocID="{CAE0E594-0BF4-4D2F-80D2-D2196ED0562D}" presName="compNode" presStyleCnt="0"/>
      <dgm:spPr/>
    </dgm:pt>
    <dgm:pt modelId="{38105617-41D8-4CF8-A5BE-576FF8D3A9AC}" type="pres">
      <dgm:prSet presAssocID="{CAE0E594-0BF4-4D2F-80D2-D2196ED0562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C47261D-AC0E-472A-8757-AC0887FEF319}" type="pres">
      <dgm:prSet presAssocID="{CAE0E594-0BF4-4D2F-80D2-D2196ED056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BB1918FF-A5AF-4565-A10C-9D1044A8359E}" type="pres">
      <dgm:prSet presAssocID="{CAE0E594-0BF4-4D2F-80D2-D2196ED0562D}" presName="spaceRect" presStyleCnt="0"/>
      <dgm:spPr/>
    </dgm:pt>
    <dgm:pt modelId="{DE8A1FD0-9242-4DC8-874F-8EF2EED4F49A}" type="pres">
      <dgm:prSet presAssocID="{CAE0E594-0BF4-4D2F-80D2-D2196ED056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488A811-49F6-41AA-822A-59431383EC5F}" type="presOf" srcId="{C4A14960-7072-4951-955A-F8B1DAECEEAB}" destId="{CB6C7CA0-605E-4BF5-827F-4EDDF5CA0910}" srcOrd="0" destOrd="0" presId="urn:microsoft.com/office/officeart/2018/5/layout/IconLeafLabelList"/>
    <dgm:cxn modelId="{CCA0351B-9CBC-4E75-9A84-0A9811DDDAA9}" type="presOf" srcId="{4A649DE9-7C40-4859-BCD4-41E38597F20F}" destId="{B4E2C72E-A35C-4648-9F65-F51D1A4E308E}" srcOrd="0" destOrd="0" presId="urn:microsoft.com/office/officeart/2018/5/layout/IconLeafLabelList"/>
    <dgm:cxn modelId="{19469A4B-6DBB-4D4C-A445-D2924C665953}" srcId="{4A649DE9-7C40-4859-BCD4-41E38597F20F}" destId="{C4A14960-7072-4951-955A-F8B1DAECEEAB}" srcOrd="2" destOrd="0" parTransId="{E1619CDD-26A8-40B3-9538-1F5D07114B0B}" sibTransId="{B64992B7-D09B-4B83-AF96-9A7A3C74073B}"/>
    <dgm:cxn modelId="{C7F4C54B-A9E9-490E-A285-380C22CFE7AC}" srcId="{4A649DE9-7C40-4859-BCD4-41E38597F20F}" destId="{CAE0E594-0BF4-4D2F-80D2-D2196ED0562D}" srcOrd="3" destOrd="0" parTransId="{AB4AD6DD-8665-435C-A6F9-BE9043E75689}" sibTransId="{A41CDBE0-F107-4D42-8F80-CB74E7879280}"/>
    <dgm:cxn modelId="{BEC30170-8B21-4F00-8FAD-DD5DB4631B3F}" type="presOf" srcId="{CAE0E594-0BF4-4D2F-80D2-D2196ED0562D}" destId="{DE8A1FD0-9242-4DC8-874F-8EF2EED4F49A}" srcOrd="0" destOrd="0" presId="urn:microsoft.com/office/officeart/2018/5/layout/IconLeafLabelList"/>
    <dgm:cxn modelId="{7D981878-866A-4425-98AF-53B64889D21C}" type="presOf" srcId="{089D4310-E793-497C-A7EA-7F0B4AA8DEAC}" destId="{0B3CE231-57E5-48DD-BF51-4B52E43BA431}" srcOrd="0" destOrd="0" presId="urn:microsoft.com/office/officeart/2018/5/layout/IconLeafLabelList"/>
    <dgm:cxn modelId="{BF312678-5945-49CD-BA50-DDA85C6F1B9C}" srcId="{4A649DE9-7C40-4859-BCD4-41E38597F20F}" destId="{84919B30-3FC2-40CC-A541-DC382E9F2616}" srcOrd="1" destOrd="0" parTransId="{E770537D-5454-4047-950C-40B3E7065CB5}" sibTransId="{D1BD2191-791A-456F-A636-AF80B5E4FC38}"/>
    <dgm:cxn modelId="{0B81EF8F-FDAB-48E0-94B0-5B329278FE38}" srcId="{4A649DE9-7C40-4859-BCD4-41E38597F20F}" destId="{089D4310-E793-497C-A7EA-7F0B4AA8DEAC}" srcOrd="0" destOrd="0" parTransId="{9DE839BC-C9E5-4BDD-9E3D-426C664C2FD1}" sibTransId="{68DEA578-8D0D-40D2-9E1F-34429504C922}"/>
    <dgm:cxn modelId="{3DA67DB4-8516-40B7-B1FF-EAC3CBB3E390}" type="presOf" srcId="{84919B30-3FC2-40CC-A541-DC382E9F2616}" destId="{81F522A5-552B-42D0-80CB-0D7B6F0B203B}" srcOrd="0" destOrd="0" presId="urn:microsoft.com/office/officeart/2018/5/layout/IconLeafLabelList"/>
    <dgm:cxn modelId="{00FF69C1-89E4-46F0-B670-ED0F2387CA44}" type="presParOf" srcId="{B4E2C72E-A35C-4648-9F65-F51D1A4E308E}" destId="{230F0E75-588B-4415-A672-38F178E83133}" srcOrd="0" destOrd="0" presId="urn:microsoft.com/office/officeart/2018/5/layout/IconLeafLabelList"/>
    <dgm:cxn modelId="{0229DDC5-1BEC-431F-9BC9-76546A3559D1}" type="presParOf" srcId="{230F0E75-588B-4415-A672-38F178E83133}" destId="{7C00CC8A-F061-40EC-B3AA-C59DB7D7CF92}" srcOrd="0" destOrd="0" presId="urn:microsoft.com/office/officeart/2018/5/layout/IconLeafLabelList"/>
    <dgm:cxn modelId="{39B4FDFD-D68A-4A60-A8F3-2E569E8AC8EE}" type="presParOf" srcId="{230F0E75-588B-4415-A672-38F178E83133}" destId="{92CE57C0-3B47-45A1-9919-AF96F067D7C8}" srcOrd="1" destOrd="0" presId="urn:microsoft.com/office/officeart/2018/5/layout/IconLeafLabelList"/>
    <dgm:cxn modelId="{033AFFF6-D933-475F-A25B-CE312DF8DC93}" type="presParOf" srcId="{230F0E75-588B-4415-A672-38F178E83133}" destId="{FC5FE77F-8A64-4549-9295-13BB26F375BA}" srcOrd="2" destOrd="0" presId="urn:microsoft.com/office/officeart/2018/5/layout/IconLeafLabelList"/>
    <dgm:cxn modelId="{35CE9FA1-7DF6-44B0-9C9C-53EF0A7262F2}" type="presParOf" srcId="{230F0E75-588B-4415-A672-38F178E83133}" destId="{0B3CE231-57E5-48DD-BF51-4B52E43BA431}" srcOrd="3" destOrd="0" presId="urn:microsoft.com/office/officeart/2018/5/layout/IconLeafLabelList"/>
    <dgm:cxn modelId="{B83EEFDA-F8C3-4B62-97B6-E8714884585D}" type="presParOf" srcId="{B4E2C72E-A35C-4648-9F65-F51D1A4E308E}" destId="{3AE5715A-4B43-4BF6-9DFE-614B265F8304}" srcOrd="1" destOrd="0" presId="urn:microsoft.com/office/officeart/2018/5/layout/IconLeafLabelList"/>
    <dgm:cxn modelId="{6293065B-8764-420A-9096-E4D1CC6C7F72}" type="presParOf" srcId="{B4E2C72E-A35C-4648-9F65-F51D1A4E308E}" destId="{1FE7E69E-D671-48B9-A769-06AF66D1209F}" srcOrd="2" destOrd="0" presId="urn:microsoft.com/office/officeart/2018/5/layout/IconLeafLabelList"/>
    <dgm:cxn modelId="{C03F601F-70AD-446E-AC75-AC1E97479A6E}" type="presParOf" srcId="{1FE7E69E-D671-48B9-A769-06AF66D1209F}" destId="{BCEE769C-C206-4490-9166-ACC9F48C5295}" srcOrd="0" destOrd="0" presId="urn:microsoft.com/office/officeart/2018/5/layout/IconLeafLabelList"/>
    <dgm:cxn modelId="{1402141B-FEC0-491F-9A6B-050FC19B2ECB}" type="presParOf" srcId="{1FE7E69E-D671-48B9-A769-06AF66D1209F}" destId="{F4810371-839F-4A64-991D-1D17F6608E89}" srcOrd="1" destOrd="0" presId="urn:microsoft.com/office/officeart/2018/5/layout/IconLeafLabelList"/>
    <dgm:cxn modelId="{0442BFC1-E903-4100-8D34-663AA385040F}" type="presParOf" srcId="{1FE7E69E-D671-48B9-A769-06AF66D1209F}" destId="{35C1428E-B37F-429F-BA8A-B2C6A40F42FA}" srcOrd="2" destOrd="0" presId="urn:microsoft.com/office/officeart/2018/5/layout/IconLeafLabelList"/>
    <dgm:cxn modelId="{4C51542D-4C8E-4CAB-AC2B-3BADFE2BD0B8}" type="presParOf" srcId="{1FE7E69E-D671-48B9-A769-06AF66D1209F}" destId="{81F522A5-552B-42D0-80CB-0D7B6F0B203B}" srcOrd="3" destOrd="0" presId="urn:microsoft.com/office/officeart/2018/5/layout/IconLeafLabelList"/>
    <dgm:cxn modelId="{E9C44504-6BBA-48ED-BB25-884475FD6FCF}" type="presParOf" srcId="{B4E2C72E-A35C-4648-9F65-F51D1A4E308E}" destId="{4639B73C-CB3F-4B94-A9D6-B00472F0E112}" srcOrd="3" destOrd="0" presId="urn:microsoft.com/office/officeart/2018/5/layout/IconLeafLabelList"/>
    <dgm:cxn modelId="{3363566F-7E72-418C-BA64-36F14C706A3E}" type="presParOf" srcId="{B4E2C72E-A35C-4648-9F65-F51D1A4E308E}" destId="{FCB06EC6-DBB9-4766-9DBC-A2AEBB96E3A1}" srcOrd="4" destOrd="0" presId="urn:microsoft.com/office/officeart/2018/5/layout/IconLeafLabelList"/>
    <dgm:cxn modelId="{481B171B-B26D-4AB0-9449-B1A98C8A553A}" type="presParOf" srcId="{FCB06EC6-DBB9-4766-9DBC-A2AEBB96E3A1}" destId="{72653FFB-7978-422C-9C14-2156090E204E}" srcOrd="0" destOrd="0" presId="urn:microsoft.com/office/officeart/2018/5/layout/IconLeafLabelList"/>
    <dgm:cxn modelId="{B0EF5779-4015-4908-92D1-63A8B07D0C0E}" type="presParOf" srcId="{FCB06EC6-DBB9-4766-9DBC-A2AEBB96E3A1}" destId="{14E51426-606D-485C-B8F1-7928C84DAA61}" srcOrd="1" destOrd="0" presId="urn:microsoft.com/office/officeart/2018/5/layout/IconLeafLabelList"/>
    <dgm:cxn modelId="{46F9FDB0-7DB1-4601-9F64-AC4BDF1DF96E}" type="presParOf" srcId="{FCB06EC6-DBB9-4766-9DBC-A2AEBB96E3A1}" destId="{22E4988A-B78B-4ABD-A640-01B1BF27702E}" srcOrd="2" destOrd="0" presId="urn:microsoft.com/office/officeart/2018/5/layout/IconLeafLabelList"/>
    <dgm:cxn modelId="{4F61F111-D726-40CB-81B2-EFE7902F37B9}" type="presParOf" srcId="{FCB06EC6-DBB9-4766-9DBC-A2AEBB96E3A1}" destId="{CB6C7CA0-605E-4BF5-827F-4EDDF5CA0910}" srcOrd="3" destOrd="0" presId="urn:microsoft.com/office/officeart/2018/5/layout/IconLeafLabelList"/>
    <dgm:cxn modelId="{62D2AB90-E590-4367-8380-1758578A5B62}" type="presParOf" srcId="{B4E2C72E-A35C-4648-9F65-F51D1A4E308E}" destId="{9FCA3F57-E1B5-4CAE-80CA-9A9E3DD3FA07}" srcOrd="5" destOrd="0" presId="urn:microsoft.com/office/officeart/2018/5/layout/IconLeafLabelList"/>
    <dgm:cxn modelId="{41482E32-6762-4862-BBCA-8641EB4204DD}" type="presParOf" srcId="{B4E2C72E-A35C-4648-9F65-F51D1A4E308E}" destId="{F397AB2D-6F6E-4707-AEE0-90FDC550DE09}" srcOrd="6" destOrd="0" presId="urn:microsoft.com/office/officeart/2018/5/layout/IconLeafLabelList"/>
    <dgm:cxn modelId="{2D965D5A-20F6-4AE8-B702-CDB9E8FCFA2F}" type="presParOf" srcId="{F397AB2D-6F6E-4707-AEE0-90FDC550DE09}" destId="{38105617-41D8-4CF8-A5BE-576FF8D3A9AC}" srcOrd="0" destOrd="0" presId="urn:microsoft.com/office/officeart/2018/5/layout/IconLeafLabelList"/>
    <dgm:cxn modelId="{AC781A0A-B9D3-419F-8735-5286B34B96FD}" type="presParOf" srcId="{F397AB2D-6F6E-4707-AEE0-90FDC550DE09}" destId="{8C47261D-AC0E-472A-8757-AC0887FEF319}" srcOrd="1" destOrd="0" presId="urn:microsoft.com/office/officeart/2018/5/layout/IconLeafLabelList"/>
    <dgm:cxn modelId="{36CA99E2-7E06-446B-A9E4-AB92F112FF09}" type="presParOf" srcId="{F397AB2D-6F6E-4707-AEE0-90FDC550DE09}" destId="{BB1918FF-A5AF-4565-A10C-9D1044A8359E}" srcOrd="2" destOrd="0" presId="urn:microsoft.com/office/officeart/2018/5/layout/IconLeafLabelList"/>
    <dgm:cxn modelId="{0637F9FE-1B93-4287-9C23-8345F9715761}" type="presParOf" srcId="{F397AB2D-6F6E-4707-AEE0-90FDC550DE09}" destId="{DE8A1FD0-9242-4DC8-874F-8EF2EED4F49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AC07BA-F87C-4ADA-BD4B-20918750E18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650FCA-D0F9-406C-AA85-6DA062420E68}">
      <dgm:prSet/>
      <dgm:spPr/>
      <dgm:t>
        <a:bodyPr/>
        <a:lstStyle/>
        <a:p>
          <a:r>
            <a:rPr lang="en-US" b="1" i="0" baseline="0"/>
            <a:t>Text classification</a:t>
          </a:r>
          <a:r>
            <a:rPr lang="en-US" b="0" i="0" baseline="0"/>
            <a:t> (sentiment analysis, spam detection)</a:t>
          </a:r>
          <a:endParaRPr lang="en-US"/>
        </a:p>
      </dgm:t>
    </dgm:pt>
    <dgm:pt modelId="{64920212-F9DF-4601-9794-03D72E910732}" type="parTrans" cxnId="{348ACF34-963D-4C84-8422-2677839D4213}">
      <dgm:prSet/>
      <dgm:spPr/>
      <dgm:t>
        <a:bodyPr/>
        <a:lstStyle/>
        <a:p>
          <a:endParaRPr lang="en-US"/>
        </a:p>
      </dgm:t>
    </dgm:pt>
    <dgm:pt modelId="{F4CD66F7-4C0C-4902-B1B3-D28EED0ACD62}" type="sibTrans" cxnId="{348ACF34-963D-4C84-8422-2677839D4213}">
      <dgm:prSet/>
      <dgm:spPr/>
      <dgm:t>
        <a:bodyPr/>
        <a:lstStyle/>
        <a:p>
          <a:endParaRPr lang="en-US"/>
        </a:p>
      </dgm:t>
    </dgm:pt>
    <dgm:pt modelId="{2F5600EA-52C8-43C4-AC0C-7853F9A2BBC0}">
      <dgm:prSet/>
      <dgm:spPr/>
      <dgm:t>
        <a:bodyPr/>
        <a:lstStyle/>
        <a:p>
          <a:r>
            <a:rPr lang="en-US" b="1" i="0" baseline="0" dirty="0"/>
            <a:t>Question answering</a:t>
          </a:r>
          <a:r>
            <a:rPr lang="en-US" b="0" i="0" baseline="0" dirty="0"/>
            <a:t> (</a:t>
          </a:r>
          <a:r>
            <a:rPr lang="en-US" b="0" i="0" baseline="0" dirty="0" err="1"/>
            <a:t>SQuAD</a:t>
          </a:r>
          <a:r>
            <a:rPr lang="en-US" b="0" i="0" baseline="0" dirty="0"/>
            <a:t> dataset)</a:t>
          </a:r>
          <a:endParaRPr lang="en-US" dirty="0"/>
        </a:p>
      </dgm:t>
    </dgm:pt>
    <dgm:pt modelId="{7FAEC628-D73A-44D9-A4CC-BE224AA45E10}" type="parTrans" cxnId="{0BABE872-55CD-4422-8E4A-D5B9E088504B}">
      <dgm:prSet/>
      <dgm:spPr/>
      <dgm:t>
        <a:bodyPr/>
        <a:lstStyle/>
        <a:p>
          <a:endParaRPr lang="en-US"/>
        </a:p>
      </dgm:t>
    </dgm:pt>
    <dgm:pt modelId="{6E5F0894-D7FC-4A14-B8E5-6B81458F6821}" type="sibTrans" cxnId="{0BABE872-55CD-4422-8E4A-D5B9E088504B}">
      <dgm:prSet/>
      <dgm:spPr/>
      <dgm:t>
        <a:bodyPr/>
        <a:lstStyle/>
        <a:p>
          <a:endParaRPr lang="en-US"/>
        </a:p>
      </dgm:t>
    </dgm:pt>
    <dgm:pt modelId="{875EB9D8-6E6A-427E-A943-2444CF91EA05}">
      <dgm:prSet/>
      <dgm:spPr/>
      <dgm:t>
        <a:bodyPr/>
        <a:lstStyle/>
        <a:p>
          <a:r>
            <a:rPr lang="en-US" b="1" i="0" baseline="0"/>
            <a:t>Named Entity Recognition (NER)</a:t>
          </a:r>
          <a:endParaRPr lang="en-US"/>
        </a:p>
      </dgm:t>
    </dgm:pt>
    <dgm:pt modelId="{FD3384CF-6DA1-400B-9E89-AE7EEBF7B5B8}" type="parTrans" cxnId="{610880E9-5EF5-4C3D-AD3D-1BCAD45D959E}">
      <dgm:prSet/>
      <dgm:spPr/>
      <dgm:t>
        <a:bodyPr/>
        <a:lstStyle/>
        <a:p>
          <a:endParaRPr lang="en-US"/>
        </a:p>
      </dgm:t>
    </dgm:pt>
    <dgm:pt modelId="{DB693F25-689E-4B2D-A6D3-F7661A0A78B9}" type="sibTrans" cxnId="{610880E9-5EF5-4C3D-AD3D-1BCAD45D959E}">
      <dgm:prSet/>
      <dgm:spPr/>
      <dgm:t>
        <a:bodyPr/>
        <a:lstStyle/>
        <a:p>
          <a:endParaRPr lang="en-US"/>
        </a:p>
      </dgm:t>
    </dgm:pt>
    <dgm:pt modelId="{D72F63D3-3E41-475F-910D-2007DAF9DF21}">
      <dgm:prSet/>
      <dgm:spPr/>
      <dgm:t>
        <a:bodyPr/>
        <a:lstStyle/>
        <a:p>
          <a:r>
            <a:rPr lang="en-US" b="1" i="0" baseline="0"/>
            <a:t>Search engine optimization</a:t>
          </a:r>
          <a:r>
            <a:rPr lang="en-US" b="0" i="0" baseline="0"/>
            <a:t> (used by Google Search)</a:t>
          </a:r>
          <a:endParaRPr lang="en-US"/>
        </a:p>
      </dgm:t>
    </dgm:pt>
    <dgm:pt modelId="{965FB820-773A-4FF0-B2AB-508E0DB41CCE}" type="parTrans" cxnId="{74EE1366-8683-433C-9DA3-A374985DF3AD}">
      <dgm:prSet/>
      <dgm:spPr/>
      <dgm:t>
        <a:bodyPr/>
        <a:lstStyle/>
        <a:p>
          <a:endParaRPr lang="en-US"/>
        </a:p>
      </dgm:t>
    </dgm:pt>
    <dgm:pt modelId="{97362693-8488-4446-A0F2-1F02543B2A51}" type="sibTrans" cxnId="{74EE1366-8683-433C-9DA3-A374985DF3AD}">
      <dgm:prSet/>
      <dgm:spPr/>
      <dgm:t>
        <a:bodyPr/>
        <a:lstStyle/>
        <a:p>
          <a:endParaRPr lang="en-US"/>
        </a:p>
      </dgm:t>
    </dgm:pt>
    <dgm:pt modelId="{D9E7E87B-CB50-4232-B657-1D083873D4CD}" type="pres">
      <dgm:prSet presAssocID="{E9AC07BA-F87C-4ADA-BD4B-20918750E18C}" presName="root" presStyleCnt="0">
        <dgm:presLayoutVars>
          <dgm:dir/>
          <dgm:resizeHandles val="exact"/>
        </dgm:presLayoutVars>
      </dgm:prSet>
      <dgm:spPr/>
    </dgm:pt>
    <dgm:pt modelId="{E4C06B7C-279B-48AE-967D-6385942FDC6C}" type="pres">
      <dgm:prSet presAssocID="{40650FCA-D0F9-406C-AA85-6DA062420E68}" presName="compNode" presStyleCnt="0"/>
      <dgm:spPr/>
    </dgm:pt>
    <dgm:pt modelId="{33A6F131-609E-403C-AC21-627BA8482573}" type="pres">
      <dgm:prSet presAssocID="{40650FCA-D0F9-406C-AA85-6DA062420E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7CDBD51-31F4-478F-9851-C124104D7AB8}" type="pres">
      <dgm:prSet presAssocID="{40650FCA-D0F9-406C-AA85-6DA062420E68}" presName="spaceRect" presStyleCnt="0"/>
      <dgm:spPr/>
    </dgm:pt>
    <dgm:pt modelId="{412C057E-C201-4244-B8FF-6AA9A041E46F}" type="pres">
      <dgm:prSet presAssocID="{40650FCA-D0F9-406C-AA85-6DA062420E68}" presName="textRect" presStyleLbl="revTx" presStyleIdx="0" presStyleCnt="4">
        <dgm:presLayoutVars>
          <dgm:chMax val="1"/>
          <dgm:chPref val="1"/>
        </dgm:presLayoutVars>
      </dgm:prSet>
      <dgm:spPr/>
    </dgm:pt>
    <dgm:pt modelId="{149E60D2-1217-47B4-B104-CB28B8F534C4}" type="pres">
      <dgm:prSet presAssocID="{F4CD66F7-4C0C-4902-B1B3-D28EED0ACD62}" presName="sibTrans" presStyleCnt="0"/>
      <dgm:spPr/>
    </dgm:pt>
    <dgm:pt modelId="{3E889D78-14FA-434E-B196-58D5CD2978BF}" type="pres">
      <dgm:prSet presAssocID="{2F5600EA-52C8-43C4-AC0C-7853F9A2BBC0}" presName="compNode" presStyleCnt="0"/>
      <dgm:spPr/>
    </dgm:pt>
    <dgm:pt modelId="{FB31ED74-A7A3-45F7-8128-B30FB8DE362F}" type="pres">
      <dgm:prSet presAssocID="{2F5600EA-52C8-43C4-AC0C-7853F9A2BB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C60A0C9-7A3A-4A14-82D0-9720021E2627}" type="pres">
      <dgm:prSet presAssocID="{2F5600EA-52C8-43C4-AC0C-7853F9A2BBC0}" presName="spaceRect" presStyleCnt="0"/>
      <dgm:spPr/>
    </dgm:pt>
    <dgm:pt modelId="{189671D5-1A1C-42C0-B48C-1BE06294DF36}" type="pres">
      <dgm:prSet presAssocID="{2F5600EA-52C8-43C4-AC0C-7853F9A2BBC0}" presName="textRect" presStyleLbl="revTx" presStyleIdx="1" presStyleCnt="4">
        <dgm:presLayoutVars>
          <dgm:chMax val="1"/>
          <dgm:chPref val="1"/>
        </dgm:presLayoutVars>
      </dgm:prSet>
      <dgm:spPr/>
    </dgm:pt>
    <dgm:pt modelId="{73312EE4-CF39-4040-A0BC-77700CE0479B}" type="pres">
      <dgm:prSet presAssocID="{6E5F0894-D7FC-4A14-B8E5-6B81458F6821}" presName="sibTrans" presStyleCnt="0"/>
      <dgm:spPr/>
    </dgm:pt>
    <dgm:pt modelId="{C37AEE32-88DB-4D7F-AFBB-266D480E8AAA}" type="pres">
      <dgm:prSet presAssocID="{875EB9D8-6E6A-427E-A943-2444CF91EA05}" presName="compNode" presStyleCnt="0"/>
      <dgm:spPr/>
    </dgm:pt>
    <dgm:pt modelId="{9274D75E-8919-4B4C-9A8E-E17FA9AC0AE4}" type="pres">
      <dgm:prSet presAssocID="{875EB9D8-6E6A-427E-A943-2444CF91EA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58091A0D-4CF2-4C95-AD5A-181F2272F63B}" type="pres">
      <dgm:prSet presAssocID="{875EB9D8-6E6A-427E-A943-2444CF91EA05}" presName="spaceRect" presStyleCnt="0"/>
      <dgm:spPr/>
    </dgm:pt>
    <dgm:pt modelId="{3A8AB4A3-0FAC-4C89-B08B-860B1387F510}" type="pres">
      <dgm:prSet presAssocID="{875EB9D8-6E6A-427E-A943-2444CF91EA05}" presName="textRect" presStyleLbl="revTx" presStyleIdx="2" presStyleCnt="4">
        <dgm:presLayoutVars>
          <dgm:chMax val="1"/>
          <dgm:chPref val="1"/>
        </dgm:presLayoutVars>
      </dgm:prSet>
      <dgm:spPr/>
    </dgm:pt>
    <dgm:pt modelId="{BCBD6E06-91E7-4228-A090-9ECFCBC8D3D7}" type="pres">
      <dgm:prSet presAssocID="{DB693F25-689E-4B2D-A6D3-F7661A0A78B9}" presName="sibTrans" presStyleCnt="0"/>
      <dgm:spPr/>
    </dgm:pt>
    <dgm:pt modelId="{0E063EBA-8A45-400A-8FEA-F4D33F45793F}" type="pres">
      <dgm:prSet presAssocID="{D72F63D3-3E41-475F-910D-2007DAF9DF21}" presName="compNode" presStyleCnt="0"/>
      <dgm:spPr/>
    </dgm:pt>
    <dgm:pt modelId="{92991A38-070B-4103-A499-AE2B744F2045}" type="pres">
      <dgm:prSet presAssocID="{D72F63D3-3E41-475F-910D-2007DAF9DF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C417122E-2897-4599-BAE4-C5DCEEFC0971}" type="pres">
      <dgm:prSet presAssocID="{D72F63D3-3E41-475F-910D-2007DAF9DF21}" presName="spaceRect" presStyleCnt="0"/>
      <dgm:spPr/>
    </dgm:pt>
    <dgm:pt modelId="{74CB93DA-5D0A-4939-A31C-445E20B81AD5}" type="pres">
      <dgm:prSet presAssocID="{D72F63D3-3E41-475F-910D-2007DAF9DF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4239233-DFD7-469A-8910-D21F0C02E33B}" type="presOf" srcId="{40650FCA-D0F9-406C-AA85-6DA062420E68}" destId="{412C057E-C201-4244-B8FF-6AA9A041E46F}" srcOrd="0" destOrd="0" presId="urn:microsoft.com/office/officeart/2018/2/layout/IconLabelList"/>
    <dgm:cxn modelId="{348ACF34-963D-4C84-8422-2677839D4213}" srcId="{E9AC07BA-F87C-4ADA-BD4B-20918750E18C}" destId="{40650FCA-D0F9-406C-AA85-6DA062420E68}" srcOrd="0" destOrd="0" parTransId="{64920212-F9DF-4601-9794-03D72E910732}" sibTransId="{F4CD66F7-4C0C-4902-B1B3-D28EED0ACD62}"/>
    <dgm:cxn modelId="{74EE1366-8683-433C-9DA3-A374985DF3AD}" srcId="{E9AC07BA-F87C-4ADA-BD4B-20918750E18C}" destId="{D72F63D3-3E41-475F-910D-2007DAF9DF21}" srcOrd="3" destOrd="0" parTransId="{965FB820-773A-4FF0-B2AB-508E0DB41CCE}" sibTransId="{97362693-8488-4446-A0F2-1F02543B2A51}"/>
    <dgm:cxn modelId="{0BABE872-55CD-4422-8E4A-D5B9E088504B}" srcId="{E9AC07BA-F87C-4ADA-BD4B-20918750E18C}" destId="{2F5600EA-52C8-43C4-AC0C-7853F9A2BBC0}" srcOrd="1" destOrd="0" parTransId="{7FAEC628-D73A-44D9-A4CC-BE224AA45E10}" sibTransId="{6E5F0894-D7FC-4A14-B8E5-6B81458F6821}"/>
    <dgm:cxn modelId="{B4D60757-19B5-4789-AE65-0BA7000FC6AC}" type="presOf" srcId="{875EB9D8-6E6A-427E-A943-2444CF91EA05}" destId="{3A8AB4A3-0FAC-4C89-B08B-860B1387F510}" srcOrd="0" destOrd="0" presId="urn:microsoft.com/office/officeart/2018/2/layout/IconLabelList"/>
    <dgm:cxn modelId="{10B12877-AB66-4A7D-9349-881BBDF33EDB}" type="presOf" srcId="{2F5600EA-52C8-43C4-AC0C-7853F9A2BBC0}" destId="{189671D5-1A1C-42C0-B48C-1BE06294DF36}" srcOrd="0" destOrd="0" presId="urn:microsoft.com/office/officeart/2018/2/layout/IconLabelList"/>
    <dgm:cxn modelId="{932E6F95-0F5F-4676-AAEF-AE1DEB3CBA87}" type="presOf" srcId="{E9AC07BA-F87C-4ADA-BD4B-20918750E18C}" destId="{D9E7E87B-CB50-4232-B657-1D083873D4CD}" srcOrd="0" destOrd="0" presId="urn:microsoft.com/office/officeart/2018/2/layout/IconLabelList"/>
    <dgm:cxn modelId="{F1482EE8-0303-4BDA-9B8C-6E50CB75873F}" type="presOf" srcId="{D72F63D3-3E41-475F-910D-2007DAF9DF21}" destId="{74CB93DA-5D0A-4939-A31C-445E20B81AD5}" srcOrd="0" destOrd="0" presId="urn:microsoft.com/office/officeart/2018/2/layout/IconLabelList"/>
    <dgm:cxn modelId="{610880E9-5EF5-4C3D-AD3D-1BCAD45D959E}" srcId="{E9AC07BA-F87C-4ADA-BD4B-20918750E18C}" destId="{875EB9D8-6E6A-427E-A943-2444CF91EA05}" srcOrd="2" destOrd="0" parTransId="{FD3384CF-6DA1-400B-9E89-AE7EEBF7B5B8}" sibTransId="{DB693F25-689E-4B2D-A6D3-F7661A0A78B9}"/>
    <dgm:cxn modelId="{95AC5947-D514-48A3-8CAE-92C8EA733700}" type="presParOf" srcId="{D9E7E87B-CB50-4232-B657-1D083873D4CD}" destId="{E4C06B7C-279B-48AE-967D-6385942FDC6C}" srcOrd="0" destOrd="0" presId="urn:microsoft.com/office/officeart/2018/2/layout/IconLabelList"/>
    <dgm:cxn modelId="{F32B904F-D28F-42A0-9BE0-B4CA5D15B615}" type="presParOf" srcId="{E4C06B7C-279B-48AE-967D-6385942FDC6C}" destId="{33A6F131-609E-403C-AC21-627BA8482573}" srcOrd="0" destOrd="0" presId="urn:microsoft.com/office/officeart/2018/2/layout/IconLabelList"/>
    <dgm:cxn modelId="{BCB68A31-5947-415D-AF23-7FC0F8448E25}" type="presParOf" srcId="{E4C06B7C-279B-48AE-967D-6385942FDC6C}" destId="{57CDBD51-31F4-478F-9851-C124104D7AB8}" srcOrd="1" destOrd="0" presId="urn:microsoft.com/office/officeart/2018/2/layout/IconLabelList"/>
    <dgm:cxn modelId="{1382C63D-DF9D-4244-8749-81131F51071F}" type="presParOf" srcId="{E4C06B7C-279B-48AE-967D-6385942FDC6C}" destId="{412C057E-C201-4244-B8FF-6AA9A041E46F}" srcOrd="2" destOrd="0" presId="urn:microsoft.com/office/officeart/2018/2/layout/IconLabelList"/>
    <dgm:cxn modelId="{2811A5B4-0C93-42EB-81DB-2319A285E1FB}" type="presParOf" srcId="{D9E7E87B-CB50-4232-B657-1D083873D4CD}" destId="{149E60D2-1217-47B4-B104-CB28B8F534C4}" srcOrd="1" destOrd="0" presId="urn:microsoft.com/office/officeart/2018/2/layout/IconLabelList"/>
    <dgm:cxn modelId="{90ADD5F0-7B08-44E1-8FA5-4EB231CBD380}" type="presParOf" srcId="{D9E7E87B-CB50-4232-B657-1D083873D4CD}" destId="{3E889D78-14FA-434E-B196-58D5CD2978BF}" srcOrd="2" destOrd="0" presId="urn:microsoft.com/office/officeart/2018/2/layout/IconLabelList"/>
    <dgm:cxn modelId="{D421DAA0-08BC-4FB7-B311-D70C97B077EA}" type="presParOf" srcId="{3E889D78-14FA-434E-B196-58D5CD2978BF}" destId="{FB31ED74-A7A3-45F7-8128-B30FB8DE362F}" srcOrd="0" destOrd="0" presId="urn:microsoft.com/office/officeart/2018/2/layout/IconLabelList"/>
    <dgm:cxn modelId="{8D5016AE-1602-43C8-965D-F4B38D0BE516}" type="presParOf" srcId="{3E889D78-14FA-434E-B196-58D5CD2978BF}" destId="{DC60A0C9-7A3A-4A14-82D0-9720021E2627}" srcOrd="1" destOrd="0" presId="urn:microsoft.com/office/officeart/2018/2/layout/IconLabelList"/>
    <dgm:cxn modelId="{025B3543-AFAE-4EBA-88A7-695CA45A4CD7}" type="presParOf" srcId="{3E889D78-14FA-434E-B196-58D5CD2978BF}" destId="{189671D5-1A1C-42C0-B48C-1BE06294DF36}" srcOrd="2" destOrd="0" presId="urn:microsoft.com/office/officeart/2018/2/layout/IconLabelList"/>
    <dgm:cxn modelId="{2B640FF7-7BA5-4F3C-BAAA-4AE98D34023E}" type="presParOf" srcId="{D9E7E87B-CB50-4232-B657-1D083873D4CD}" destId="{73312EE4-CF39-4040-A0BC-77700CE0479B}" srcOrd="3" destOrd="0" presId="urn:microsoft.com/office/officeart/2018/2/layout/IconLabelList"/>
    <dgm:cxn modelId="{0FE246A4-2321-48FF-A852-82C0721A5F17}" type="presParOf" srcId="{D9E7E87B-CB50-4232-B657-1D083873D4CD}" destId="{C37AEE32-88DB-4D7F-AFBB-266D480E8AAA}" srcOrd="4" destOrd="0" presId="urn:microsoft.com/office/officeart/2018/2/layout/IconLabelList"/>
    <dgm:cxn modelId="{FDA7C5E3-F6CA-426F-B7F0-5BD2696E8BE8}" type="presParOf" srcId="{C37AEE32-88DB-4D7F-AFBB-266D480E8AAA}" destId="{9274D75E-8919-4B4C-9A8E-E17FA9AC0AE4}" srcOrd="0" destOrd="0" presId="urn:microsoft.com/office/officeart/2018/2/layout/IconLabelList"/>
    <dgm:cxn modelId="{2F801168-1B68-4A39-B129-F897D0B5524F}" type="presParOf" srcId="{C37AEE32-88DB-4D7F-AFBB-266D480E8AAA}" destId="{58091A0D-4CF2-4C95-AD5A-181F2272F63B}" srcOrd="1" destOrd="0" presId="urn:microsoft.com/office/officeart/2018/2/layout/IconLabelList"/>
    <dgm:cxn modelId="{34F8D8D3-6A87-447B-AF7C-8DBB5FAE73F9}" type="presParOf" srcId="{C37AEE32-88DB-4D7F-AFBB-266D480E8AAA}" destId="{3A8AB4A3-0FAC-4C89-B08B-860B1387F510}" srcOrd="2" destOrd="0" presId="urn:microsoft.com/office/officeart/2018/2/layout/IconLabelList"/>
    <dgm:cxn modelId="{0E1A29FF-0353-45C4-9FAF-47CD09ED8721}" type="presParOf" srcId="{D9E7E87B-CB50-4232-B657-1D083873D4CD}" destId="{BCBD6E06-91E7-4228-A090-9ECFCBC8D3D7}" srcOrd="5" destOrd="0" presId="urn:microsoft.com/office/officeart/2018/2/layout/IconLabelList"/>
    <dgm:cxn modelId="{23F80785-B09A-44BD-A3DB-B5FABE440758}" type="presParOf" srcId="{D9E7E87B-CB50-4232-B657-1D083873D4CD}" destId="{0E063EBA-8A45-400A-8FEA-F4D33F45793F}" srcOrd="6" destOrd="0" presId="urn:microsoft.com/office/officeart/2018/2/layout/IconLabelList"/>
    <dgm:cxn modelId="{1BE135A2-0F2C-4626-B9CC-7CF7197C8053}" type="presParOf" srcId="{0E063EBA-8A45-400A-8FEA-F4D33F45793F}" destId="{92991A38-070B-4103-A499-AE2B744F2045}" srcOrd="0" destOrd="0" presId="urn:microsoft.com/office/officeart/2018/2/layout/IconLabelList"/>
    <dgm:cxn modelId="{9C619F28-6B3F-4BE2-85E7-D41545B2229F}" type="presParOf" srcId="{0E063EBA-8A45-400A-8FEA-F4D33F45793F}" destId="{C417122E-2897-4599-BAE4-C5DCEEFC0971}" srcOrd="1" destOrd="0" presId="urn:microsoft.com/office/officeart/2018/2/layout/IconLabelList"/>
    <dgm:cxn modelId="{BDDA7653-A812-42BB-8838-9DFC01890FF4}" type="presParOf" srcId="{0E063EBA-8A45-400A-8FEA-F4D33F45793F}" destId="{74CB93DA-5D0A-4939-A31C-445E20B81AD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21D27AD-359D-4088-9055-F9D5F205FC4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6FD18D-5B6B-4F09-A884-6228A78F1024}">
      <dgm:prSet/>
      <dgm:spPr/>
      <dgm:t>
        <a:bodyPr/>
        <a:lstStyle/>
        <a:p>
          <a:r>
            <a:rPr lang="en-US" b="0" i="0" baseline="0"/>
            <a:t>Developed by </a:t>
          </a:r>
          <a:r>
            <a:rPr lang="en-US" b="1" i="0" baseline="0"/>
            <a:t>OpenAI</a:t>
          </a:r>
          <a:r>
            <a:rPr lang="en-US" b="0" i="0" baseline="0"/>
            <a:t>.</a:t>
          </a:r>
          <a:endParaRPr lang="en-US"/>
        </a:p>
      </dgm:t>
    </dgm:pt>
    <dgm:pt modelId="{65F06B6B-CB82-4134-AC9F-BA643FD79A3C}" type="parTrans" cxnId="{85BAE142-4908-4BAE-A57D-408D82A02696}">
      <dgm:prSet/>
      <dgm:spPr/>
      <dgm:t>
        <a:bodyPr/>
        <a:lstStyle/>
        <a:p>
          <a:endParaRPr lang="en-US"/>
        </a:p>
      </dgm:t>
    </dgm:pt>
    <dgm:pt modelId="{9A3E5B62-8C83-4ED7-9031-0BC5739AC183}" type="sibTrans" cxnId="{85BAE142-4908-4BAE-A57D-408D82A02696}">
      <dgm:prSet/>
      <dgm:spPr/>
      <dgm:t>
        <a:bodyPr/>
        <a:lstStyle/>
        <a:p>
          <a:endParaRPr lang="en-US"/>
        </a:p>
      </dgm:t>
    </dgm:pt>
    <dgm:pt modelId="{B4649528-1E65-4E2A-919F-F6772F3BA95A}">
      <dgm:prSet/>
      <dgm:spPr/>
      <dgm:t>
        <a:bodyPr/>
        <a:lstStyle/>
        <a:p>
          <a:r>
            <a:rPr lang="en-US" b="0" i="0" baseline="0"/>
            <a:t>Uses the </a:t>
          </a:r>
          <a:r>
            <a:rPr lang="en-US" b="1" i="0" baseline="0"/>
            <a:t>Decoder</a:t>
          </a:r>
          <a:r>
            <a:rPr lang="en-US" b="0" i="0" baseline="0"/>
            <a:t> part of the Transformer.</a:t>
          </a:r>
          <a:endParaRPr lang="en-US"/>
        </a:p>
      </dgm:t>
    </dgm:pt>
    <dgm:pt modelId="{C62C60A6-AD5A-4264-B0E8-AAE284AE84BC}" type="parTrans" cxnId="{16DE2727-C866-4AC2-80A3-F92F18705632}">
      <dgm:prSet/>
      <dgm:spPr/>
      <dgm:t>
        <a:bodyPr/>
        <a:lstStyle/>
        <a:p>
          <a:endParaRPr lang="en-US"/>
        </a:p>
      </dgm:t>
    </dgm:pt>
    <dgm:pt modelId="{75031453-A779-407B-8079-38FA1F8CEF51}" type="sibTrans" cxnId="{16DE2727-C866-4AC2-80A3-F92F18705632}">
      <dgm:prSet/>
      <dgm:spPr/>
      <dgm:t>
        <a:bodyPr/>
        <a:lstStyle/>
        <a:p>
          <a:endParaRPr lang="en-US"/>
        </a:p>
      </dgm:t>
    </dgm:pt>
    <dgm:pt modelId="{0B8BC357-04A3-4F32-B40F-21EFCE2F53AC}">
      <dgm:prSet/>
      <dgm:spPr/>
      <dgm:t>
        <a:bodyPr/>
        <a:lstStyle/>
        <a:p>
          <a:r>
            <a:rPr lang="en-US" b="1" i="0" baseline="0"/>
            <a:t>Autoregressive model:</a:t>
          </a:r>
          <a:r>
            <a:rPr lang="en-US" b="0" i="0" baseline="0"/>
            <a:t> Predicts the next word given previous ones.</a:t>
          </a:r>
          <a:endParaRPr lang="en-US"/>
        </a:p>
      </dgm:t>
    </dgm:pt>
    <dgm:pt modelId="{27020C35-5C0F-4178-A062-B6F10636D66D}" type="parTrans" cxnId="{E1B0AB1E-4CCB-45CA-ABA5-67A16C2D6D6E}">
      <dgm:prSet/>
      <dgm:spPr/>
      <dgm:t>
        <a:bodyPr/>
        <a:lstStyle/>
        <a:p>
          <a:endParaRPr lang="en-US"/>
        </a:p>
      </dgm:t>
    </dgm:pt>
    <dgm:pt modelId="{4BDD2609-334F-4B37-B516-06F3F5FA11FC}" type="sibTrans" cxnId="{E1B0AB1E-4CCB-45CA-ABA5-67A16C2D6D6E}">
      <dgm:prSet/>
      <dgm:spPr/>
      <dgm:t>
        <a:bodyPr/>
        <a:lstStyle/>
        <a:p>
          <a:endParaRPr lang="en-US"/>
        </a:p>
      </dgm:t>
    </dgm:pt>
    <dgm:pt modelId="{A5A8CE7A-2C39-4BC1-818C-9445D307EB9E}">
      <dgm:prSet/>
      <dgm:spPr/>
      <dgm:t>
        <a:bodyPr/>
        <a:lstStyle/>
        <a:p>
          <a:r>
            <a:rPr lang="en-US" b="1" i="0" baseline="0"/>
            <a:t>Pre-trained</a:t>
          </a:r>
          <a:r>
            <a:rPr lang="en-US" b="0" i="0" baseline="0"/>
            <a:t> on massive text corpora, then </a:t>
          </a:r>
          <a:r>
            <a:rPr lang="en-US" b="1" i="0" baseline="0"/>
            <a:t>fine-tuned</a:t>
          </a:r>
          <a:r>
            <a:rPr lang="en-US" b="0" i="0" baseline="0"/>
            <a:t> for specific tasks.</a:t>
          </a:r>
          <a:endParaRPr lang="en-US"/>
        </a:p>
      </dgm:t>
    </dgm:pt>
    <dgm:pt modelId="{B818FF80-BBEA-4DBF-A7EE-F64E406885C0}" type="parTrans" cxnId="{CCFCDE17-0B9C-41AE-804A-0D46BDCEA404}">
      <dgm:prSet/>
      <dgm:spPr/>
      <dgm:t>
        <a:bodyPr/>
        <a:lstStyle/>
        <a:p>
          <a:endParaRPr lang="en-US"/>
        </a:p>
      </dgm:t>
    </dgm:pt>
    <dgm:pt modelId="{1661C268-00C2-4992-B7D7-A76667121974}" type="sibTrans" cxnId="{CCFCDE17-0B9C-41AE-804A-0D46BDCEA404}">
      <dgm:prSet/>
      <dgm:spPr/>
      <dgm:t>
        <a:bodyPr/>
        <a:lstStyle/>
        <a:p>
          <a:endParaRPr lang="en-US"/>
        </a:p>
      </dgm:t>
    </dgm:pt>
    <dgm:pt modelId="{A733E38B-97D0-4C97-B1A1-ADDC4176B2F6}" type="pres">
      <dgm:prSet presAssocID="{521D27AD-359D-4088-9055-F9D5F205FC46}" presName="root" presStyleCnt="0">
        <dgm:presLayoutVars>
          <dgm:dir/>
          <dgm:resizeHandles val="exact"/>
        </dgm:presLayoutVars>
      </dgm:prSet>
      <dgm:spPr/>
    </dgm:pt>
    <dgm:pt modelId="{2B895605-6AC4-476A-8513-610CA8A456A3}" type="pres">
      <dgm:prSet presAssocID="{876FD18D-5B6B-4F09-A884-6228A78F1024}" presName="compNode" presStyleCnt="0"/>
      <dgm:spPr/>
    </dgm:pt>
    <dgm:pt modelId="{697DFF4A-EA7E-4B84-9436-BDCBCAEBFEE3}" type="pres">
      <dgm:prSet presAssocID="{876FD18D-5B6B-4F09-A884-6228A78F10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D6843A09-40C8-430C-B92F-D40B12B8D671}" type="pres">
      <dgm:prSet presAssocID="{876FD18D-5B6B-4F09-A884-6228A78F1024}" presName="spaceRect" presStyleCnt="0"/>
      <dgm:spPr/>
    </dgm:pt>
    <dgm:pt modelId="{502D2CC9-1E20-4362-9EE5-5738DFFF09C3}" type="pres">
      <dgm:prSet presAssocID="{876FD18D-5B6B-4F09-A884-6228A78F1024}" presName="textRect" presStyleLbl="revTx" presStyleIdx="0" presStyleCnt="4">
        <dgm:presLayoutVars>
          <dgm:chMax val="1"/>
          <dgm:chPref val="1"/>
        </dgm:presLayoutVars>
      </dgm:prSet>
      <dgm:spPr/>
    </dgm:pt>
    <dgm:pt modelId="{E9F1B4BF-59ED-4CB7-826D-AC1B3EF93632}" type="pres">
      <dgm:prSet presAssocID="{9A3E5B62-8C83-4ED7-9031-0BC5739AC183}" presName="sibTrans" presStyleCnt="0"/>
      <dgm:spPr/>
    </dgm:pt>
    <dgm:pt modelId="{3880070E-C1DE-4ABB-BB13-169E00BFFE50}" type="pres">
      <dgm:prSet presAssocID="{B4649528-1E65-4E2A-919F-F6772F3BA95A}" presName="compNode" presStyleCnt="0"/>
      <dgm:spPr/>
    </dgm:pt>
    <dgm:pt modelId="{12203908-236E-4659-A52E-559413FD351F}" type="pres">
      <dgm:prSet presAssocID="{B4649528-1E65-4E2A-919F-F6772F3BA9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D4A8434E-05F0-457A-911C-F255F4C7B7CB}" type="pres">
      <dgm:prSet presAssocID="{B4649528-1E65-4E2A-919F-F6772F3BA95A}" presName="spaceRect" presStyleCnt="0"/>
      <dgm:spPr/>
    </dgm:pt>
    <dgm:pt modelId="{9A3E1574-954F-4440-BF1C-A192EE8F1D6A}" type="pres">
      <dgm:prSet presAssocID="{B4649528-1E65-4E2A-919F-F6772F3BA95A}" presName="textRect" presStyleLbl="revTx" presStyleIdx="1" presStyleCnt="4">
        <dgm:presLayoutVars>
          <dgm:chMax val="1"/>
          <dgm:chPref val="1"/>
        </dgm:presLayoutVars>
      </dgm:prSet>
      <dgm:spPr/>
    </dgm:pt>
    <dgm:pt modelId="{C08DC9AB-F182-4743-89AF-3F8C981C38A8}" type="pres">
      <dgm:prSet presAssocID="{75031453-A779-407B-8079-38FA1F8CEF51}" presName="sibTrans" presStyleCnt="0"/>
      <dgm:spPr/>
    </dgm:pt>
    <dgm:pt modelId="{0408FCD6-E088-4888-A4AC-2E66EBD59BB1}" type="pres">
      <dgm:prSet presAssocID="{0B8BC357-04A3-4F32-B40F-21EFCE2F53AC}" presName="compNode" presStyleCnt="0"/>
      <dgm:spPr/>
    </dgm:pt>
    <dgm:pt modelId="{B768BD97-A159-41DC-B1EB-EE6626BA5402}" type="pres">
      <dgm:prSet presAssocID="{0B8BC357-04A3-4F32-B40F-21EFCE2F53A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316CE087-BDE6-4961-9596-550B97C57E58}" type="pres">
      <dgm:prSet presAssocID="{0B8BC357-04A3-4F32-B40F-21EFCE2F53AC}" presName="spaceRect" presStyleCnt="0"/>
      <dgm:spPr/>
    </dgm:pt>
    <dgm:pt modelId="{1C38EF92-BC23-4BC4-8A69-7F03787B24AD}" type="pres">
      <dgm:prSet presAssocID="{0B8BC357-04A3-4F32-B40F-21EFCE2F53AC}" presName="textRect" presStyleLbl="revTx" presStyleIdx="2" presStyleCnt="4">
        <dgm:presLayoutVars>
          <dgm:chMax val="1"/>
          <dgm:chPref val="1"/>
        </dgm:presLayoutVars>
      </dgm:prSet>
      <dgm:spPr/>
    </dgm:pt>
    <dgm:pt modelId="{BDD76333-52BD-4A5B-82BD-B1AE6430774A}" type="pres">
      <dgm:prSet presAssocID="{4BDD2609-334F-4B37-B516-06F3F5FA11FC}" presName="sibTrans" presStyleCnt="0"/>
      <dgm:spPr/>
    </dgm:pt>
    <dgm:pt modelId="{AA4BEB3D-2E64-49B9-8ABA-5E886AA1B1AB}" type="pres">
      <dgm:prSet presAssocID="{A5A8CE7A-2C39-4BC1-818C-9445D307EB9E}" presName="compNode" presStyleCnt="0"/>
      <dgm:spPr/>
    </dgm:pt>
    <dgm:pt modelId="{2C7C2D0C-5E66-46B8-90DA-907281C339E2}" type="pres">
      <dgm:prSet presAssocID="{A5A8CE7A-2C39-4BC1-818C-9445D307EB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3441547-3236-499B-8F35-88384E53AC26}" type="pres">
      <dgm:prSet presAssocID="{A5A8CE7A-2C39-4BC1-818C-9445D307EB9E}" presName="spaceRect" presStyleCnt="0"/>
      <dgm:spPr/>
    </dgm:pt>
    <dgm:pt modelId="{5FA9962A-B78B-4963-A1AB-109347FD8F7B}" type="pres">
      <dgm:prSet presAssocID="{A5A8CE7A-2C39-4BC1-818C-9445D307EB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271F04-422F-4FE4-8C0B-54260B0059D6}" type="presOf" srcId="{0B8BC357-04A3-4F32-B40F-21EFCE2F53AC}" destId="{1C38EF92-BC23-4BC4-8A69-7F03787B24AD}" srcOrd="0" destOrd="0" presId="urn:microsoft.com/office/officeart/2018/2/layout/IconLabelList"/>
    <dgm:cxn modelId="{A6C21413-C6FB-4FD9-8802-CEF5FAE343F6}" type="presOf" srcId="{A5A8CE7A-2C39-4BC1-818C-9445D307EB9E}" destId="{5FA9962A-B78B-4963-A1AB-109347FD8F7B}" srcOrd="0" destOrd="0" presId="urn:microsoft.com/office/officeart/2018/2/layout/IconLabelList"/>
    <dgm:cxn modelId="{CCFCDE17-0B9C-41AE-804A-0D46BDCEA404}" srcId="{521D27AD-359D-4088-9055-F9D5F205FC46}" destId="{A5A8CE7A-2C39-4BC1-818C-9445D307EB9E}" srcOrd="3" destOrd="0" parTransId="{B818FF80-BBEA-4DBF-A7EE-F64E406885C0}" sibTransId="{1661C268-00C2-4992-B7D7-A76667121974}"/>
    <dgm:cxn modelId="{E1B0AB1E-4CCB-45CA-ABA5-67A16C2D6D6E}" srcId="{521D27AD-359D-4088-9055-F9D5F205FC46}" destId="{0B8BC357-04A3-4F32-B40F-21EFCE2F53AC}" srcOrd="2" destOrd="0" parTransId="{27020C35-5C0F-4178-A062-B6F10636D66D}" sibTransId="{4BDD2609-334F-4B37-B516-06F3F5FA11FC}"/>
    <dgm:cxn modelId="{16DE2727-C866-4AC2-80A3-F92F18705632}" srcId="{521D27AD-359D-4088-9055-F9D5F205FC46}" destId="{B4649528-1E65-4E2A-919F-F6772F3BA95A}" srcOrd="1" destOrd="0" parTransId="{C62C60A6-AD5A-4264-B0E8-AAE284AE84BC}" sibTransId="{75031453-A779-407B-8079-38FA1F8CEF51}"/>
    <dgm:cxn modelId="{85BAE142-4908-4BAE-A57D-408D82A02696}" srcId="{521D27AD-359D-4088-9055-F9D5F205FC46}" destId="{876FD18D-5B6B-4F09-A884-6228A78F1024}" srcOrd="0" destOrd="0" parTransId="{65F06B6B-CB82-4134-AC9F-BA643FD79A3C}" sibTransId="{9A3E5B62-8C83-4ED7-9031-0BC5739AC183}"/>
    <dgm:cxn modelId="{BCE46068-7460-40BE-BF3F-F1E1E0EE5C3A}" type="presOf" srcId="{876FD18D-5B6B-4F09-A884-6228A78F1024}" destId="{502D2CC9-1E20-4362-9EE5-5738DFFF09C3}" srcOrd="0" destOrd="0" presId="urn:microsoft.com/office/officeart/2018/2/layout/IconLabelList"/>
    <dgm:cxn modelId="{FCA81658-E5F4-435F-A683-F0CAA8050E86}" type="presOf" srcId="{521D27AD-359D-4088-9055-F9D5F205FC46}" destId="{A733E38B-97D0-4C97-B1A1-ADDC4176B2F6}" srcOrd="0" destOrd="0" presId="urn:microsoft.com/office/officeart/2018/2/layout/IconLabelList"/>
    <dgm:cxn modelId="{8F07F5CF-612B-4A79-982A-1D8B34AD343E}" type="presOf" srcId="{B4649528-1E65-4E2A-919F-F6772F3BA95A}" destId="{9A3E1574-954F-4440-BF1C-A192EE8F1D6A}" srcOrd="0" destOrd="0" presId="urn:microsoft.com/office/officeart/2018/2/layout/IconLabelList"/>
    <dgm:cxn modelId="{CE0BB233-94A6-46A9-BD1F-B949DA6D4444}" type="presParOf" srcId="{A733E38B-97D0-4C97-B1A1-ADDC4176B2F6}" destId="{2B895605-6AC4-476A-8513-610CA8A456A3}" srcOrd="0" destOrd="0" presId="urn:microsoft.com/office/officeart/2018/2/layout/IconLabelList"/>
    <dgm:cxn modelId="{D0F358B3-DD26-4513-9702-D7CB1B7B8416}" type="presParOf" srcId="{2B895605-6AC4-476A-8513-610CA8A456A3}" destId="{697DFF4A-EA7E-4B84-9436-BDCBCAEBFEE3}" srcOrd="0" destOrd="0" presId="urn:microsoft.com/office/officeart/2018/2/layout/IconLabelList"/>
    <dgm:cxn modelId="{CA502557-EFC8-4674-A44A-3EC51290784E}" type="presParOf" srcId="{2B895605-6AC4-476A-8513-610CA8A456A3}" destId="{D6843A09-40C8-430C-B92F-D40B12B8D671}" srcOrd="1" destOrd="0" presId="urn:microsoft.com/office/officeart/2018/2/layout/IconLabelList"/>
    <dgm:cxn modelId="{7119CD6A-93DB-4A8C-BD26-FE43C5B2544D}" type="presParOf" srcId="{2B895605-6AC4-476A-8513-610CA8A456A3}" destId="{502D2CC9-1E20-4362-9EE5-5738DFFF09C3}" srcOrd="2" destOrd="0" presId="urn:microsoft.com/office/officeart/2018/2/layout/IconLabelList"/>
    <dgm:cxn modelId="{D70F2995-6DC8-4B39-B69C-FABF60B27F1D}" type="presParOf" srcId="{A733E38B-97D0-4C97-B1A1-ADDC4176B2F6}" destId="{E9F1B4BF-59ED-4CB7-826D-AC1B3EF93632}" srcOrd="1" destOrd="0" presId="urn:microsoft.com/office/officeart/2018/2/layout/IconLabelList"/>
    <dgm:cxn modelId="{70C97AE6-908F-414C-99BE-72F0EAE6E110}" type="presParOf" srcId="{A733E38B-97D0-4C97-B1A1-ADDC4176B2F6}" destId="{3880070E-C1DE-4ABB-BB13-169E00BFFE50}" srcOrd="2" destOrd="0" presId="urn:microsoft.com/office/officeart/2018/2/layout/IconLabelList"/>
    <dgm:cxn modelId="{B11D09E8-2211-4FEF-908A-1AFB67463704}" type="presParOf" srcId="{3880070E-C1DE-4ABB-BB13-169E00BFFE50}" destId="{12203908-236E-4659-A52E-559413FD351F}" srcOrd="0" destOrd="0" presId="urn:microsoft.com/office/officeart/2018/2/layout/IconLabelList"/>
    <dgm:cxn modelId="{F05FD58E-1ED1-4B73-9EFC-E5A6D1EDAAC1}" type="presParOf" srcId="{3880070E-C1DE-4ABB-BB13-169E00BFFE50}" destId="{D4A8434E-05F0-457A-911C-F255F4C7B7CB}" srcOrd="1" destOrd="0" presId="urn:microsoft.com/office/officeart/2018/2/layout/IconLabelList"/>
    <dgm:cxn modelId="{940BA9C8-4797-43E2-8FA5-287C686D5A46}" type="presParOf" srcId="{3880070E-C1DE-4ABB-BB13-169E00BFFE50}" destId="{9A3E1574-954F-4440-BF1C-A192EE8F1D6A}" srcOrd="2" destOrd="0" presId="urn:microsoft.com/office/officeart/2018/2/layout/IconLabelList"/>
    <dgm:cxn modelId="{27987BB5-9125-40D7-B470-DB3C7305BDF5}" type="presParOf" srcId="{A733E38B-97D0-4C97-B1A1-ADDC4176B2F6}" destId="{C08DC9AB-F182-4743-89AF-3F8C981C38A8}" srcOrd="3" destOrd="0" presId="urn:microsoft.com/office/officeart/2018/2/layout/IconLabelList"/>
    <dgm:cxn modelId="{1D5CE4F1-F7ED-4BDB-96E5-05F229E39B09}" type="presParOf" srcId="{A733E38B-97D0-4C97-B1A1-ADDC4176B2F6}" destId="{0408FCD6-E088-4888-A4AC-2E66EBD59BB1}" srcOrd="4" destOrd="0" presId="urn:microsoft.com/office/officeart/2018/2/layout/IconLabelList"/>
    <dgm:cxn modelId="{9ACE64AA-EA69-40FC-A204-B2E6BB8D5BD9}" type="presParOf" srcId="{0408FCD6-E088-4888-A4AC-2E66EBD59BB1}" destId="{B768BD97-A159-41DC-B1EB-EE6626BA5402}" srcOrd="0" destOrd="0" presId="urn:microsoft.com/office/officeart/2018/2/layout/IconLabelList"/>
    <dgm:cxn modelId="{40CFBD0B-DA81-471A-9316-C8C746A504E2}" type="presParOf" srcId="{0408FCD6-E088-4888-A4AC-2E66EBD59BB1}" destId="{316CE087-BDE6-4961-9596-550B97C57E58}" srcOrd="1" destOrd="0" presId="urn:microsoft.com/office/officeart/2018/2/layout/IconLabelList"/>
    <dgm:cxn modelId="{2842D8FB-6A78-4A9C-AAB6-020CDEFD1CB1}" type="presParOf" srcId="{0408FCD6-E088-4888-A4AC-2E66EBD59BB1}" destId="{1C38EF92-BC23-4BC4-8A69-7F03787B24AD}" srcOrd="2" destOrd="0" presId="urn:microsoft.com/office/officeart/2018/2/layout/IconLabelList"/>
    <dgm:cxn modelId="{9A2D5FCE-0154-46EA-859C-5F049F1B924F}" type="presParOf" srcId="{A733E38B-97D0-4C97-B1A1-ADDC4176B2F6}" destId="{BDD76333-52BD-4A5B-82BD-B1AE6430774A}" srcOrd="5" destOrd="0" presId="urn:microsoft.com/office/officeart/2018/2/layout/IconLabelList"/>
    <dgm:cxn modelId="{EAC1E679-9554-47A3-98ED-AF2BC7E52C10}" type="presParOf" srcId="{A733E38B-97D0-4C97-B1A1-ADDC4176B2F6}" destId="{AA4BEB3D-2E64-49B9-8ABA-5E886AA1B1AB}" srcOrd="6" destOrd="0" presId="urn:microsoft.com/office/officeart/2018/2/layout/IconLabelList"/>
    <dgm:cxn modelId="{90BF5E24-8CE8-4E18-AC40-125480ED2F5B}" type="presParOf" srcId="{AA4BEB3D-2E64-49B9-8ABA-5E886AA1B1AB}" destId="{2C7C2D0C-5E66-46B8-90DA-907281C339E2}" srcOrd="0" destOrd="0" presId="urn:microsoft.com/office/officeart/2018/2/layout/IconLabelList"/>
    <dgm:cxn modelId="{52D0F75D-6B3E-4C39-A533-C1C9E0646641}" type="presParOf" srcId="{AA4BEB3D-2E64-49B9-8ABA-5E886AA1B1AB}" destId="{93441547-3236-499B-8F35-88384E53AC26}" srcOrd="1" destOrd="0" presId="urn:microsoft.com/office/officeart/2018/2/layout/IconLabelList"/>
    <dgm:cxn modelId="{8ABC9602-FE7C-40F0-829E-FB95245365A8}" type="presParOf" srcId="{AA4BEB3D-2E64-49B9-8ABA-5E886AA1B1AB}" destId="{5FA9962A-B78B-4963-A1AB-109347FD8F7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EDAC5EB-A2A5-49AF-AA9A-7C66C6E15E1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BD96D7B-7990-4335-B3E6-82EE56E6460D}">
      <dgm:prSet/>
      <dgm:spPr/>
      <dgm:t>
        <a:bodyPr/>
        <a:lstStyle/>
        <a:p>
          <a:pPr>
            <a:defRPr cap="all"/>
          </a:pPr>
          <a:r>
            <a:rPr lang="en-US" b="1" i="0" baseline="0"/>
            <a:t>Pre-training:</a:t>
          </a:r>
          <a:r>
            <a:rPr lang="en-US" b="0" i="0" baseline="0"/>
            <a:t> Predict next word in large-scale text data.</a:t>
          </a:r>
          <a:endParaRPr lang="en-US"/>
        </a:p>
      </dgm:t>
    </dgm:pt>
    <dgm:pt modelId="{8F945BD6-9C5A-4030-85E4-2DF2CAD79AF0}" type="parTrans" cxnId="{1F2E9096-116A-4682-9DE1-0D09E1E94A23}">
      <dgm:prSet/>
      <dgm:spPr/>
      <dgm:t>
        <a:bodyPr/>
        <a:lstStyle/>
        <a:p>
          <a:endParaRPr lang="en-US"/>
        </a:p>
      </dgm:t>
    </dgm:pt>
    <dgm:pt modelId="{B41D7F9C-A163-44EC-9532-AC0313906342}" type="sibTrans" cxnId="{1F2E9096-116A-4682-9DE1-0D09E1E94A23}">
      <dgm:prSet/>
      <dgm:spPr/>
      <dgm:t>
        <a:bodyPr/>
        <a:lstStyle/>
        <a:p>
          <a:endParaRPr lang="en-US"/>
        </a:p>
      </dgm:t>
    </dgm:pt>
    <dgm:pt modelId="{02A46BFB-FB7D-421A-9507-03783634432E}">
      <dgm:prSet/>
      <dgm:spPr/>
      <dgm:t>
        <a:bodyPr/>
        <a:lstStyle/>
        <a:p>
          <a:pPr>
            <a:defRPr cap="all"/>
          </a:pPr>
          <a:r>
            <a:rPr lang="en-US" b="1" i="0" baseline="0"/>
            <a:t>Fine-tuning:</a:t>
          </a:r>
          <a:r>
            <a:rPr lang="en-US" b="0" i="0" baseline="0"/>
            <a:t> Adjust model for specific downstream tasks (e.g., dialogue, summarization).</a:t>
          </a:r>
          <a:endParaRPr lang="en-US"/>
        </a:p>
      </dgm:t>
    </dgm:pt>
    <dgm:pt modelId="{0FEAC2B2-8366-44BA-9ACE-9302A3AB241E}" type="parTrans" cxnId="{434261BD-5407-44C6-93EE-5C6CD13D2081}">
      <dgm:prSet/>
      <dgm:spPr/>
      <dgm:t>
        <a:bodyPr/>
        <a:lstStyle/>
        <a:p>
          <a:endParaRPr lang="en-US"/>
        </a:p>
      </dgm:t>
    </dgm:pt>
    <dgm:pt modelId="{FEF6ADF8-4FDB-4DB2-8C2B-23328FF731D7}" type="sibTrans" cxnId="{434261BD-5407-44C6-93EE-5C6CD13D2081}">
      <dgm:prSet/>
      <dgm:spPr/>
      <dgm:t>
        <a:bodyPr/>
        <a:lstStyle/>
        <a:p>
          <a:endParaRPr lang="en-US"/>
        </a:p>
      </dgm:t>
    </dgm:pt>
    <dgm:pt modelId="{7734F484-8A31-4F1B-B465-BF33046A4F2C}">
      <dgm:prSet/>
      <dgm:spPr/>
      <dgm:t>
        <a:bodyPr/>
        <a:lstStyle/>
        <a:p>
          <a:pPr>
            <a:defRPr cap="all"/>
          </a:pPr>
          <a:r>
            <a:rPr lang="en-US" b="1" i="0" baseline="0"/>
            <a:t>Output:</a:t>
          </a:r>
          <a:r>
            <a:rPr lang="en-US" b="0" i="0" baseline="0"/>
            <a:t> Generates coherent, context-aware text.</a:t>
          </a:r>
          <a:endParaRPr lang="en-US"/>
        </a:p>
      </dgm:t>
    </dgm:pt>
    <dgm:pt modelId="{113E1DE5-B3F2-4CFE-B4E4-8C847FAF7F73}" type="parTrans" cxnId="{223FE560-00F0-4478-BE3B-5EE2B815519D}">
      <dgm:prSet/>
      <dgm:spPr/>
      <dgm:t>
        <a:bodyPr/>
        <a:lstStyle/>
        <a:p>
          <a:endParaRPr lang="en-US"/>
        </a:p>
      </dgm:t>
    </dgm:pt>
    <dgm:pt modelId="{544F063A-8DA6-435F-A8A0-2A62FE06EDAB}" type="sibTrans" cxnId="{223FE560-00F0-4478-BE3B-5EE2B815519D}">
      <dgm:prSet/>
      <dgm:spPr/>
      <dgm:t>
        <a:bodyPr/>
        <a:lstStyle/>
        <a:p>
          <a:endParaRPr lang="en-US"/>
        </a:p>
      </dgm:t>
    </dgm:pt>
    <dgm:pt modelId="{080A209F-2BF1-4855-AA87-CB49EBD34565}" type="pres">
      <dgm:prSet presAssocID="{CEDAC5EB-A2A5-49AF-AA9A-7C66C6E15E12}" presName="root" presStyleCnt="0">
        <dgm:presLayoutVars>
          <dgm:dir/>
          <dgm:resizeHandles val="exact"/>
        </dgm:presLayoutVars>
      </dgm:prSet>
      <dgm:spPr/>
    </dgm:pt>
    <dgm:pt modelId="{387ED5E9-A8A7-4E70-B524-86812B5586C3}" type="pres">
      <dgm:prSet presAssocID="{2BD96D7B-7990-4335-B3E6-82EE56E6460D}" presName="compNode" presStyleCnt="0"/>
      <dgm:spPr/>
    </dgm:pt>
    <dgm:pt modelId="{3B31CF6A-4CCF-4DAE-9B04-0CD626C6C3B2}" type="pres">
      <dgm:prSet presAssocID="{2BD96D7B-7990-4335-B3E6-82EE56E6460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508CEC5-10A2-426A-ABBD-A71D5774BA5B}" type="pres">
      <dgm:prSet presAssocID="{2BD96D7B-7990-4335-B3E6-82EE56E646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0BE1730-F709-4079-B066-E8394E65C977}" type="pres">
      <dgm:prSet presAssocID="{2BD96D7B-7990-4335-B3E6-82EE56E6460D}" presName="spaceRect" presStyleCnt="0"/>
      <dgm:spPr/>
    </dgm:pt>
    <dgm:pt modelId="{2E186A23-5BAE-4C8B-B2B8-D3CE595534B9}" type="pres">
      <dgm:prSet presAssocID="{2BD96D7B-7990-4335-B3E6-82EE56E6460D}" presName="textRect" presStyleLbl="revTx" presStyleIdx="0" presStyleCnt="3">
        <dgm:presLayoutVars>
          <dgm:chMax val="1"/>
          <dgm:chPref val="1"/>
        </dgm:presLayoutVars>
      </dgm:prSet>
      <dgm:spPr/>
    </dgm:pt>
    <dgm:pt modelId="{7F7D8101-3AF0-43F7-94CC-CF08695CA0DF}" type="pres">
      <dgm:prSet presAssocID="{B41D7F9C-A163-44EC-9532-AC0313906342}" presName="sibTrans" presStyleCnt="0"/>
      <dgm:spPr/>
    </dgm:pt>
    <dgm:pt modelId="{E248F706-FB93-467D-B982-185F4B567867}" type="pres">
      <dgm:prSet presAssocID="{02A46BFB-FB7D-421A-9507-03783634432E}" presName="compNode" presStyleCnt="0"/>
      <dgm:spPr/>
    </dgm:pt>
    <dgm:pt modelId="{EF284701-FABD-4D5D-A9CD-7D20BAABB59C}" type="pres">
      <dgm:prSet presAssocID="{02A46BFB-FB7D-421A-9507-03783634432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12A9D67-2176-4E70-9E28-50CC096B0AEB}" type="pres">
      <dgm:prSet presAssocID="{02A46BFB-FB7D-421A-9507-0378363443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2666950-3781-49A6-81CA-3D121DF74B8C}" type="pres">
      <dgm:prSet presAssocID="{02A46BFB-FB7D-421A-9507-03783634432E}" presName="spaceRect" presStyleCnt="0"/>
      <dgm:spPr/>
    </dgm:pt>
    <dgm:pt modelId="{DD39F3C1-5629-451E-8E3D-B801B6C29F00}" type="pres">
      <dgm:prSet presAssocID="{02A46BFB-FB7D-421A-9507-03783634432E}" presName="textRect" presStyleLbl="revTx" presStyleIdx="1" presStyleCnt="3">
        <dgm:presLayoutVars>
          <dgm:chMax val="1"/>
          <dgm:chPref val="1"/>
        </dgm:presLayoutVars>
      </dgm:prSet>
      <dgm:spPr/>
    </dgm:pt>
    <dgm:pt modelId="{8EF802E3-E077-4BF7-BE8B-24DC6E39C90A}" type="pres">
      <dgm:prSet presAssocID="{FEF6ADF8-4FDB-4DB2-8C2B-23328FF731D7}" presName="sibTrans" presStyleCnt="0"/>
      <dgm:spPr/>
    </dgm:pt>
    <dgm:pt modelId="{81B083D4-47F7-4C6B-A1B0-691E730D82E6}" type="pres">
      <dgm:prSet presAssocID="{7734F484-8A31-4F1B-B465-BF33046A4F2C}" presName="compNode" presStyleCnt="0"/>
      <dgm:spPr/>
    </dgm:pt>
    <dgm:pt modelId="{A1E31D01-A2C8-4FEE-8BAD-D486EA0D8B44}" type="pres">
      <dgm:prSet presAssocID="{7734F484-8A31-4F1B-B465-BF33046A4F2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7FCB51E-DFDE-4FFA-814C-D2EA31DB2E0F}" type="pres">
      <dgm:prSet presAssocID="{7734F484-8A31-4F1B-B465-BF33046A4F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F874D5E-28DC-4B06-A92E-7B18BFCC8B07}" type="pres">
      <dgm:prSet presAssocID="{7734F484-8A31-4F1B-B465-BF33046A4F2C}" presName="spaceRect" presStyleCnt="0"/>
      <dgm:spPr/>
    </dgm:pt>
    <dgm:pt modelId="{0CE1410B-2EB2-4FDE-8F7D-70FE7C2E4BA1}" type="pres">
      <dgm:prSet presAssocID="{7734F484-8A31-4F1B-B465-BF33046A4F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3FE560-00F0-4478-BE3B-5EE2B815519D}" srcId="{CEDAC5EB-A2A5-49AF-AA9A-7C66C6E15E12}" destId="{7734F484-8A31-4F1B-B465-BF33046A4F2C}" srcOrd="2" destOrd="0" parTransId="{113E1DE5-B3F2-4CFE-B4E4-8C847FAF7F73}" sibTransId="{544F063A-8DA6-435F-A8A0-2A62FE06EDAB}"/>
    <dgm:cxn modelId="{FE561792-0218-4E5E-8E60-DC605656D03F}" type="presOf" srcId="{2BD96D7B-7990-4335-B3E6-82EE56E6460D}" destId="{2E186A23-5BAE-4C8B-B2B8-D3CE595534B9}" srcOrd="0" destOrd="0" presId="urn:microsoft.com/office/officeart/2018/5/layout/IconLeafLabelList"/>
    <dgm:cxn modelId="{1F2E9096-116A-4682-9DE1-0D09E1E94A23}" srcId="{CEDAC5EB-A2A5-49AF-AA9A-7C66C6E15E12}" destId="{2BD96D7B-7990-4335-B3E6-82EE56E6460D}" srcOrd="0" destOrd="0" parTransId="{8F945BD6-9C5A-4030-85E4-2DF2CAD79AF0}" sibTransId="{B41D7F9C-A163-44EC-9532-AC0313906342}"/>
    <dgm:cxn modelId="{5BF71797-D883-4293-ACBD-7B0433640306}" type="presOf" srcId="{7734F484-8A31-4F1B-B465-BF33046A4F2C}" destId="{0CE1410B-2EB2-4FDE-8F7D-70FE7C2E4BA1}" srcOrd="0" destOrd="0" presId="urn:microsoft.com/office/officeart/2018/5/layout/IconLeafLabelList"/>
    <dgm:cxn modelId="{434261BD-5407-44C6-93EE-5C6CD13D2081}" srcId="{CEDAC5EB-A2A5-49AF-AA9A-7C66C6E15E12}" destId="{02A46BFB-FB7D-421A-9507-03783634432E}" srcOrd="1" destOrd="0" parTransId="{0FEAC2B2-8366-44BA-9ACE-9302A3AB241E}" sibTransId="{FEF6ADF8-4FDB-4DB2-8C2B-23328FF731D7}"/>
    <dgm:cxn modelId="{4AA79ECC-7B7B-4BDF-A30E-14506F1399FD}" type="presOf" srcId="{02A46BFB-FB7D-421A-9507-03783634432E}" destId="{DD39F3C1-5629-451E-8E3D-B801B6C29F00}" srcOrd="0" destOrd="0" presId="urn:microsoft.com/office/officeart/2018/5/layout/IconLeafLabelList"/>
    <dgm:cxn modelId="{01EE1FEA-E16F-48DE-B4E2-9D86F4B1ADE4}" type="presOf" srcId="{CEDAC5EB-A2A5-49AF-AA9A-7C66C6E15E12}" destId="{080A209F-2BF1-4855-AA87-CB49EBD34565}" srcOrd="0" destOrd="0" presId="urn:microsoft.com/office/officeart/2018/5/layout/IconLeafLabelList"/>
    <dgm:cxn modelId="{22F853E0-5C37-4366-AED9-FC60783AD796}" type="presParOf" srcId="{080A209F-2BF1-4855-AA87-CB49EBD34565}" destId="{387ED5E9-A8A7-4E70-B524-86812B5586C3}" srcOrd="0" destOrd="0" presId="urn:microsoft.com/office/officeart/2018/5/layout/IconLeafLabelList"/>
    <dgm:cxn modelId="{8FA370FD-7B47-49FB-BDA5-821F567A1FA6}" type="presParOf" srcId="{387ED5E9-A8A7-4E70-B524-86812B5586C3}" destId="{3B31CF6A-4CCF-4DAE-9B04-0CD626C6C3B2}" srcOrd="0" destOrd="0" presId="urn:microsoft.com/office/officeart/2018/5/layout/IconLeafLabelList"/>
    <dgm:cxn modelId="{7CC2AD8E-B1C6-4E7E-A1A3-C0C6DA0051AB}" type="presParOf" srcId="{387ED5E9-A8A7-4E70-B524-86812B5586C3}" destId="{F508CEC5-10A2-426A-ABBD-A71D5774BA5B}" srcOrd="1" destOrd="0" presId="urn:microsoft.com/office/officeart/2018/5/layout/IconLeafLabelList"/>
    <dgm:cxn modelId="{D845EACE-66E3-4332-B14D-04976815AD2E}" type="presParOf" srcId="{387ED5E9-A8A7-4E70-B524-86812B5586C3}" destId="{70BE1730-F709-4079-B066-E8394E65C977}" srcOrd="2" destOrd="0" presId="urn:microsoft.com/office/officeart/2018/5/layout/IconLeafLabelList"/>
    <dgm:cxn modelId="{23F23AA0-0636-4F7D-900C-2501CCF0BD8E}" type="presParOf" srcId="{387ED5E9-A8A7-4E70-B524-86812B5586C3}" destId="{2E186A23-5BAE-4C8B-B2B8-D3CE595534B9}" srcOrd="3" destOrd="0" presId="urn:microsoft.com/office/officeart/2018/5/layout/IconLeafLabelList"/>
    <dgm:cxn modelId="{51CD87D4-5C46-43D1-BFD2-D952EE834D7E}" type="presParOf" srcId="{080A209F-2BF1-4855-AA87-CB49EBD34565}" destId="{7F7D8101-3AF0-43F7-94CC-CF08695CA0DF}" srcOrd="1" destOrd="0" presId="urn:microsoft.com/office/officeart/2018/5/layout/IconLeafLabelList"/>
    <dgm:cxn modelId="{450BDD76-F0CA-41B7-BFBB-5D7209078154}" type="presParOf" srcId="{080A209F-2BF1-4855-AA87-CB49EBD34565}" destId="{E248F706-FB93-467D-B982-185F4B567867}" srcOrd="2" destOrd="0" presId="urn:microsoft.com/office/officeart/2018/5/layout/IconLeafLabelList"/>
    <dgm:cxn modelId="{5755381C-78C7-4D91-9419-4831DAD25B4D}" type="presParOf" srcId="{E248F706-FB93-467D-B982-185F4B567867}" destId="{EF284701-FABD-4D5D-A9CD-7D20BAABB59C}" srcOrd="0" destOrd="0" presId="urn:microsoft.com/office/officeart/2018/5/layout/IconLeafLabelList"/>
    <dgm:cxn modelId="{8E2FA660-F31F-4544-ABA2-C30B34CAACE2}" type="presParOf" srcId="{E248F706-FB93-467D-B982-185F4B567867}" destId="{E12A9D67-2176-4E70-9E28-50CC096B0AEB}" srcOrd="1" destOrd="0" presId="urn:microsoft.com/office/officeart/2018/5/layout/IconLeafLabelList"/>
    <dgm:cxn modelId="{E5526511-D89D-4EBB-B459-9F273BD9B95E}" type="presParOf" srcId="{E248F706-FB93-467D-B982-185F4B567867}" destId="{A2666950-3781-49A6-81CA-3D121DF74B8C}" srcOrd="2" destOrd="0" presId="urn:microsoft.com/office/officeart/2018/5/layout/IconLeafLabelList"/>
    <dgm:cxn modelId="{162AB051-F65A-4E00-BC04-42A4872D0D11}" type="presParOf" srcId="{E248F706-FB93-467D-B982-185F4B567867}" destId="{DD39F3C1-5629-451E-8E3D-B801B6C29F00}" srcOrd="3" destOrd="0" presId="urn:microsoft.com/office/officeart/2018/5/layout/IconLeafLabelList"/>
    <dgm:cxn modelId="{975005B7-A517-4675-A9FE-24CE521D3484}" type="presParOf" srcId="{080A209F-2BF1-4855-AA87-CB49EBD34565}" destId="{8EF802E3-E077-4BF7-BE8B-24DC6E39C90A}" srcOrd="3" destOrd="0" presId="urn:microsoft.com/office/officeart/2018/5/layout/IconLeafLabelList"/>
    <dgm:cxn modelId="{BD2CC74C-EA15-4080-AD0E-0F68BF323682}" type="presParOf" srcId="{080A209F-2BF1-4855-AA87-CB49EBD34565}" destId="{81B083D4-47F7-4C6B-A1B0-691E730D82E6}" srcOrd="4" destOrd="0" presId="urn:microsoft.com/office/officeart/2018/5/layout/IconLeafLabelList"/>
    <dgm:cxn modelId="{EAD12DBC-8785-40F7-86DC-AD2C3AD5575C}" type="presParOf" srcId="{81B083D4-47F7-4C6B-A1B0-691E730D82E6}" destId="{A1E31D01-A2C8-4FEE-8BAD-D486EA0D8B44}" srcOrd="0" destOrd="0" presId="urn:microsoft.com/office/officeart/2018/5/layout/IconLeafLabelList"/>
    <dgm:cxn modelId="{9FD37ECA-EB79-4B54-A97F-5A9CE2513B48}" type="presParOf" srcId="{81B083D4-47F7-4C6B-A1B0-691E730D82E6}" destId="{07FCB51E-DFDE-4FFA-814C-D2EA31DB2E0F}" srcOrd="1" destOrd="0" presId="urn:microsoft.com/office/officeart/2018/5/layout/IconLeafLabelList"/>
    <dgm:cxn modelId="{F15BD40B-0677-4797-B692-8DE703C9343A}" type="presParOf" srcId="{81B083D4-47F7-4C6B-A1B0-691E730D82E6}" destId="{CF874D5E-28DC-4B06-A92E-7B18BFCC8B07}" srcOrd="2" destOrd="0" presId="urn:microsoft.com/office/officeart/2018/5/layout/IconLeafLabelList"/>
    <dgm:cxn modelId="{3F4C0087-8E18-487E-B9AF-5409E93ACA15}" type="presParOf" srcId="{81B083D4-47F7-4C6B-A1B0-691E730D82E6}" destId="{0CE1410B-2EB2-4FDE-8F7D-70FE7C2E4B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BC553FC-567D-4655-B1D3-6363978BB3A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A71CA6-7B41-48CD-8362-307FF701C524}">
      <dgm:prSet/>
      <dgm:spPr/>
      <dgm:t>
        <a:bodyPr/>
        <a:lstStyle/>
        <a:p>
          <a:r>
            <a:rPr lang="en-US" b="0" i="0" baseline="0"/>
            <a:t>Text generation and completion</a:t>
          </a:r>
          <a:endParaRPr lang="en-US"/>
        </a:p>
      </dgm:t>
    </dgm:pt>
    <dgm:pt modelId="{AE6FA7A9-5AF7-41EA-BC1E-E13FAAD270CA}" type="parTrans" cxnId="{038087EF-64E0-4662-81C4-C59A956DA4B3}">
      <dgm:prSet/>
      <dgm:spPr/>
      <dgm:t>
        <a:bodyPr/>
        <a:lstStyle/>
        <a:p>
          <a:endParaRPr lang="en-US"/>
        </a:p>
      </dgm:t>
    </dgm:pt>
    <dgm:pt modelId="{3E29C56B-34B6-4B41-828F-4CA5D5B3830A}" type="sibTrans" cxnId="{038087EF-64E0-4662-81C4-C59A956DA4B3}">
      <dgm:prSet/>
      <dgm:spPr/>
      <dgm:t>
        <a:bodyPr/>
        <a:lstStyle/>
        <a:p>
          <a:endParaRPr lang="en-US"/>
        </a:p>
      </dgm:t>
    </dgm:pt>
    <dgm:pt modelId="{4745A896-65C6-42FD-A15F-29C2D39DABB8}">
      <dgm:prSet/>
      <dgm:spPr/>
      <dgm:t>
        <a:bodyPr/>
        <a:lstStyle/>
        <a:p>
          <a:r>
            <a:rPr lang="en-US" b="0" i="0" baseline="0"/>
            <a:t>Chatbots and conversational AI</a:t>
          </a:r>
          <a:endParaRPr lang="en-US"/>
        </a:p>
      </dgm:t>
    </dgm:pt>
    <dgm:pt modelId="{AB057CEC-D6A7-4729-B5E1-C0B44D25D152}" type="parTrans" cxnId="{700528CD-8959-40FC-B270-9D1F6B27CC1B}">
      <dgm:prSet/>
      <dgm:spPr/>
      <dgm:t>
        <a:bodyPr/>
        <a:lstStyle/>
        <a:p>
          <a:endParaRPr lang="en-US"/>
        </a:p>
      </dgm:t>
    </dgm:pt>
    <dgm:pt modelId="{4D07CC8F-1AC4-419A-A3C3-5BC7D15A48A0}" type="sibTrans" cxnId="{700528CD-8959-40FC-B270-9D1F6B27CC1B}">
      <dgm:prSet/>
      <dgm:spPr/>
      <dgm:t>
        <a:bodyPr/>
        <a:lstStyle/>
        <a:p>
          <a:endParaRPr lang="en-US"/>
        </a:p>
      </dgm:t>
    </dgm:pt>
    <dgm:pt modelId="{F2C18434-8366-43D1-9CDA-17CBEA0D61F2}">
      <dgm:prSet/>
      <dgm:spPr/>
      <dgm:t>
        <a:bodyPr/>
        <a:lstStyle/>
        <a:p>
          <a:r>
            <a:rPr lang="en-US" b="0" i="0" baseline="0"/>
            <a:t>Code generation (e.g., Codex)</a:t>
          </a:r>
          <a:endParaRPr lang="en-US"/>
        </a:p>
      </dgm:t>
    </dgm:pt>
    <dgm:pt modelId="{474E489A-088A-4F96-8DBF-B2F97C50BB5C}" type="parTrans" cxnId="{1B4A24D6-2F74-45E9-84EB-FC485780A9ED}">
      <dgm:prSet/>
      <dgm:spPr/>
      <dgm:t>
        <a:bodyPr/>
        <a:lstStyle/>
        <a:p>
          <a:endParaRPr lang="en-US"/>
        </a:p>
      </dgm:t>
    </dgm:pt>
    <dgm:pt modelId="{65E8C19A-61F6-41AA-B340-489FF729EF52}" type="sibTrans" cxnId="{1B4A24D6-2F74-45E9-84EB-FC485780A9ED}">
      <dgm:prSet/>
      <dgm:spPr/>
      <dgm:t>
        <a:bodyPr/>
        <a:lstStyle/>
        <a:p>
          <a:endParaRPr lang="en-US"/>
        </a:p>
      </dgm:t>
    </dgm:pt>
    <dgm:pt modelId="{D7925D62-9084-4785-B34E-6B7D932DE3DD}">
      <dgm:prSet/>
      <dgm:spPr/>
      <dgm:t>
        <a:bodyPr/>
        <a:lstStyle/>
        <a:p>
          <a:r>
            <a:rPr lang="en-US" b="0" i="0" baseline="0"/>
            <a:t>Story writing, summarization, and translation</a:t>
          </a:r>
          <a:endParaRPr lang="en-US"/>
        </a:p>
      </dgm:t>
    </dgm:pt>
    <dgm:pt modelId="{CA00873D-7724-4DF5-80AC-6920967DD4D7}" type="parTrans" cxnId="{AB8AC1C1-633C-4602-A2B3-DFD583011489}">
      <dgm:prSet/>
      <dgm:spPr/>
      <dgm:t>
        <a:bodyPr/>
        <a:lstStyle/>
        <a:p>
          <a:endParaRPr lang="en-US"/>
        </a:p>
      </dgm:t>
    </dgm:pt>
    <dgm:pt modelId="{BE811DF1-A104-4A69-85C0-DC007802B424}" type="sibTrans" cxnId="{AB8AC1C1-633C-4602-A2B3-DFD583011489}">
      <dgm:prSet/>
      <dgm:spPr/>
      <dgm:t>
        <a:bodyPr/>
        <a:lstStyle/>
        <a:p>
          <a:endParaRPr lang="en-US"/>
        </a:p>
      </dgm:t>
    </dgm:pt>
    <dgm:pt modelId="{7DB50706-9DDE-49E5-9126-95E2AC86173F}" type="pres">
      <dgm:prSet presAssocID="{BBC553FC-567D-4655-B1D3-6363978BB3AE}" presName="root" presStyleCnt="0">
        <dgm:presLayoutVars>
          <dgm:dir/>
          <dgm:resizeHandles val="exact"/>
        </dgm:presLayoutVars>
      </dgm:prSet>
      <dgm:spPr/>
    </dgm:pt>
    <dgm:pt modelId="{7EBFD127-7AB7-4625-8A19-F84BCE358417}" type="pres">
      <dgm:prSet presAssocID="{06A71CA6-7B41-48CD-8362-307FF701C524}" presName="compNode" presStyleCnt="0"/>
      <dgm:spPr/>
    </dgm:pt>
    <dgm:pt modelId="{C75BF1ED-EDCD-47B8-92E3-CE74B6044BE7}" type="pres">
      <dgm:prSet presAssocID="{06A71CA6-7B41-48CD-8362-307FF701C5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634B912-2F2A-4E28-906A-B4CBDBB624F6}" type="pres">
      <dgm:prSet presAssocID="{06A71CA6-7B41-48CD-8362-307FF701C524}" presName="spaceRect" presStyleCnt="0"/>
      <dgm:spPr/>
    </dgm:pt>
    <dgm:pt modelId="{24A96190-56C0-421A-83EE-FE78A37D8FB5}" type="pres">
      <dgm:prSet presAssocID="{06A71CA6-7B41-48CD-8362-307FF701C524}" presName="textRect" presStyleLbl="revTx" presStyleIdx="0" presStyleCnt="4">
        <dgm:presLayoutVars>
          <dgm:chMax val="1"/>
          <dgm:chPref val="1"/>
        </dgm:presLayoutVars>
      </dgm:prSet>
      <dgm:spPr/>
    </dgm:pt>
    <dgm:pt modelId="{24590506-0E4A-4388-B744-044111F3C738}" type="pres">
      <dgm:prSet presAssocID="{3E29C56B-34B6-4B41-828F-4CA5D5B3830A}" presName="sibTrans" presStyleCnt="0"/>
      <dgm:spPr/>
    </dgm:pt>
    <dgm:pt modelId="{BFA0390F-6ACB-46A8-93C9-2400D07E48C8}" type="pres">
      <dgm:prSet presAssocID="{4745A896-65C6-42FD-A15F-29C2D39DABB8}" presName="compNode" presStyleCnt="0"/>
      <dgm:spPr/>
    </dgm:pt>
    <dgm:pt modelId="{56A5D238-01A4-4DF2-A2F9-CC8F0170E52E}" type="pres">
      <dgm:prSet presAssocID="{4745A896-65C6-42FD-A15F-29C2D39DAB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1B52292-293F-443D-A85F-61A4AA5246F8}" type="pres">
      <dgm:prSet presAssocID="{4745A896-65C6-42FD-A15F-29C2D39DABB8}" presName="spaceRect" presStyleCnt="0"/>
      <dgm:spPr/>
    </dgm:pt>
    <dgm:pt modelId="{59909FBE-3ABF-433C-9DF3-69D52F534939}" type="pres">
      <dgm:prSet presAssocID="{4745A896-65C6-42FD-A15F-29C2D39DABB8}" presName="textRect" presStyleLbl="revTx" presStyleIdx="1" presStyleCnt="4">
        <dgm:presLayoutVars>
          <dgm:chMax val="1"/>
          <dgm:chPref val="1"/>
        </dgm:presLayoutVars>
      </dgm:prSet>
      <dgm:spPr/>
    </dgm:pt>
    <dgm:pt modelId="{20EA8273-9D89-4225-8681-DAC54567BCB4}" type="pres">
      <dgm:prSet presAssocID="{4D07CC8F-1AC4-419A-A3C3-5BC7D15A48A0}" presName="sibTrans" presStyleCnt="0"/>
      <dgm:spPr/>
    </dgm:pt>
    <dgm:pt modelId="{DE328CD1-59F9-44D6-9FB1-E6F161C1C8ED}" type="pres">
      <dgm:prSet presAssocID="{F2C18434-8366-43D1-9CDA-17CBEA0D61F2}" presName="compNode" presStyleCnt="0"/>
      <dgm:spPr/>
    </dgm:pt>
    <dgm:pt modelId="{B307506F-5B7D-4759-B2AE-4F08AD1E313B}" type="pres">
      <dgm:prSet presAssocID="{F2C18434-8366-43D1-9CDA-17CBEA0D61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6642846-BE27-4C0E-9759-9B94A28AA830}" type="pres">
      <dgm:prSet presAssocID="{F2C18434-8366-43D1-9CDA-17CBEA0D61F2}" presName="spaceRect" presStyleCnt="0"/>
      <dgm:spPr/>
    </dgm:pt>
    <dgm:pt modelId="{7088A073-6A15-464C-91D3-653398BE78BA}" type="pres">
      <dgm:prSet presAssocID="{F2C18434-8366-43D1-9CDA-17CBEA0D61F2}" presName="textRect" presStyleLbl="revTx" presStyleIdx="2" presStyleCnt="4">
        <dgm:presLayoutVars>
          <dgm:chMax val="1"/>
          <dgm:chPref val="1"/>
        </dgm:presLayoutVars>
      </dgm:prSet>
      <dgm:spPr/>
    </dgm:pt>
    <dgm:pt modelId="{9C00CF15-02BF-482C-8BD8-24455B4480F3}" type="pres">
      <dgm:prSet presAssocID="{65E8C19A-61F6-41AA-B340-489FF729EF52}" presName="sibTrans" presStyleCnt="0"/>
      <dgm:spPr/>
    </dgm:pt>
    <dgm:pt modelId="{E5EB93DD-9EE4-4326-B4D2-8F34E24A5571}" type="pres">
      <dgm:prSet presAssocID="{D7925D62-9084-4785-B34E-6B7D932DE3DD}" presName="compNode" presStyleCnt="0"/>
      <dgm:spPr/>
    </dgm:pt>
    <dgm:pt modelId="{B7C08CF2-20F4-46C3-BE7B-4E6DB5A4A69C}" type="pres">
      <dgm:prSet presAssocID="{D7925D62-9084-4785-B34E-6B7D932DE3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3C0D96C-A58F-4EF5-8B5B-9F9AD0CE976B}" type="pres">
      <dgm:prSet presAssocID="{D7925D62-9084-4785-B34E-6B7D932DE3DD}" presName="spaceRect" presStyleCnt="0"/>
      <dgm:spPr/>
    </dgm:pt>
    <dgm:pt modelId="{087E2EB2-7942-4E2F-9164-E7E0492EC0CD}" type="pres">
      <dgm:prSet presAssocID="{D7925D62-9084-4785-B34E-6B7D932DE3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B1922B-1AE4-4013-B501-037BB969C2CD}" type="presOf" srcId="{06A71CA6-7B41-48CD-8362-307FF701C524}" destId="{24A96190-56C0-421A-83EE-FE78A37D8FB5}" srcOrd="0" destOrd="0" presId="urn:microsoft.com/office/officeart/2018/2/layout/IconLabelList"/>
    <dgm:cxn modelId="{8AAEEA52-950D-446B-8318-AD1ED8D69993}" type="presOf" srcId="{4745A896-65C6-42FD-A15F-29C2D39DABB8}" destId="{59909FBE-3ABF-433C-9DF3-69D52F534939}" srcOrd="0" destOrd="0" presId="urn:microsoft.com/office/officeart/2018/2/layout/IconLabelList"/>
    <dgm:cxn modelId="{806649AA-FEDD-42FD-8585-6312C0A1B38F}" type="presOf" srcId="{D7925D62-9084-4785-B34E-6B7D932DE3DD}" destId="{087E2EB2-7942-4E2F-9164-E7E0492EC0CD}" srcOrd="0" destOrd="0" presId="urn:microsoft.com/office/officeart/2018/2/layout/IconLabelList"/>
    <dgm:cxn modelId="{2CDB58B0-942F-4CF2-B4DE-07F16164CCAA}" type="presOf" srcId="{F2C18434-8366-43D1-9CDA-17CBEA0D61F2}" destId="{7088A073-6A15-464C-91D3-653398BE78BA}" srcOrd="0" destOrd="0" presId="urn:microsoft.com/office/officeart/2018/2/layout/IconLabelList"/>
    <dgm:cxn modelId="{AB8AC1C1-633C-4602-A2B3-DFD583011489}" srcId="{BBC553FC-567D-4655-B1D3-6363978BB3AE}" destId="{D7925D62-9084-4785-B34E-6B7D932DE3DD}" srcOrd="3" destOrd="0" parTransId="{CA00873D-7724-4DF5-80AC-6920967DD4D7}" sibTransId="{BE811DF1-A104-4A69-85C0-DC007802B424}"/>
    <dgm:cxn modelId="{700528CD-8959-40FC-B270-9D1F6B27CC1B}" srcId="{BBC553FC-567D-4655-B1D3-6363978BB3AE}" destId="{4745A896-65C6-42FD-A15F-29C2D39DABB8}" srcOrd="1" destOrd="0" parTransId="{AB057CEC-D6A7-4729-B5E1-C0B44D25D152}" sibTransId="{4D07CC8F-1AC4-419A-A3C3-5BC7D15A48A0}"/>
    <dgm:cxn modelId="{1B4A24D6-2F74-45E9-84EB-FC485780A9ED}" srcId="{BBC553FC-567D-4655-B1D3-6363978BB3AE}" destId="{F2C18434-8366-43D1-9CDA-17CBEA0D61F2}" srcOrd="2" destOrd="0" parTransId="{474E489A-088A-4F96-8DBF-B2F97C50BB5C}" sibTransId="{65E8C19A-61F6-41AA-B340-489FF729EF52}"/>
    <dgm:cxn modelId="{30A64FD7-02E8-47E9-AF43-D5E13151DA98}" type="presOf" srcId="{BBC553FC-567D-4655-B1D3-6363978BB3AE}" destId="{7DB50706-9DDE-49E5-9126-95E2AC86173F}" srcOrd="0" destOrd="0" presId="urn:microsoft.com/office/officeart/2018/2/layout/IconLabelList"/>
    <dgm:cxn modelId="{038087EF-64E0-4662-81C4-C59A956DA4B3}" srcId="{BBC553FC-567D-4655-B1D3-6363978BB3AE}" destId="{06A71CA6-7B41-48CD-8362-307FF701C524}" srcOrd="0" destOrd="0" parTransId="{AE6FA7A9-5AF7-41EA-BC1E-E13FAAD270CA}" sibTransId="{3E29C56B-34B6-4B41-828F-4CA5D5B3830A}"/>
    <dgm:cxn modelId="{E1DE56CD-28E6-494B-99C6-7DA772E962E4}" type="presParOf" srcId="{7DB50706-9DDE-49E5-9126-95E2AC86173F}" destId="{7EBFD127-7AB7-4625-8A19-F84BCE358417}" srcOrd="0" destOrd="0" presId="urn:microsoft.com/office/officeart/2018/2/layout/IconLabelList"/>
    <dgm:cxn modelId="{7FB5EC3F-81E5-4403-8E55-792EE16E45E4}" type="presParOf" srcId="{7EBFD127-7AB7-4625-8A19-F84BCE358417}" destId="{C75BF1ED-EDCD-47B8-92E3-CE74B6044BE7}" srcOrd="0" destOrd="0" presId="urn:microsoft.com/office/officeart/2018/2/layout/IconLabelList"/>
    <dgm:cxn modelId="{AE9172AF-FA94-42C9-A2AC-96924B6A338F}" type="presParOf" srcId="{7EBFD127-7AB7-4625-8A19-F84BCE358417}" destId="{3634B912-2F2A-4E28-906A-B4CBDBB624F6}" srcOrd="1" destOrd="0" presId="urn:microsoft.com/office/officeart/2018/2/layout/IconLabelList"/>
    <dgm:cxn modelId="{DE0CAFA4-EC04-4E98-9096-70785E535BE1}" type="presParOf" srcId="{7EBFD127-7AB7-4625-8A19-F84BCE358417}" destId="{24A96190-56C0-421A-83EE-FE78A37D8FB5}" srcOrd="2" destOrd="0" presId="urn:microsoft.com/office/officeart/2018/2/layout/IconLabelList"/>
    <dgm:cxn modelId="{C13CFD42-FC80-4B58-A4C9-F6B4F0257A32}" type="presParOf" srcId="{7DB50706-9DDE-49E5-9126-95E2AC86173F}" destId="{24590506-0E4A-4388-B744-044111F3C738}" srcOrd="1" destOrd="0" presId="urn:microsoft.com/office/officeart/2018/2/layout/IconLabelList"/>
    <dgm:cxn modelId="{7929FD65-E3CC-4142-BF67-A40A779E8A42}" type="presParOf" srcId="{7DB50706-9DDE-49E5-9126-95E2AC86173F}" destId="{BFA0390F-6ACB-46A8-93C9-2400D07E48C8}" srcOrd="2" destOrd="0" presId="urn:microsoft.com/office/officeart/2018/2/layout/IconLabelList"/>
    <dgm:cxn modelId="{AE9503BB-5643-464B-8572-E2618BC951E4}" type="presParOf" srcId="{BFA0390F-6ACB-46A8-93C9-2400D07E48C8}" destId="{56A5D238-01A4-4DF2-A2F9-CC8F0170E52E}" srcOrd="0" destOrd="0" presId="urn:microsoft.com/office/officeart/2018/2/layout/IconLabelList"/>
    <dgm:cxn modelId="{7AE5A002-6474-47F1-9A8F-8BAB97CE2D1E}" type="presParOf" srcId="{BFA0390F-6ACB-46A8-93C9-2400D07E48C8}" destId="{71B52292-293F-443D-A85F-61A4AA5246F8}" srcOrd="1" destOrd="0" presId="urn:microsoft.com/office/officeart/2018/2/layout/IconLabelList"/>
    <dgm:cxn modelId="{678973B5-24D1-4D8E-9130-A9EBE650146C}" type="presParOf" srcId="{BFA0390F-6ACB-46A8-93C9-2400D07E48C8}" destId="{59909FBE-3ABF-433C-9DF3-69D52F534939}" srcOrd="2" destOrd="0" presId="urn:microsoft.com/office/officeart/2018/2/layout/IconLabelList"/>
    <dgm:cxn modelId="{7518429E-F887-45C9-9A14-44C2D5B2B3C0}" type="presParOf" srcId="{7DB50706-9DDE-49E5-9126-95E2AC86173F}" destId="{20EA8273-9D89-4225-8681-DAC54567BCB4}" srcOrd="3" destOrd="0" presId="urn:microsoft.com/office/officeart/2018/2/layout/IconLabelList"/>
    <dgm:cxn modelId="{997A4D42-6486-437E-99DF-3A0D2950D255}" type="presParOf" srcId="{7DB50706-9DDE-49E5-9126-95E2AC86173F}" destId="{DE328CD1-59F9-44D6-9FB1-E6F161C1C8ED}" srcOrd="4" destOrd="0" presId="urn:microsoft.com/office/officeart/2018/2/layout/IconLabelList"/>
    <dgm:cxn modelId="{FEC82479-C914-40CC-9663-178A20D6A35C}" type="presParOf" srcId="{DE328CD1-59F9-44D6-9FB1-E6F161C1C8ED}" destId="{B307506F-5B7D-4759-B2AE-4F08AD1E313B}" srcOrd="0" destOrd="0" presId="urn:microsoft.com/office/officeart/2018/2/layout/IconLabelList"/>
    <dgm:cxn modelId="{3E23DE9C-06E7-4D2E-9895-9AFF2AF266D4}" type="presParOf" srcId="{DE328CD1-59F9-44D6-9FB1-E6F161C1C8ED}" destId="{D6642846-BE27-4C0E-9759-9B94A28AA830}" srcOrd="1" destOrd="0" presId="urn:microsoft.com/office/officeart/2018/2/layout/IconLabelList"/>
    <dgm:cxn modelId="{E3271278-B846-4574-917E-3E8A4D082E39}" type="presParOf" srcId="{DE328CD1-59F9-44D6-9FB1-E6F161C1C8ED}" destId="{7088A073-6A15-464C-91D3-653398BE78BA}" srcOrd="2" destOrd="0" presId="urn:microsoft.com/office/officeart/2018/2/layout/IconLabelList"/>
    <dgm:cxn modelId="{EE79A943-A463-4562-A57D-1BC88F1A1CA9}" type="presParOf" srcId="{7DB50706-9DDE-49E5-9126-95E2AC86173F}" destId="{9C00CF15-02BF-482C-8BD8-24455B4480F3}" srcOrd="5" destOrd="0" presId="urn:microsoft.com/office/officeart/2018/2/layout/IconLabelList"/>
    <dgm:cxn modelId="{79CA45C6-F284-4CE6-A695-D34B633AE2A8}" type="presParOf" srcId="{7DB50706-9DDE-49E5-9126-95E2AC86173F}" destId="{E5EB93DD-9EE4-4326-B4D2-8F34E24A5571}" srcOrd="6" destOrd="0" presId="urn:microsoft.com/office/officeart/2018/2/layout/IconLabelList"/>
    <dgm:cxn modelId="{E06B6730-BD1E-452E-AA68-93CE72845F37}" type="presParOf" srcId="{E5EB93DD-9EE4-4326-B4D2-8F34E24A5571}" destId="{B7C08CF2-20F4-46C3-BE7B-4E6DB5A4A69C}" srcOrd="0" destOrd="0" presId="urn:microsoft.com/office/officeart/2018/2/layout/IconLabelList"/>
    <dgm:cxn modelId="{24199621-8B5B-4D1E-A859-8E64609E186F}" type="presParOf" srcId="{E5EB93DD-9EE4-4326-B4D2-8F34E24A5571}" destId="{D3C0D96C-A58F-4EF5-8B5B-9F9AD0CE976B}" srcOrd="1" destOrd="0" presId="urn:microsoft.com/office/officeart/2018/2/layout/IconLabelList"/>
    <dgm:cxn modelId="{130C76FB-9FA2-4172-A287-E59A994027A8}" type="presParOf" srcId="{E5EB93DD-9EE4-4326-B4D2-8F34E24A5571}" destId="{087E2EB2-7942-4E2F-9164-E7E0492EC0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6922F-7B11-4044-AF46-35C61B98B70D}">
      <dsp:nvSpPr>
        <dsp:cNvPr id="0" name=""/>
        <dsp:cNvSpPr/>
      </dsp:nvSpPr>
      <dsp:spPr>
        <a:xfrm>
          <a:off x="485937" y="1418342"/>
          <a:ext cx="794179" cy="7941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354E3-802E-46AC-A4ED-D0E5C3FAF945}">
      <dsp:nvSpPr>
        <dsp:cNvPr id="0" name=""/>
        <dsp:cNvSpPr/>
      </dsp:nvSpPr>
      <dsp:spPr>
        <a:xfrm>
          <a:off x="605" y="2490747"/>
          <a:ext cx="1764843" cy="727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NLP stands for </a:t>
          </a:r>
          <a:r>
            <a:rPr lang="en-US" sz="1100" b="1" i="0" kern="1200" baseline="0"/>
            <a:t>Natural Language Processing</a:t>
          </a:r>
          <a:r>
            <a:rPr lang="en-US" sz="1100" b="0" i="0" kern="1200" baseline="0"/>
            <a:t>.</a:t>
          </a:r>
          <a:endParaRPr lang="en-US" sz="1100" kern="1200"/>
        </a:p>
      </dsp:txBody>
      <dsp:txXfrm>
        <a:off x="605" y="2490747"/>
        <a:ext cx="1764843" cy="727998"/>
      </dsp:txXfrm>
    </dsp:sp>
    <dsp:sp modelId="{9E29DE46-CCA0-486A-B9D2-B2D9D3246758}">
      <dsp:nvSpPr>
        <dsp:cNvPr id="0" name=""/>
        <dsp:cNvSpPr/>
      </dsp:nvSpPr>
      <dsp:spPr>
        <a:xfrm>
          <a:off x="2559628" y="1418342"/>
          <a:ext cx="794179" cy="7941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663E2-242A-4005-95BA-D49B5D3EBC8A}">
      <dsp:nvSpPr>
        <dsp:cNvPr id="0" name=""/>
        <dsp:cNvSpPr/>
      </dsp:nvSpPr>
      <dsp:spPr>
        <a:xfrm>
          <a:off x="2074296" y="2490747"/>
          <a:ext cx="1764843" cy="727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It is a branch of </a:t>
          </a:r>
          <a:r>
            <a:rPr lang="en-US" sz="1100" b="1" i="0" kern="1200" baseline="0"/>
            <a:t>Artificial Intelligence (AI)</a:t>
          </a:r>
          <a:r>
            <a:rPr lang="en-US" sz="1100" b="0" i="0" kern="1200" baseline="0"/>
            <a:t> that helps computers understand, interpret, and generate human language.</a:t>
          </a:r>
          <a:endParaRPr lang="en-US" sz="1100" kern="1200"/>
        </a:p>
      </dsp:txBody>
      <dsp:txXfrm>
        <a:off x="2074296" y="2490747"/>
        <a:ext cx="1764843" cy="727998"/>
      </dsp:txXfrm>
    </dsp:sp>
    <dsp:sp modelId="{F425FEB3-EBD7-4DA7-81BC-EC9FC983924D}">
      <dsp:nvSpPr>
        <dsp:cNvPr id="0" name=""/>
        <dsp:cNvSpPr/>
      </dsp:nvSpPr>
      <dsp:spPr>
        <a:xfrm>
          <a:off x="4633320" y="1418342"/>
          <a:ext cx="794179" cy="7941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6D6B2-F669-48EB-BDBB-7357E32595D8}">
      <dsp:nvSpPr>
        <dsp:cNvPr id="0" name=""/>
        <dsp:cNvSpPr/>
      </dsp:nvSpPr>
      <dsp:spPr>
        <a:xfrm>
          <a:off x="4147988" y="2490747"/>
          <a:ext cx="1764843" cy="727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Goal:</a:t>
          </a:r>
          <a:r>
            <a:rPr lang="en-US" sz="1100" b="0" i="0" kern="1200" baseline="0"/>
            <a:t> Enable communication between humans and machines using natural language.</a:t>
          </a:r>
          <a:endParaRPr lang="en-US" sz="1100" kern="1200"/>
        </a:p>
      </dsp:txBody>
      <dsp:txXfrm>
        <a:off x="4147988" y="2490747"/>
        <a:ext cx="1764843" cy="7279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E5250C-111C-4973-9472-F6267DCA014A}">
      <dsp:nvSpPr>
        <dsp:cNvPr id="0" name=""/>
        <dsp:cNvSpPr/>
      </dsp:nvSpPr>
      <dsp:spPr>
        <a:xfrm>
          <a:off x="0" y="35424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Automates text and speech-based tasks.</a:t>
          </a:r>
          <a:endParaRPr lang="en-US" sz="2800" kern="1200"/>
        </a:p>
      </dsp:txBody>
      <dsp:txXfrm>
        <a:off x="52774" y="88198"/>
        <a:ext cx="5807889" cy="975532"/>
      </dsp:txXfrm>
    </dsp:sp>
    <dsp:sp modelId="{45AF4B5C-1247-47D9-8DB5-B3ADFD52BE32}">
      <dsp:nvSpPr>
        <dsp:cNvPr id="0" name=""/>
        <dsp:cNvSpPr/>
      </dsp:nvSpPr>
      <dsp:spPr>
        <a:xfrm>
          <a:off x="0" y="1197144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Enhances user experience in virtual assistants.</a:t>
          </a:r>
          <a:endParaRPr lang="en-US" sz="2800" kern="1200"/>
        </a:p>
      </dsp:txBody>
      <dsp:txXfrm>
        <a:off x="52774" y="1249918"/>
        <a:ext cx="5807889" cy="975532"/>
      </dsp:txXfrm>
    </dsp:sp>
    <dsp:sp modelId="{6867E6AC-C679-4322-9DAF-79AF7BFB486F}">
      <dsp:nvSpPr>
        <dsp:cNvPr id="0" name=""/>
        <dsp:cNvSpPr/>
      </dsp:nvSpPr>
      <dsp:spPr>
        <a:xfrm>
          <a:off x="0" y="2358864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Helps analyze large volumes of textual data efficiently.</a:t>
          </a:r>
          <a:endParaRPr lang="en-US" sz="2800" kern="1200"/>
        </a:p>
      </dsp:txBody>
      <dsp:txXfrm>
        <a:off x="52774" y="2411638"/>
        <a:ext cx="5807889" cy="975532"/>
      </dsp:txXfrm>
    </dsp:sp>
    <dsp:sp modelId="{4A6D582B-9CA4-488C-A943-29E91BCA9B59}">
      <dsp:nvSpPr>
        <dsp:cNvPr id="0" name=""/>
        <dsp:cNvSpPr/>
      </dsp:nvSpPr>
      <dsp:spPr>
        <a:xfrm>
          <a:off x="0" y="3520583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Used in real-world applications like translation and chatbots.</a:t>
          </a:r>
          <a:endParaRPr lang="en-US" sz="2800" kern="1200"/>
        </a:p>
      </dsp:txBody>
      <dsp:txXfrm>
        <a:off x="52774" y="3573357"/>
        <a:ext cx="5807889" cy="9755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FA974-9152-423D-9935-FD03A5A1E0BE}">
      <dsp:nvSpPr>
        <dsp:cNvPr id="0" name=""/>
        <dsp:cNvSpPr/>
      </dsp:nvSpPr>
      <dsp:spPr>
        <a:xfrm>
          <a:off x="0" y="3622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A1999-F66F-40B8-A173-2DE01FB684B9}">
      <dsp:nvSpPr>
        <dsp:cNvPr id="0" name=""/>
        <dsp:cNvSpPr/>
      </dsp:nvSpPr>
      <dsp:spPr>
        <a:xfrm>
          <a:off x="233421" y="177241"/>
          <a:ext cx="424402" cy="424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E07AF-AFAF-4081-A40B-CEF9BA810F38}">
      <dsp:nvSpPr>
        <dsp:cNvPr id="0" name=""/>
        <dsp:cNvSpPr/>
      </dsp:nvSpPr>
      <dsp:spPr>
        <a:xfrm>
          <a:off x="891244" y="3622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Machine Translation:</a:t>
          </a:r>
          <a:r>
            <a:rPr lang="en-US" sz="1900" b="0" i="0" kern="1200" baseline="0"/>
            <a:t> Google Translate.</a:t>
          </a:r>
          <a:endParaRPr lang="en-US" sz="1900" kern="1200"/>
        </a:p>
      </dsp:txBody>
      <dsp:txXfrm>
        <a:off x="891244" y="3622"/>
        <a:ext cx="5022192" cy="771640"/>
      </dsp:txXfrm>
    </dsp:sp>
    <dsp:sp modelId="{3CD8D21E-92CA-402A-992A-1EDB35AFCF5B}">
      <dsp:nvSpPr>
        <dsp:cNvPr id="0" name=""/>
        <dsp:cNvSpPr/>
      </dsp:nvSpPr>
      <dsp:spPr>
        <a:xfrm>
          <a:off x="0" y="96817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D8AA6-B5EE-41F0-BC47-020FFC1F973D}">
      <dsp:nvSpPr>
        <dsp:cNvPr id="0" name=""/>
        <dsp:cNvSpPr/>
      </dsp:nvSpPr>
      <dsp:spPr>
        <a:xfrm>
          <a:off x="233421" y="1141792"/>
          <a:ext cx="424402" cy="424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61A8C-1551-45AF-9439-BBA7DE242683}">
      <dsp:nvSpPr>
        <dsp:cNvPr id="0" name=""/>
        <dsp:cNvSpPr/>
      </dsp:nvSpPr>
      <dsp:spPr>
        <a:xfrm>
          <a:off x="891244" y="96817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Chatbots and Virtual Assistants:</a:t>
          </a:r>
          <a:r>
            <a:rPr lang="en-US" sz="1900" b="0" i="0" kern="1200" baseline="0"/>
            <a:t> Siri, Alexa, ChatGPT.</a:t>
          </a:r>
          <a:endParaRPr lang="en-US" sz="1900" kern="1200"/>
        </a:p>
      </dsp:txBody>
      <dsp:txXfrm>
        <a:off x="891244" y="968173"/>
        <a:ext cx="5022192" cy="771640"/>
      </dsp:txXfrm>
    </dsp:sp>
    <dsp:sp modelId="{F9AABEE5-ED3D-48BB-B110-47CFC778943A}">
      <dsp:nvSpPr>
        <dsp:cNvPr id="0" name=""/>
        <dsp:cNvSpPr/>
      </dsp:nvSpPr>
      <dsp:spPr>
        <a:xfrm>
          <a:off x="0" y="193272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1B8E53-5520-4398-927A-D040B4CFA3E8}">
      <dsp:nvSpPr>
        <dsp:cNvPr id="0" name=""/>
        <dsp:cNvSpPr/>
      </dsp:nvSpPr>
      <dsp:spPr>
        <a:xfrm>
          <a:off x="233421" y="2106342"/>
          <a:ext cx="424402" cy="424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FBC45-13E1-442D-8E9C-231AB5BC101B}">
      <dsp:nvSpPr>
        <dsp:cNvPr id="0" name=""/>
        <dsp:cNvSpPr/>
      </dsp:nvSpPr>
      <dsp:spPr>
        <a:xfrm>
          <a:off x="891244" y="193272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Sentiment Analysis:</a:t>
          </a:r>
          <a:r>
            <a:rPr lang="en-US" sz="1900" b="0" i="0" kern="1200" baseline="0"/>
            <a:t> Understanding opinions from social media.</a:t>
          </a:r>
          <a:endParaRPr lang="en-US" sz="1900" kern="1200"/>
        </a:p>
      </dsp:txBody>
      <dsp:txXfrm>
        <a:off x="891244" y="1932723"/>
        <a:ext cx="5022192" cy="771640"/>
      </dsp:txXfrm>
    </dsp:sp>
    <dsp:sp modelId="{15779F1E-ABCC-4CD5-8E91-93966962FCA8}">
      <dsp:nvSpPr>
        <dsp:cNvPr id="0" name=""/>
        <dsp:cNvSpPr/>
      </dsp:nvSpPr>
      <dsp:spPr>
        <a:xfrm>
          <a:off x="0" y="289727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A5FCA-E138-4D8E-AD0D-433F835F3C5F}">
      <dsp:nvSpPr>
        <dsp:cNvPr id="0" name=""/>
        <dsp:cNvSpPr/>
      </dsp:nvSpPr>
      <dsp:spPr>
        <a:xfrm>
          <a:off x="233421" y="3070893"/>
          <a:ext cx="424402" cy="424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27564-62C8-4645-A4D2-103DE5D610CD}">
      <dsp:nvSpPr>
        <dsp:cNvPr id="0" name=""/>
        <dsp:cNvSpPr/>
      </dsp:nvSpPr>
      <dsp:spPr>
        <a:xfrm>
          <a:off x="891244" y="289727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Text Summarization:</a:t>
          </a:r>
          <a:r>
            <a:rPr lang="en-US" sz="1900" b="0" i="0" kern="1200" baseline="0"/>
            <a:t> Condensing long documents.</a:t>
          </a:r>
          <a:endParaRPr lang="en-US" sz="1900" kern="1200"/>
        </a:p>
      </dsp:txBody>
      <dsp:txXfrm>
        <a:off x="891244" y="2897274"/>
        <a:ext cx="5022192" cy="771640"/>
      </dsp:txXfrm>
    </dsp:sp>
    <dsp:sp modelId="{71DD9D40-33CA-41D2-A8F4-C1671EE034A7}">
      <dsp:nvSpPr>
        <dsp:cNvPr id="0" name=""/>
        <dsp:cNvSpPr/>
      </dsp:nvSpPr>
      <dsp:spPr>
        <a:xfrm>
          <a:off x="0" y="386182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98B634-501E-4268-A573-9CD25C020EF6}">
      <dsp:nvSpPr>
        <dsp:cNvPr id="0" name=""/>
        <dsp:cNvSpPr/>
      </dsp:nvSpPr>
      <dsp:spPr>
        <a:xfrm>
          <a:off x="233421" y="4035443"/>
          <a:ext cx="424402" cy="424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CFADD-06EE-4D8C-A5C9-148D9A523C46}">
      <dsp:nvSpPr>
        <dsp:cNvPr id="0" name=""/>
        <dsp:cNvSpPr/>
      </dsp:nvSpPr>
      <dsp:spPr>
        <a:xfrm>
          <a:off x="891244" y="386182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Speech Recognition:</a:t>
          </a:r>
          <a:r>
            <a:rPr lang="en-US" sz="1900" b="0" i="0" kern="1200" baseline="0"/>
            <a:t> Voice commands in mobile devices.</a:t>
          </a:r>
          <a:endParaRPr lang="en-US" sz="1900" kern="1200"/>
        </a:p>
      </dsp:txBody>
      <dsp:txXfrm>
        <a:off x="891244" y="3861824"/>
        <a:ext cx="5022192" cy="771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7E498-D748-465D-B4A9-17325A74C0DB}">
      <dsp:nvSpPr>
        <dsp:cNvPr id="0" name=""/>
        <dsp:cNvSpPr/>
      </dsp:nvSpPr>
      <dsp:spPr>
        <a:xfrm>
          <a:off x="0" y="3622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18457-9A82-4343-BC51-EADDE9F0592C}">
      <dsp:nvSpPr>
        <dsp:cNvPr id="0" name=""/>
        <dsp:cNvSpPr/>
      </dsp:nvSpPr>
      <dsp:spPr>
        <a:xfrm>
          <a:off x="233421" y="177241"/>
          <a:ext cx="424402" cy="424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58B63-5B27-4C91-BCBF-A32677D7D7B9}">
      <dsp:nvSpPr>
        <dsp:cNvPr id="0" name=""/>
        <dsp:cNvSpPr/>
      </dsp:nvSpPr>
      <dsp:spPr>
        <a:xfrm>
          <a:off x="891244" y="3622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Morphological Analysis:</a:t>
          </a:r>
          <a:r>
            <a:rPr lang="en-IN" sz="1900" kern="1200"/>
            <a:t> Word structure.</a:t>
          </a:r>
          <a:endParaRPr lang="en-US" sz="1900" kern="1200"/>
        </a:p>
      </dsp:txBody>
      <dsp:txXfrm>
        <a:off x="891244" y="3622"/>
        <a:ext cx="5022192" cy="771640"/>
      </dsp:txXfrm>
    </dsp:sp>
    <dsp:sp modelId="{C4F36E01-0B95-4B58-87A1-BFED5EDA0559}">
      <dsp:nvSpPr>
        <dsp:cNvPr id="0" name=""/>
        <dsp:cNvSpPr/>
      </dsp:nvSpPr>
      <dsp:spPr>
        <a:xfrm>
          <a:off x="0" y="96817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A63FA-94E7-4F80-A5A0-2CC3E9B9955F}">
      <dsp:nvSpPr>
        <dsp:cNvPr id="0" name=""/>
        <dsp:cNvSpPr/>
      </dsp:nvSpPr>
      <dsp:spPr>
        <a:xfrm>
          <a:off x="233421" y="1141792"/>
          <a:ext cx="424402" cy="424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D5B3B-4C31-4153-9C47-B1086686C016}">
      <dsp:nvSpPr>
        <dsp:cNvPr id="0" name=""/>
        <dsp:cNvSpPr/>
      </dsp:nvSpPr>
      <dsp:spPr>
        <a:xfrm>
          <a:off x="891244" y="96817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Syntax Analysis:</a:t>
          </a:r>
          <a:r>
            <a:rPr lang="en-IN" sz="1900" kern="1200"/>
            <a:t> Grammar and sentence formation.</a:t>
          </a:r>
          <a:endParaRPr lang="en-US" sz="1900" kern="1200"/>
        </a:p>
      </dsp:txBody>
      <dsp:txXfrm>
        <a:off x="891244" y="968173"/>
        <a:ext cx="5022192" cy="771640"/>
      </dsp:txXfrm>
    </dsp:sp>
    <dsp:sp modelId="{603DEFD1-BC11-48B0-A33E-1F43B35ED495}">
      <dsp:nvSpPr>
        <dsp:cNvPr id="0" name=""/>
        <dsp:cNvSpPr/>
      </dsp:nvSpPr>
      <dsp:spPr>
        <a:xfrm>
          <a:off x="0" y="193272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200D5-67A8-44BD-818C-6FB94F89B3E4}">
      <dsp:nvSpPr>
        <dsp:cNvPr id="0" name=""/>
        <dsp:cNvSpPr/>
      </dsp:nvSpPr>
      <dsp:spPr>
        <a:xfrm>
          <a:off x="233421" y="2106342"/>
          <a:ext cx="424402" cy="424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CC826-22AB-4143-B051-D18577A81983}">
      <dsp:nvSpPr>
        <dsp:cNvPr id="0" name=""/>
        <dsp:cNvSpPr/>
      </dsp:nvSpPr>
      <dsp:spPr>
        <a:xfrm>
          <a:off x="891244" y="193272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Semantic Analysis:</a:t>
          </a:r>
          <a:r>
            <a:rPr lang="en-IN" sz="1900" kern="1200"/>
            <a:t> Understanding meaning.</a:t>
          </a:r>
          <a:endParaRPr lang="en-US" sz="1900" kern="1200"/>
        </a:p>
      </dsp:txBody>
      <dsp:txXfrm>
        <a:off x="891244" y="1932723"/>
        <a:ext cx="5022192" cy="771640"/>
      </dsp:txXfrm>
    </dsp:sp>
    <dsp:sp modelId="{9D1F120F-BAAD-4456-9ED8-F83D69E93EA7}">
      <dsp:nvSpPr>
        <dsp:cNvPr id="0" name=""/>
        <dsp:cNvSpPr/>
      </dsp:nvSpPr>
      <dsp:spPr>
        <a:xfrm>
          <a:off x="0" y="289727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8DBEE1-0554-4A0E-B613-B3FA8834C621}">
      <dsp:nvSpPr>
        <dsp:cNvPr id="0" name=""/>
        <dsp:cNvSpPr/>
      </dsp:nvSpPr>
      <dsp:spPr>
        <a:xfrm>
          <a:off x="233421" y="3070893"/>
          <a:ext cx="424402" cy="424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103D4-FD1F-437E-A5D9-6B57AD110C86}">
      <dsp:nvSpPr>
        <dsp:cNvPr id="0" name=""/>
        <dsp:cNvSpPr/>
      </dsp:nvSpPr>
      <dsp:spPr>
        <a:xfrm>
          <a:off x="891244" y="289727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Pragmatics:</a:t>
          </a:r>
          <a:r>
            <a:rPr lang="en-IN" sz="1900" kern="1200"/>
            <a:t> Contextual meaning and intent.</a:t>
          </a:r>
          <a:endParaRPr lang="en-US" sz="1900" kern="1200"/>
        </a:p>
      </dsp:txBody>
      <dsp:txXfrm>
        <a:off x="891244" y="2897274"/>
        <a:ext cx="5022192" cy="771640"/>
      </dsp:txXfrm>
    </dsp:sp>
    <dsp:sp modelId="{021F1F0A-CC51-4DBD-9E21-0F383F8CF4EE}">
      <dsp:nvSpPr>
        <dsp:cNvPr id="0" name=""/>
        <dsp:cNvSpPr/>
      </dsp:nvSpPr>
      <dsp:spPr>
        <a:xfrm>
          <a:off x="0" y="386182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18F4C-DFA8-4179-ABCB-9B3159F80B9A}">
      <dsp:nvSpPr>
        <dsp:cNvPr id="0" name=""/>
        <dsp:cNvSpPr/>
      </dsp:nvSpPr>
      <dsp:spPr>
        <a:xfrm>
          <a:off x="233421" y="4035443"/>
          <a:ext cx="424402" cy="424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00A69-EA50-4809-AD41-87D675A65B93}">
      <dsp:nvSpPr>
        <dsp:cNvPr id="0" name=""/>
        <dsp:cNvSpPr/>
      </dsp:nvSpPr>
      <dsp:spPr>
        <a:xfrm>
          <a:off x="891244" y="386182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Discourse Integration:</a:t>
          </a:r>
          <a:r>
            <a:rPr lang="en-IN" sz="1900" kern="1200"/>
            <a:t> Linking multiple sentences together.</a:t>
          </a:r>
          <a:endParaRPr lang="en-US" sz="1900" kern="1200"/>
        </a:p>
      </dsp:txBody>
      <dsp:txXfrm>
        <a:off x="891244" y="3861824"/>
        <a:ext cx="5022192" cy="771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6157A-98C2-4279-818E-98CB468F11CA}">
      <dsp:nvSpPr>
        <dsp:cNvPr id="0" name=""/>
        <dsp:cNvSpPr/>
      </dsp:nvSpPr>
      <dsp:spPr>
        <a:xfrm>
          <a:off x="1357774" y="444095"/>
          <a:ext cx="809208" cy="8092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8484B-80BB-4752-A371-AB1AF7FC2108}">
      <dsp:nvSpPr>
        <dsp:cNvPr id="0" name=""/>
        <dsp:cNvSpPr/>
      </dsp:nvSpPr>
      <dsp:spPr>
        <a:xfrm>
          <a:off x="863258" y="1552947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Text Collection</a:t>
          </a:r>
          <a:endParaRPr lang="en-US" sz="1300" kern="1200"/>
        </a:p>
      </dsp:txBody>
      <dsp:txXfrm>
        <a:off x="863258" y="1552947"/>
        <a:ext cx="1798242" cy="719296"/>
      </dsp:txXfrm>
    </dsp:sp>
    <dsp:sp modelId="{1979026D-005E-4880-9907-B5014CFC8465}">
      <dsp:nvSpPr>
        <dsp:cNvPr id="0" name=""/>
        <dsp:cNvSpPr/>
      </dsp:nvSpPr>
      <dsp:spPr>
        <a:xfrm>
          <a:off x="3470709" y="444095"/>
          <a:ext cx="809208" cy="8092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B9986-0417-4552-8800-74B1CE071837}">
      <dsp:nvSpPr>
        <dsp:cNvPr id="0" name=""/>
        <dsp:cNvSpPr/>
      </dsp:nvSpPr>
      <dsp:spPr>
        <a:xfrm>
          <a:off x="2976192" y="1552947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Tokenization (Splitting sentences into words)</a:t>
          </a:r>
          <a:endParaRPr lang="en-US" sz="1300" kern="1200"/>
        </a:p>
      </dsp:txBody>
      <dsp:txXfrm>
        <a:off x="2976192" y="1552947"/>
        <a:ext cx="1798242" cy="719296"/>
      </dsp:txXfrm>
    </dsp:sp>
    <dsp:sp modelId="{FA141E87-B7DC-4472-B6F7-4716AB16B219}">
      <dsp:nvSpPr>
        <dsp:cNvPr id="0" name=""/>
        <dsp:cNvSpPr/>
      </dsp:nvSpPr>
      <dsp:spPr>
        <a:xfrm>
          <a:off x="5583644" y="444095"/>
          <a:ext cx="809208" cy="8092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E8CC9-6B62-40BB-9FB3-9AB82C116808}">
      <dsp:nvSpPr>
        <dsp:cNvPr id="0" name=""/>
        <dsp:cNvSpPr/>
      </dsp:nvSpPr>
      <dsp:spPr>
        <a:xfrm>
          <a:off x="5089127" y="1552947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Stop Word Removal (Removing common words like 'the', 'is')</a:t>
          </a:r>
          <a:endParaRPr lang="en-US" sz="1300" kern="1200"/>
        </a:p>
      </dsp:txBody>
      <dsp:txXfrm>
        <a:off x="5089127" y="1552947"/>
        <a:ext cx="1798242" cy="719296"/>
      </dsp:txXfrm>
    </dsp:sp>
    <dsp:sp modelId="{DD79D62F-055B-406B-B395-1B0C0FC41BC9}">
      <dsp:nvSpPr>
        <dsp:cNvPr id="0" name=""/>
        <dsp:cNvSpPr/>
      </dsp:nvSpPr>
      <dsp:spPr>
        <a:xfrm>
          <a:off x="1357774" y="2721804"/>
          <a:ext cx="809208" cy="8092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D9870-FFF5-4ED7-BA72-A9FD1B633346}">
      <dsp:nvSpPr>
        <dsp:cNvPr id="0" name=""/>
        <dsp:cNvSpPr/>
      </dsp:nvSpPr>
      <dsp:spPr>
        <a:xfrm>
          <a:off x="863258" y="3830656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Stemming/Lemmatization (Reducing words to root form)</a:t>
          </a:r>
          <a:endParaRPr lang="en-US" sz="1300" kern="1200"/>
        </a:p>
      </dsp:txBody>
      <dsp:txXfrm>
        <a:off x="863258" y="3830656"/>
        <a:ext cx="1798242" cy="719296"/>
      </dsp:txXfrm>
    </dsp:sp>
    <dsp:sp modelId="{94EEC215-E08E-453E-A077-8E027C279D87}">
      <dsp:nvSpPr>
        <dsp:cNvPr id="0" name=""/>
        <dsp:cNvSpPr/>
      </dsp:nvSpPr>
      <dsp:spPr>
        <a:xfrm>
          <a:off x="3470709" y="2721804"/>
          <a:ext cx="809208" cy="8092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6EADF-5ED5-4E4A-B13E-24B959FB8D73}">
      <dsp:nvSpPr>
        <dsp:cNvPr id="0" name=""/>
        <dsp:cNvSpPr/>
      </dsp:nvSpPr>
      <dsp:spPr>
        <a:xfrm>
          <a:off x="2976192" y="3830656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Feature Extraction (TF-IDF, Word Embeddings)</a:t>
          </a:r>
          <a:endParaRPr lang="en-US" sz="1300" kern="1200"/>
        </a:p>
      </dsp:txBody>
      <dsp:txXfrm>
        <a:off x="2976192" y="3830656"/>
        <a:ext cx="1798242" cy="719296"/>
      </dsp:txXfrm>
    </dsp:sp>
    <dsp:sp modelId="{ADF8CE18-B405-48F9-903F-CC9FC0E590FF}">
      <dsp:nvSpPr>
        <dsp:cNvPr id="0" name=""/>
        <dsp:cNvSpPr/>
      </dsp:nvSpPr>
      <dsp:spPr>
        <a:xfrm>
          <a:off x="5583644" y="2721804"/>
          <a:ext cx="809208" cy="8092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A8764-3DD0-43E4-8FE8-A556EB49A498}">
      <dsp:nvSpPr>
        <dsp:cNvPr id="0" name=""/>
        <dsp:cNvSpPr/>
      </dsp:nvSpPr>
      <dsp:spPr>
        <a:xfrm>
          <a:off x="5089127" y="3830656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Model Training (Classification or Generation)</a:t>
          </a:r>
          <a:endParaRPr lang="en-US" sz="1300" kern="1200"/>
        </a:p>
      </dsp:txBody>
      <dsp:txXfrm>
        <a:off x="5089127" y="3830656"/>
        <a:ext cx="1798242" cy="7192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C19E8-0603-4234-8003-8144EC7D2CE9}">
      <dsp:nvSpPr>
        <dsp:cNvPr id="0" name=""/>
        <dsp:cNvSpPr/>
      </dsp:nvSpPr>
      <dsp:spPr>
        <a:xfrm>
          <a:off x="0" y="192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CEE33-0E99-47C1-A4F5-BE06CD8073D4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64EEE-9B77-4CA6-9CE2-FF39AF92D6DC}">
      <dsp:nvSpPr>
        <dsp:cNvPr id="0" name=""/>
        <dsp:cNvSpPr/>
      </dsp:nvSpPr>
      <dsp:spPr>
        <a:xfrm>
          <a:off x="1126608" y="192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Rule-based Methods:</a:t>
          </a:r>
          <a:r>
            <a:rPr lang="en-US" sz="2200" b="0" i="0" kern="1200" baseline="0"/>
            <a:t> Grammar and dictionaries.</a:t>
          </a:r>
          <a:endParaRPr lang="en-US" sz="2200" kern="1200"/>
        </a:p>
      </dsp:txBody>
      <dsp:txXfrm>
        <a:off x="1126608" y="1924"/>
        <a:ext cx="4786828" cy="975418"/>
      </dsp:txXfrm>
    </dsp:sp>
    <dsp:sp modelId="{0BD3672D-856B-476B-A9B9-42C665C7A6C6}">
      <dsp:nvSpPr>
        <dsp:cNvPr id="0" name=""/>
        <dsp:cNvSpPr/>
      </dsp:nvSpPr>
      <dsp:spPr>
        <a:xfrm>
          <a:off x="0" y="1221197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7AB5AC-9A8B-456E-9166-C2670D221DA5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555EC-1386-4F6C-9943-1029E538E273}">
      <dsp:nvSpPr>
        <dsp:cNvPr id="0" name=""/>
        <dsp:cNvSpPr/>
      </dsp:nvSpPr>
      <dsp:spPr>
        <a:xfrm>
          <a:off x="1126608" y="1221197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Statistical Models:</a:t>
          </a:r>
          <a:r>
            <a:rPr lang="en-US" sz="2200" b="0" i="0" kern="1200" baseline="0" dirty="0"/>
            <a:t> Hidden Markov Models, N-grams.</a:t>
          </a:r>
          <a:endParaRPr lang="en-US" sz="2200" kern="1200" dirty="0"/>
        </a:p>
      </dsp:txBody>
      <dsp:txXfrm>
        <a:off x="1126608" y="1221197"/>
        <a:ext cx="4786828" cy="975418"/>
      </dsp:txXfrm>
    </dsp:sp>
    <dsp:sp modelId="{4919FC47-640C-4738-9C15-E9BA1C8A4305}">
      <dsp:nvSpPr>
        <dsp:cNvPr id="0" name=""/>
        <dsp:cNvSpPr/>
      </dsp:nvSpPr>
      <dsp:spPr>
        <a:xfrm>
          <a:off x="0" y="2440471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9C7B1-283C-4BC3-9353-D2BB615AE772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35671-C29B-4F13-9E83-A21951B61BBA}">
      <dsp:nvSpPr>
        <dsp:cNvPr id="0" name=""/>
        <dsp:cNvSpPr/>
      </dsp:nvSpPr>
      <dsp:spPr>
        <a:xfrm>
          <a:off x="1126608" y="2440471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Machine Learning Models:</a:t>
          </a:r>
          <a:r>
            <a:rPr lang="en-US" sz="2200" b="0" i="0" kern="1200" baseline="0"/>
            <a:t> Naïve Bayes, SVM.</a:t>
          </a:r>
          <a:endParaRPr lang="en-US" sz="2200" kern="1200"/>
        </a:p>
      </dsp:txBody>
      <dsp:txXfrm>
        <a:off x="1126608" y="2440471"/>
        <a:ext cx="4786828" cy="975418"/>
      </dsp:txXfrm>
    </dsp:sp>
    <dsp:sp modelId="{C2664DB2-8B07-45ED-BF4E-FF20D13A6131}">
      <dsp:nvSpPr>
        <dsp:cNvPr id="0" name=""/>
        <dsp:cNvSpPr/>
      </dsp:nvSpPr>
      <dsp:spPr>
        <a:xfrm>
          <a:off x="0" y="365974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F0FD2-A861-45B5-ABB6-5E25DC0079CD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2CFEC-3DA3-43F6-B17F-897C102137A8}">
      <dsp:nvSpPr>
        <dsp:cNvPr id="0" name=""/>
        <dsp:cNvSpPr/>
      </dsp:nvSpPr>
      <dsp:spPr>
        <a:xfrm>
          <a:off x="1126608" y="365974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Deep Learning Models:</a:t>
          </a:r>
          <a:r>
            <a:rPr lang="en-US" sz="2200" b="0" i="0" kern="1200" baseline="0"/>
            <a:t> RNN, LSTM, Transformers.</a:t>
          </a:r>
          <a:endParaRPr lang="en-US" sz="2200" kern="1200"/>
        </a:p>
      </dsp:txBody>
      <dsp:txXfrm>
        <a:off x="1126608" y="3659744"/>
        <a:ext cx="4786828" cy="9754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81208-2ED3-4F40-878E-7E7AEE00B2DD}">
      <dsp:nvSpPr>
        <dsp:cNvPr id="0" name=""/>
        <dsp:cNvSpPr/>
      </dsp:nvSpPr>
      <dsp:spPr>
        <a:xfrm>
          <a:off x="0" y="2264"/>
          <a:ext cx="5913437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D7BC84-1797-4861-8527-6F93FE002B4D}">
      <dsp:nvSpPr>
        <dsp:cNvPr id="0" name=""/>
        <dsp:cNvSpPr/>
      </dsp:nvSpPr>
      <dsp:spPr>
        <a:xfrm>
          <a:off x="0" y="2264"/>
          <a:ext cx="5913437" cy="154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Bag of Words (</a:t>
          </a:r>
          <a:r>
            <a:rPr lang="en-US" sz="2400" b="1" i="0" kern="1200" baseline="0" dirty="0" err="1"/>
            <a:t>BoW</a:t>
          </a:r>
          <a:r>
            <a:rPr lang="en-US" sz="2400" b="1" i="0" kern="1200" baseline="0" dirty="0"/>
            <a:t>):</a:t>
          </a:r>
          <a:r>
            <a:rPr lang="en-US" sz="2400" b="0" i="0" kern="1200" baseline="0" dirty="0"/>
            <a:t> Frequency-based representation.</a:t>
          </a:r>
          <a:endParaRPr lang="en-US" sz="2400" kern="1200" dirty="0"/>
        </a:p>
      </dsp:txBody>
      <dsp:txXfrm>
        <a:off x="0" y="2264"/>
        <a:ext cx="5913437" cy="1544186"/>
      </dsp:txXfrm>
    </dsp:sp>
    <dsp:sp modelId="{5C3E8056-725C-49A9-9C49-CE2953FFC980}">
      <dsp:nvSpPr>
        <dsp:cNvPr id="0" name=""/>
        <dsp:cNvSpPr/>
      </dsp:nvSpPr>
      <dsp:spPr>
        <a:xfrm>
          <a:off x="0" y="1546450"/>
          <a:ext cx="5913437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CCB770-72A5-4FDE-A19D-0FFDA5FBA8DC}">
      <dsp:nvSpPr>
        <dsp:cNvPr id="0" name=""/>
        <dsp:cNvSpPr/>
      </dsp:nvSpPr>
      <dsp:spPr>
        <a:xfrm>
          <a:off x="0" y="1546450"/>
          <a:ext cx="5913437" cy="154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TF-IDF:</a:t>
          </a:r>
          <a:r>
            <a:rPr lang="en-US" sz="2400" b="0" i="0" kern="1200" baseline="0" dirty="0"/>
            <a:t> Importance-based representation.</a:t>
          </a:r>
          <a:endParaRPr lang="en-US" sz="2400" kern="1200" dirty="0"/>
        </a:p>
      </dsp:txBody>
      <dsp:txXfrm>
        <a:off x="0" y="1546450"/>
        <a:ext cx="5913437" cy="1544186"/>
      </dsp:txXfrm>
    </dsp:sp>
    <dsp:sp modelId="{034F96F7-5277-41B1-828C-29CD48F47787}">
      <dsp:nvSpPr>
        <dsp:cNvPr id="0" name=""/>
        <dsp:cNvSpPr/>
      </dsp:nvSpPr>
      <dsp:spPr>
        <a:xfrm>
          <a:off x="0" y="3090637"/>
          <a:ext cx="5913437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567648-3EDF-4DBF-B1B7-629313AD6734}">
      <dsp:nvSpPr>
        <dsp:cNvPr id="0" name=""/>
        <dsp:cNvSpPr/>
      </dsp:nvSpPr>
      <dsp:spPr>
        <a:xfrm>
          <a:off x="0" y="3090637"/>
          <a:ext cx="5913437" cy="154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/>
            <a:t>Word Embeddings:</a:t>
          </a:r>
          <a:r>
            <a:rPr lang="en-US" sz="2400" b="0" i="0" kern="1200" baseline="0" dirty="0"/>
            <a:t> Dense vector representations (Word2Vec, </a:t>
          </a:r>
          <a:r>
            <a:rPr lang="en-US" sz="2400" b="0" i="0" kern="1200" baseline="0" dirty="0" err="1"/>
            <a:t>GloVe</a:t>
          </a:r>
          <a:r>
            <a:rPr lang="en-US" sz="2400" b="0" i="0" kern="1200" baseline="0" dirty="0"/>
            <a:t>).</a:t>
          </a:r>
          <a:endParaRPr lang="en-US" sz="2400" kern="1200" dirty="0"/>
        </a:p>
      </dsp:txBody>
      <dsp:txXfrm>
        <a:off x="0" y="3090637"/>
        <a:ext cx="5913437" cy="15441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B82C2-195E-4E31-AFDE-CD8F9E76A166}">
      <dsp:nvSpPr>
        <dsp:cNvPr id="0" name=""/>
        <dsp:cNvSpPr/>
      </dsp:nvSpPr>
      <dsp:spPr>
        <a:xfrm>
          <a:off x="639687" y="376613"/>
          <a:ext cx="1715625" cy="17156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A6830-C8C4-41E3-9782-6FAFCD42D7EC}">
      <dsp:nvSpPr>
        <dsp:cNvPr id="0" name=""/>
        <dsp:cNvSpPr/>
      </dsp:nvSpPr>
      <dsp:spPr>
        <a:xfrm>
          <a:off x="1005312" y="742238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0F699-C215-4763-BCC6-4D44F5CC611D}">
      <dsp:nvSpPr>
        <dsp:cNvPr id="0" name=""/>
        <dsp:cNvSpPr/>
      </dsp:nvSpPr>
      <dsp:spPr>
        <a:xfrm>
          <a:off x="91250" y="262661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Introduction of </a:t>
          </a:r>
          <a:r>
            <a:rPr lang="en-US" sz="1300" b="1" i="0" kern="1200" baseline="0"/>
            <a:t>Transformers</a:t>
          </a:r>
          <a:r>
            <a:rPr lang="en-US" sz="1300" b="0" i="0" kern="1200" baseline="0"/>
            <a:t> (Vaswani et al., 2017).</a:t>
          </a:r>
          <a:endParaRPr lang="en-US" sz="1300" kern="1200"/>
        </a:p>
      </dsp:txBody>
      <dsp:txXfrm>
        <a:off x="91250" y="2626613"/>
        <a:ext cx="2812500" cy="720000"/>
      </dsp:txXfrm>
    </dsp:sp>
    <dsp:sp modelId="{18964805-53E5-44FB-B1B1-F7D347EFFCD5}">
      <dsp:nvSpPr>
        <dsp:cNvPr id="0" name=""/>
        <dsp:cNvSpPr/>
      </dsp:nvSpPr>
      <dsp:spPr>
        <a:xfrm>
          <a:off x="3944375" y="376613"/>
          <a:ext cx="1715625" cy="17156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4523C-E76E-4588-BDCB-FCB13F614DA0}">
      <dsp:nvSpPr>
        <dsp:cNvPr id="0" name=""/>
        <dsp:cNvSpPr/>
      </dsp:nvSpPr>
      <dsp:spPr>
        <a:xfrm>
          <a:off x="4310000" y="742238"/>
          <a:ext cx="984375" cy="98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17560-7C0C-446E-8D80-BDABD1348B4A}">
      <dsp:nvSpPr>
        <dsp:cNvPr id="0" name=""/>
        <dsp:cNvSpPr/>
      </dsp:nvSpPr>
      <dsp:spPr>
        <a:xfrm>
          <a:off x="3395937" y="262661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Contextual understanding using </a:t>
          </a:r>
          <a:r>
            <a:rPr lang="en-US" sz="1300" b="1" i="0" kern="1200" baseline="0"/>
            <a:t>BERT</a:t>
          </a:r>
          <a:r>
            <a:rPr lang="en-US" sz="1300" b="0" i="0" kern="1200" baseline="0"/>
            <a:t> and </a:t>
          </a:r>
          <a:r>
            <a:rPr lang="en-US" sz="1300" b="1" i="0" kern="1200" baseline="0"/>
            <a:t>GPT models</a:t>
          </a:r>
          <a:r>
            <a:rPr lang="en-US" sz="1300" b="0" i="0" kern="1200" baseline="0"/>
            <a:t>.</a:t>
          </a:r>
          <a:endParaRPr lang="en-US" sz="1300" kern="1200"/>
        </a:p>
      </dsp:txBody>
      <dsp:txXfrm>
        <a:off x="3395937" y="2626613"/>
        <a:ext cx="2812500" cy="720000"/>
      </dsp:txXfrm>
    </dsp:sp>
    <dsp:sp modelId="{7518A6C8-31F7-46D6-93F1-31CC467EE040}">
      <dsp:nvSpPr>
        <dsp:cNvPr id="0" name=""/>
        <dsp:cNvSpPr/>
      </dsp:nvSpPr>
      <dsp:spPr>
        <a:xfrm>
          <a:off x="7249062" y="376613"/>
          <a:ext cx="1715625" cy="17156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4020A-4923-42C6-B06C-8A263216EA19}">
      <dsp:nvSpPr>
        <dsp:cNvPr id="0" name=""/>
        <dsp:cNvSpPr/>
      </dsp:nvSpPr>
      <dsp:spPr>
        <a:xfrm>
          <a:off x="7614687" y="742238"/>
          <a:ext cx="984375" cy="984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E7297-6829-4D99-8A1C-7AFF2DC03D26}">
      <dsp:nvSpPr>
        <dsp:cNvPr id="0" name=""/>
        <dsp:cNvSpPr/>
      </dsp:nvSpPr>
      <dsp:spPr>
        <a:xfrm>
          <a:off x="6700625" y="262661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Improved text understanding, summarization, and generation.</a:t>
          </a:r>
          <a:endParaRPr lang="en-US" sz="1300" kern="1200"/>
        </a:p>
      </dsp:txBody>
      <dsp:txXfrm>
        <a:off x="6700625" y="2626613"/>
        <a:ext cx="28125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DF18D-CAF1-4790-A33D-1B99A6968D99}">
      <dsp:nvSpPr>
        <dsp:cNvPr id="0" name=""/>
        <dsp:cNvSpPr/>
      </dsp:nvSpPr>
      <dsp:spPr>
        <a:xfrm>
          <a:off x="739962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3B883-4C69-4D89-AB3B-45692D62DB2F}">
      <dsp:nvSpPr>
        <dsp:cNvPr id="0" name=""/>
        <dsp:cNvSpPr/>
      </dsp:nvSpPr>
      <dsp:spPr>
        <a:xfrm>
          <a:off x="177893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reduce dimensionality.</a:t>
          </a:r>
        </a:p>
      </dsp:txBody>
      <dsp:txXfrm>
        <a:off x="177893" y="2106235"/>
        <a:ext cx="2043886" cy="720000"/>
      </dsp:txXfrm>
    </dsp:sp>
    <dsp:sp modelId="{0B53D24D-8A72-4D03-867F-BDC488011AA0}">
      <dsp:nvSpPr>
        <dsp:cNvPr id="0" name=""/>
        <dsp:cNvSpPr/>
      </dsp:nvSpPr>
      <dsp:spPr>
        <a:xfrm>
          <a:off x="3141529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B3B6B-1DC7-4991-9821-D591938B0C62}">
      <dsp:nvSpPr>
        <dsp:cNvPr id="0" name=""/>
        <dsp:cNvSpPr/>
      </dsp:nvSpPr>
      <dsp:spPr>
        <a:xfrm>
          <a:off x="2579460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use a word to predict the words around it.</a:t>
          </a:r>
        </a:p>
      </dsp:txBody>
      <dsp:txXfrm>
        <a:off x="2579460" y="2106235"/>
        <a:ext cx="2043886" cy="720000"/>
      </dsp:txXfrm>
    </dsp:sp>
    <dsp:sp modelId="{17B7748D-2F0C-4E53-89C6-AADF82A2DFB0}">
      <dsp:nvSpPr>
        <dsp:cNvPr id="0" name=""/>
        <dsp:cNvSpPr/>
      </dsp:nvSpPr>
      <dsp:spPr>
        <a:xfrm>
          <a:off x="5543096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B45CD-B951-401D-949C-5CF06CB05CDE}">
      <dsp:nvSpPr>
        <dsp:cNvPr id="0" name=""/>
        <dsp:cNvSpPr/>
      </dsp:nvSpPr>
      <dsp:spPr>
        <a:xfrm>
          <a:off x="4981027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Helps in enhancing model interpretability due to numerical representation.</a:t>
          </a:r>
        </a:p>
      </dsp:txBody>
      <dsp:txXfrm>
        <a:off x="4981027" y="2106235"/>
        <a:ext cx="2043886" cy="720000"/>
      </dsp:txXfrm>
    </dsp:sp>
    <dsp:sp modelId="{7F24ED49-020E-4376-B53A-5E8D682AEDAE}">
      <dsp:nvSpPr>
        <dsp:cNvPr id="0" name=""/>
        <dsp:cNvSpPr/>
      </dsp:nvSpPr>
      <dsp:spPr>
        <a:xfrm>
          <a:off x="7944663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6B461-2C68-42A8-975B-97D3BE24C665}">
      <dsp:nvSpPr>
        <dsp:cNvPr id="0" name=""/>
        <dsp:cNvSpPr/>
      </dsp:nvSpPr>
      <dsp:spPr>
        <a:xfrm>
          <a:off x="7382594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Inter-word semantics and similarity can be captured.</a:t>
          </a:r>
        </a:p>
      </dsp:txBody>
      <dsp:txXfrm>
        <a:off x="7382594" y="2106235"/>
        <a:ext cx="2043886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00FE8-9E36-4CF9-8337-0985536D4849}">
      <dsp:nvSpPr>
        <dsp:cNvPr id="0" name=""/>
        <dsp:cNvSpPr/>
      </dsp:nvSpPr>
      <dsp:spPr>
        <a:xfrm>
          <a:off x="1008887" y="1168426"/>
          <a:ext cx="928385" cy="9283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23FEE-7308-43F4-BDF0-88BD55B573F6}">
      <dsp:nvSpPr>
        <dsp:cNvPr id="0" name=""/>
        <dsp:cNvSpPr/>
      </dsp:nvSpPr>
      <dsp:spPr>
        <a:xfrm>
          <a:off x="441540" y="2387705"/>
          <a:ext cx="20630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Introduced by </a:t>
          </a:r>
          <a:r>
            <a:rPr lang="en-US" sz="1300" b="1" i="0" kern="1200" baseline="0"/>
            <a:t>Vaswani et al., 2017</a:t>
          </a:r>
          <a:r>
            <a:rPr lang="en-US" sz="1300" b="0" i="0" kern="1200" baseline="0"/>
            <a:t> in the paper </a:t>
          </a:r>
          <a:r>
            <a:rPr lang="en-US" sz="1300" b="0" i="1" kern="1200" baseline="0"/>
            <a:t>“Attention is All You Need.”</a:t>
          </a:r>
          <a:endParaRPr lang="en-US" sz="1300" kern="1200"/>
        </a:p>
      </dsp:txBody>
      <dsp:txXfrm>
        <a:off x="441540" y="2387705"/>
        <a:ext cx="2063078" cy="720000"/>
      </dsp:txXfrm>
    </dsp:sp>
    <dsp:sp modelId="{3C72AC1E-7AC6-47E9-ABE0-9D25CEEE01F9}">
      <dsp:nvSpPr>
        <dsp:cNvPr id="0" name=""/>
        <dsp:cNvSpPr/>
      </dsp:nvSpPr>
      <dsp:spPr>
        <a:xfrm>
          <a:off x="3433004" y="1168426"/>
          <a:ext cx="928385" cy="9283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A56A6-ABD1-49BA-B7C5-687419EDE154}">
      <dsp:nvSpPr>
        <dsp:cNvPr id="0" name=""/>
        <dsp:cNvSpPr/>
      </dsp:nvSpPr>
      <dsp:spPr>
        <a:xfrm>
          <a:off x="2865657" y="2387705"/>
          <a:ext cx="20630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Marked a major shift from </a:t>
          </a:r>
          <a:r>
            <a:rPr lang="en-US" sz="1300" b="1" i="0" kern="1200" baseline="0"/>
            <a:t>RNNs and LSTMs</a:t>
          </a:r>
          <a:r>
            <a:rPr lang="en-US" sz="1300" b="0" i="0" kern="1200" baseline="0"/>
            <a:t> to a </a:t>
          </a:r>
          <a:r>
            <a:rPr lang="en-US" sz="1300" b="1" i="0" kern="1200" baseline="0"/>
            <a:t>self-attention-based</a:t>
          </a:r>
          <a:r>
            <a:rPr lang="en-US" sz="1300" b="0" i="0" kern="1200" baseline="0"/>
            <a:t> model.</a:t>
          </a:r>
          <a:endParaRPr lang="en-US" sz="1300" kern="1200"/>
        </a:p>
      </dsp:txBody>
      <dsp:txXfrm>
        <a:off x="2865657" y="2387705"/>
        <a:ext cx="2063078" cy="720000"/>
      </dsp:txXfrm>
    </dsp:sp>
    <dsp:sp modelId="{25C020D6-A5D7-461C-9FFF-8804756EB2A7}">
      <dsp:nvSpPr>
        <dsp:cNvPr id="0" name=""/>
        <dsp:cNvSpPr/>
      </dsp:nvSpPr>
      <dsp:spPr>
        <a:xfrm>
          <a:off x="5857121" y="1168426"/>
          <a:ext cx="928385" cy="9283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33836-510D-445A-B94D-E6E6136E31E8}">
      <dsp:nvSpPr>
        <dsp:cNvPr id="0" name=""/>
        <dsp:cNvSpPr/>
      </dsp:nvSpPr>
      <dsp:spPr>
        <a:xfrm>
          <a:off x="5289774" y="2387705"/>
          <a:ext cx="20630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Key innovation: </a:t>
          </a:r>
          <a:r>
            <a:rPr lang="en-US" sz="1300" b="1" i="0" kern="1200" baseline="0" dirty="0"/>
            <a:t>Parallel processing</a:t>
          </a:r>
          <a:r>
            <a:rPr lang="en-US" sz="1300" b="0" i="0" kern="1200" baseline="0" dirty="0"/>
            <a:t> of all words in a sentence, rather than sequentially.</a:t>
          </a:r>
          <a:endParaRPr lang="en-US" sz="1300" kern="1200" dirty="0"/>
        </a:p>
      </dsp:txBody>
      <dsp:txXfrm>
        <a:off x="5289774" y="2387705"/>
        <a:ext cx="2063078" cy="720000"/>
      </dsp:txXfrm>
    </dsp:sp>
    <dsp:sp modelId="{19B79A6F-FFD1-4057-8687-2F7332B60954}">
      <dsp:nvSpPr>
        <dsp:cNvPr id="0" name=""/>
        <dsp:cNvSpPr/>
      </dsp:nvSpPr>
      <dsp:spPr>
        <a:xfrm>
          <a:off x="8281238" y="1168426"/>
          <a:ext cx="928385" cy="9283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9D922-734A-4174-AFFC-A81F7DE0DB21}">
      <dsp:nvSpPr>
        <dsp:cNvPr id="0" name=""/>
        <dsp:cNvSpPr/>
      </dsp:nvSpPr>
      <dsp:spPr>
        <a:xfrm>
          <a:off x="7713892" y="2387705"/>
          <a:ext cx="20630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Widely used in modern NLP models such as </a:t>
          </a:r>
          <a:r>
            <a:rPr lang="en-US" sz="1300" b="1" i="0" kern="1200" baseline="0"/>
            <a:t>BERT</a:t>
          </a:r>
          <a:r>
            <a:rPr lang="en-US" sz="1300" b="0" i="0" kern="1200" baseline="0"/>
            <a:t> and </a:t>
          </a:r>
          <a:r>
            <a:rPr lang="en-US" sz="1300" b="1" i="0" kern="1200" baseline="0"/>
            <a:t>GPT</a:t>
          </a:r>
          <a:r>
            <a:rPr lang="en-US" sz="1300" b="0" i="0" kern="1200" baseline="0"/>
            <a:t>.</a:t>
          </a:r>
          <a:endParaRPr lang="en-US" sz="1300" kern="1200"/>
        </a:p>
      </dsp:txBody>
      <dsp:txXfrm>
        <a:off x="7713892" y="2387705"/>
        <a:ext cx="2063078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28906-C7EB-438C-B62C-F45E96F15351}">
      <dsp:nvSpPr>
        <dsp:cNvPr id="0" name=""/>
        <dsp:cNvSpPr/>
      </dsp:nvSpPr>
      <dsp:spPr>
        <a:xfrm>
          <a:off x="0" y="0"/>
          <a:ext cx="8163718" cy="11169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Since Transformers process all words at once (no sequence order),</a:t>
          </a:r>
          <a:endParaRPr lang="en-US" sz="3000" kern="1200"/>
        </a:p>
      </dsp:txBody>
      <dsp:txXfrm>
        <a:off x="32715" y="32715"/>
        <a:ext cx="6958422" cy="1051538"/>
      </dsp:txXfrm>
    </dsp:sp>
    <dsp:sp modelId="{506F4E09-5F0B-4A20-9C80-945346468D92}">
      <dsp:nvSpPr>
        <dsp:cNvPr id="0" name=""/>
        <dsp:cNvSpPr/>
      </dsp:nvSpPr>
      <dsp:spPr>
        <a:xfrm>
          <a:off x="720328" y="1303129"/>
          <a:ext cx="8163718" cy="1116968"/>
        </a:xfrm>
        <a:prstGeom prst="roundRect">
          <a:avLst>
            <a:gd name="adj" fmla="val 10000"/>
          </a:avLst>
        </a:prstGeom>
        <a:solidFill>
          <a:schemeClr val="accent2">
            <a:hueOff val="-1696488"/>
            <a:satOff val="5592"/>
            <a:lumOff val="5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Positional Encoding</a:t>
          </a:r>
          <a:r>
            <a:rPr lang="en-US" sz="3000" b="0" i="0" kern="1200" baseline="0"/>
            <a:t> adds order information to embeddings.</a:t>
          </a:r>
          <a:endParaRPr lang="en-US" sz="3000" kern="1200"/>
        </a:p>
      </dsp:txBody>
      <dsp:txXfrm>
        <a:off x="753043" y="1335844"/>
        <a:ext cx="6651931" cy="1051538"/>
      </dsp:txXfrm>
    </dsp:sp>
    <dsp:sp modelId="{3FD4BDB7-8C33-46D7-85A3-415D27BD6B4D}">
      <dsp:nvSpPr>
        <dsp:cNvPr id="0" name=""/>
        <dsp:cNvSpPr/>
      </dsp:nvSpPr>
      <dsp:spPr>
        <a:xfrm>
          <a:off x="1440656" y="2606258"/>
          <a:ext cx="8163718" cy="1116968"/>
        </a:xfrm>
        <a:prstGeom prst="roundRect">
          <a:avLst>
            <a:gd name="adj" fmla="val 10000"/>
          </a:avLst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Uses sine and cosine functions to encode position of each word in the sequence.</a:t>
          </a:r>
          <a:endParaRPr lang="en-US" sz="3000" kern="1200"/>
        </a:p>
      </dsp:txBody>
      <dsp:txXfrm>
        <a:off x="1473371" y="2638973"/>
        <a:ext cx="6651931" cy="1051538"/>
      </dsp:txXfrm>
    </dsp:sp>
    <dsp:sp modelId="{3FD68BC2-1F8C-4EE0-BD48-925411E82673}">
      <dsp:nvSpPr>
        <dsp:cNvPr id="0" name=""/>
        <dsp:cNvSpPr/>
      </dsp:nvSpPr>
      <dsp:spPr>
        <a:xfrm>
          <a:off x="7437689" y="847034"/>
          <a:ext cx="726029" cy="7260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601046" y="847034"/>
        <a:ext cx="399315" cy="546337"/>
      </dsp:txXfrm>
    </dsp:sp>
    <dsp:sp modelId="{9E769012-D861-4F67-9BD4-F088FECE48BA}">
      <dsp:nvSpPr>
        <dsp:cNvPr id="0" name=""/>
        <dsp:cNvSpPr/>
      </dsp:nvSpPr>
      <dsp:spPr>
        <a:xfrm>
          <a:off x="8158017" y="2142717"/>
          <a:ext cx="726029" cy="7260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321374" y="2142717"/>
        <a:ext cx="399315" cy="5463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37AAB-DB9B-4529-A85A-813E4C2F785D}">
      <dsp:nvSpPr>
        <dsp:cNvPr id="0" name=""/>
        <dsp:cNvSpPr/>
      </dsp:nvSpPr>
      <dsp:spPr>
        <a:xfrm>
          <a:off x="916421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270BA-9116-43A5-8583-0D0BFF943B2B}">
      <dsp:nvSpPr>
        <dsp:cNvPr id="0" name=""/>
        <dsp:cNvSpPr/>
      </dsp:nvSpPr>
      <dsp:spPr>
        <a:xfrm>
          <a:off x="153146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Instead of one attention head, Transformers use </a:t>
          </a:r>
          <a:r>
            <a:rPr lang="en-US" sz="1800" b="1" i="0" kern="1200" baseline="0"/>
            <a:t>multiple heads</a:t>
          </a:r>
          <a:r>
            <a:rPr lang="en-US" sz="1800" b="0" i="0" kern="1200" baseline="0"/>
            <a:t>.</a:t>
          </a:r>
          <a:endParaRPr lang="en-US" sz="1800" kern="1200"/>
        </a:p>
      </dsp:txBody>
      <dsp:txXfrm>
        <a:off x="153146" y="2299874"/>
        <a:ext cx="2775546" cy="720000"/>
      </dsp:txXfrm>
    </dsp:sp>
    <dsp:sp modelId="{45783038-3CFC-43A1-9236-23EAD34842B1}">
      <dsp:nvSpPr>
        <dsp:cNvPr id="0" name=""/>
        <dsp:cNvSpPr/>
      </dsp:nvSpPr>
      <dsp:spPr>
        <a:xfrm>
          <a:off x="4177689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30C56-9C91-4A44-B4CA-0BDB0BF17E0E}">
      <dsp:nvSpPr>
        <dsp:cNvPr id="0" name=""/>
        <dsp:cNvSpPr/>
      </dsp:nvSpPr>
      <dsp:spPr>
        <a:xfrm>
          <a:off x="3414414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Each head captures </a:t>
          </a:r>
          <a:r>
            <a:rPr lang="en-US" sz="1800" b="1" i="0" kern="1200" baseline="0"/>
            <a:t>different relationships</a:t>
          </a:r>
          <a:r>
            <a:rPr lang="en-US" sz="1800" b="0" i="0" kern="1200" baseline="0"/>
            <a:t> between words.</a:t>
          </a:r>
          <a:endParaRPr lang="en-US" sz="1800" kern="1200"/>
        </a:p>
      </dsp:txBody>
      <dsp:txXfrm>
        <a:off x="3414414" y="2299874"/>
        <a:ext cx="2775546" cy="720000"/>
      </dsp:txXfrm>
    </dsp:sp>
    <dsp:sp modelId="{5CB212C7-EBA8-42C4-AC8F-D409975CB78D}">
      <dsp:nvSpPr>
        <dsp:cNvPr id="0" name=""/>
        <dsp:cNvSpPr/>
      </dsp:nvSpPr>
      <dsp:spPr>
        <a:xfrm>
          <a:off x="7438957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96CA7-722B-421B-BA36-69E124342CA6}">
      <dsp:nvSpPr>
        <dsp:cNvPr id="0" name=""/>
        <dsp:cNvSpPr/>
      </dsp:nvSpPr>
      <dsp:spPr>
        <a:xfrm>
          <a:off x="6675681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Final outputs from all heads are concatenated and linearly transformed.</a:t>
          </a:r>
          <a:endParaRPr lang="en-US" sz="1800" kern="1200"/>
        </a:p>
      </dsp:txBody>
      <dsp:txXfrm>
        <a:off x="6675681" y="2299874"/>
        <a:ext cx="2775546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0CC8A-F061-40EC-B3AA-C59DB7D7CF92}">
      <dsp:nvSpPr>
        <dsp:cNvPr id="0" name=""/>
        <dsp:cNvSpPr/>
      </dsp:nvSpPr>
      <dsp:spPr>
        <a:xfrm>
          <a:off x="576451" y="684058"/>
          <a:ext cx="1246770" cy="124677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E57C0-3B47-45A1-9919-AF96F067D7C8}">
      <dsp:nvSpPr>
        <dsp:cNvPr id="0" name=""/>
        <dsp:cNvSpPr/>
      </dsp:nvSpPr>
      <dsp:spPr>
        <a:xfrm>
          <a:off x="842156" y="949764"/>
          <a:ext cx="715360" cy="715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CE231-57E5-48DD-BF51-4B52E43BA431}">
      <dsp:nvSpPr>
        <dsp:cNvPr id="0" name=""/>
        <dsp:cNvSpPr/>
      </dsp:nvSpPr>
      <dsp:spPr>
        <a:xfrm>
          <a:off x="177893" y="2319168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Full Form:</a:t>
          </a:r>
          <a:r>
            <a:rPr lang="en-US" sz="1100" b="0" i="0" kern="1200" baseline="0"/>
            <a:t> Bidirectional Encoder Representations from Transformers.</a:t>
          </a:r>
          <a:endParaRPr lang="en-US" sz="1100" kern="1200"/>
        </a:p>
      </dsp:txBody>
      <dsp:txXfrm>
        <a:off x="177893" y="2319168"/>
        <a:ext cx="2043886" cy="720000"/>
      </dsp:txXfrm>
    </dsp:sp>
    <dsp:sp modelId="{BCEE769C-C206-4490-9166-ACC9F48C5295}">
      <dsp:nvSpPr>
        <dsp:cNvPr id="0" name=""/>
        <dsp:cNvSpPr/>
      </dsp:nvSpPr>
      <dsp:spPr>
        <a:xfrm>
          <a:off x="2978018" y="684058"/>
          <a:ext cx="1246770" cy="124677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810371-839F-4A64-991D-1D17F6608E89}">
      <dsp:nvSpPr>
        <dsp:cNvPr id="0" name=""/>
        <dsp:cNvSpPr/>
      </dsp:nvSpPr>
      <dsp:spPr>
        <a:xfrm>
          <a:off x="3243723" y="949764"/>
          <a:ext cx="715360" cy="715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522A5-552B-42D0-80CB-0D7B6F0B203B}">
      <dsp:nvSpPr>
        <dsp:cNvPr id="0" name=""/>
        <dsp:cNvSpPr/>
      </dsp:nvSpPr>
      <dsp:spPr>
        <a:xfrm>
          <a:off x="2579460" y="2319168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Developed by </a:t>
          </a:r>
          <a:r>
            <a:rPr lang="en-US" sz="1100" b="1" i="0" kern="1200" baseline="0"/>
            <a:t>Google AI (2018)</a:t>
          </a:r>
          <a:r>
            <a:rPr lang="en-US" sz="1100" b="0" i="0" kern="1200" baseline="0"/>
            <a:t>.</a:t>
          </a:r>
          <a:endParaRPr lang="en-US" sz="1100" kern="1200"/>
        </a:p>
      </dsp:txBody>
      <dsp:txXfrm>
        <a:off x="2579460" y="2319168"/>
        <a:ext cx="2043886" cy="720000"/>
      </dsp:txXfrm>
    </dsp:sp>
    <dsp:sp modelId="{72653FFB-7978-422C-9C14-2156090E204E}">
      <dsp:nvSpPr>
        <dsp:cNvPr id="0" name=""/>
        <dsp:cNvSpPr/>
      </dsp:nvSpPr>
      <dsp:spPr>
        <a:xfrm>
          <a:off x="5379585" y="684058"/>
          <a:ext cx="1246770" cy="124677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E51426-606D-485C-B8F1-7928C84DAA61}">
      <dsp:nvSpPr>
        <dsp:cNvPr id="0" name=""/>
        <dsp:cNvSpPr/>
      </dsp:nvSpPr>
      <dsp:spPr>
        <a:xfrm>
          <a:off x="5645290" y="949764"/>
          <a:ext cx="715360" cy="715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C7CA0-605E-4BF5-827F-4EDDF5CA0910}">
      <dsp:nvSpPr>
        <dsp:cNvPr id="0" name=""/>
        <dsp:cNvSpPr/>
      </dsp:nvSpPr>
      <dsp:spPr>
        <a:xfrm>
          <a:off x="4981027" y="2319168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Uses the </a:t>
          </a:r>
          <a:r>
            <a:rPr lang="en-US" sz="1100" b="1" i="0" kern="1200" baseline="0"/>
            <a:t>Encoder</a:t>
          </a:r>
          <a:r>
            <a:rPr lang="en-US" sz="1100" b="0" i="0" kern="1200" baseline="0"/>
            <a:t> part of the Transformer.</a:t>
          </a:r>
          <a:endParaRPr lang="en-US" sz="1100" kern="1200"/>
        </a:p>
      </dsp:txBody>
      <dsp:txXfrm>
        <a:off x="4981027" y="2319168"/>
        <a:ext cx="2043886" cy="720000"/>
      </dsp:txXfrm>
    </dsp:sp>
    <dsp:sp modelId="{38105617-41D8-4CF8-A5BE-576FF8D3A9AC}">
      <dsp:nvSpPr>
        <dsp:cNvPr id="0" name=""/>
        <dsp:cNvSpPr/>
      </dsp:nvSpPr>
      <dsp:spPr>
        <a:xfrm>
          <a:off x="7781152" y="684058"/>
          <a:ext cx="1246770" cy="124677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7261D-AC0E-472A-8757-AC0887FEF319}">
      <dsp:nvSpPr>
        <dsp:cNvPr id="0" name=""/>
        <dsp:cNvSpPr/>
      </dsp:nvSpPr>
      <dsp:spPr>
        <a:xfrm>
          <a:off x="8046857" y="949764"/>
          <a:ext cx="715360" cy="715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A1FD0-9242-4DC8-874F-8EF2EED4F49A}">
      <dsp:nvSpPr>
        <dsp:cNvPr id="0" name=""/>
        <dsp:cNvSpPr/>
      </dsp:nvSpPr>
      <dsp:spPr>
        <a:xfrm>
          <a:off x="7382594" y="2319168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Key innovation: Reads text </a:t>
          </a:r>
          <a:r>
            <a:rPr lang="en-US" sz="1100" b="1" i="0" kern="1200" baseline="0"/>
            <a:t>in both directions (left and right)</a:t>
          </a:r>
          <a:r>
            <a:rPr lang="en-US" sz="1100" b="0" i="0" kern="1200" baseline="0"/>
            <a:t> → </a:t>
          </a:r>
          <a:r>
            <a:rPr lang="en-US" sz="1100" b="0" i="1" kern="1200" baseline="0"/>
            <a:t>contextual understanding.</a:t>
          </a:r>
          <a:endParaRPr lang="en-US" sz="1100" kern="1200"/>
        </a:p>
      </dsp:txBody>
      <dsp:txXfrm>
        <a:off x="7382594" y="2319168"/>
        <a:ext cx="2043886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6F131-609E-403C-AC21-627BA8482573}">
      <dsp:nvSpPr>
        <dsp:cNvPr id="0" name=""/>
        <dsp:cNvSpPr/>
      </dsp:nvSpPr>
      <dsp:spPr>
        <a:xfrm>
          <a:off x="739962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C057E-C201-4244-B8FF-6AA9A041E46F}">
      <dsp:nvSpPr>
        <dsp:cNvPr id="0" name=""/>
        <dsp:cNvSpPr/>
      </dsp:nvSpPr>
      <dsp:spPr>
        <a:xfrm>
          <a:off x="177893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Text classification</a:t>
          </a:r>
          <a:r>
            <a:rPr lang="en-US" sz="1800" b="0" i="0" kern="1200" baseline="0"/>
            <a:t> (sentiment analysis, spam detection)</a:t>
          </a:r>
          <a:endParaRPr lang="en-US" sz="1800" kern="1200"/>
        </a:p>
      </dsp:txBody>
      <dsp:txXfrm>
        <a:off x="177893" y="2106235"/>
        <a:ext cx="2043886" cy="720000"/>
      </dsp:txXfrm>
    </dsp:sp>
    <dsp:sp modelId="{FB31ED74-A7A3-45F7-8128-B30FB8DE362F}">
      <dsp:nvSpPr>
        <dsp:cNvPr id="0" name=""/>
        <dsp:cNvSpPr/>
      </dsp:nvSpPr>
      <dsp:spPr>
        <a:xfrm>
          <a:off x="3141529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671D5-1A1C-42C0-B48C-1BE06294DF36}">
      <dsp:nvSpPr>
        <dsp:cNvPr id="0" name=""/>
        <dsp:cNvSpPr/>
      </dsp:nvSpPr>
      <dsp:spPr>
        <a:xfrm>
          <a:off x="2579460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Question answering</a:t>
          </a:r>
          <a:r>
            <a:rPr lang="en-US" sz="1800" b="0" i="0" kern="1200" baseline="0" dirty="0"/>
            <a:t> (</a:t>
          </a:r>
          <a:r>
            <a:rPr lang="en-US" sz="1800" b="0" i="0" kern="1200" baseline="0" dirty="0" err="1"/>
            <a:t>SQuAD</a:t>
          </a:r>
          <a:r>
            <a:rPr lang="en-US" sz="1800" b="0" i="0" kern="1200" baseline="0" dirty="0"/>
            <a:t> dataset)</a:t>
          </a:r>
          <a:endParaRPr lang="en-US" sz="1800" kern="1200" dirty="0"/>
        </a:p>
      </dsp:txBody>
      <dsp:txXfrm>
        <a:off x="2579460" y="2106235"/>
        <a:ext cx="2043886" cy="720000"/>
      </dsp:txXfrm>
    </dsp:sp>
    <dsp:sp modelId="{9274D75E-8919-4B4C-9A8E-E17FA9AC0AE4}">
      <dsp:nvSpPr>
        <dsp:cNvPr id="0" name=""/>
        <dsp:cNvSpPr/>
      </dsp:nvSpPr>
      <dsp:spPr>
        <a:xfrm>
          <a:off x="5543096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AB4A3-0FAC-4C89-B08B-860B1387F510}">
      <dsp:nvSpPr>
        <dsp:cNvPr id="0" name=""/>
        <dsp:cNvSpPr/>
      </dsp:nvSpPr>
      <dsp:spPr>
        <a:xfrm>
          <a:off x="4981027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Named Entity Recognition (NER)</a:t>
          </a:r>
          <a:endParaRPr lang="en-US" sz="1800" kern="1200"/>
        </a:p>
      </dsp:txBody>
      <dsp:txXfrm>
        <a:off x="4981027" y="2106235"/>
        <a:ext cx="2043886" cy="720000"/>
      </dsp:txXfrm>
    </dsp:sp>
    <dsp:sp modelId="{92991A38-070B-4103-A499-AE2B744F2045}">
      <dsp:nvSpPr>
        <dsp:cNvPr id="0" name=""/>
        <dsp:cNvSpPr/>
      </dsp:nvSpPr>
      <dsp:spPr>
        <a:xfrm>
          <a:off x="7944663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B93DA-5D0A-4939-A31C-445E20B81AD5}">
      <dsp:nvSpPr>
        <dsp:cNvPr id="0" name=""/>
        <dsp:cNvSpPr/>
      </dsp:nvSpPr>
      <dsp:spPr>
        <a:xfrm>
          <a:off x="7382594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Search engine optimization</a:t>
          </a:r>
          <a:r>
            <a:rPr lang="en-US" sz="1800" b="0" i="0" kern="1200" baseline="0"/>
            <a:t> (used by Google Search)</a:t>
          </a:r>
          <a:endParaRPr lang="en-US" sz="1800" kern="1200"/>
        </a:p>
      </dsp:txBody>
      <dsp:txXfrm>
        <a:off x="7382594" y="2106235"/>
        <a:ext cx="2043886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DFF4A-EA7E-4B84-9436-BDCBCAEBFEE3}">
      <dsp:nvSpPr>
        <dsp:cNvPr id="0" name=""/>
        <dsp:cNvSpPr/>
      </dsp:nvSpPr>
      <dsp:spPr>
        <a:xfrm>
          <a:off x="739962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D2CC9-1E20-4362-9EE5-5738DFFF09C3}">
      <dsp:nvSpPr>
        <dsp:cNvPr id="0" name=""/>
        <dsp:cNvSpPr/>
      </dsp:nvSpPr>
      <dsp:spPr>
        <a:xfrm>
          <a:off x="177893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Developed by </a:t>
          </a:r>
          <a:r>
            <a:rPr lang="en-US" sz="1500" b="1" i="0" kern="1200" baseline="0"/>
            <a:t>OpenAI</a:t>
          </a:r>
          <a:r>
            <a:rPr lang="en-US" sz="1500" b="0" i="0" kern="1200" baseline="0"/>
            <a:t>.</a:t>
          </a:r>
          <a:endParaRPr lang="en-US" sz="1500" kern="1200"/>
        </a:p>
      </dsp:txBody>
      <dsp:txXfrm>
        <a:off x="177893" y="2106235"/>
        <a:ext cx="2043886" cy="720000"/>
      </dsp:txXfrm>
    </dsp:sp>
    <dsp:sp modelId="{12203908-236E-4659-A52E-559413FD351F}">
      <dsp:nvSpPr>
        <dsp:cNvPr id="0" name=""/>
        <dsp:cNvSpPr/>
      </dsp:nvSpPr>
      <dsp:spPr>
        <a:xfrm>
          <a:off x="3141529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E1574-954F-4440-BF1C-A192EE8F1D6A}">
      <dsp:nvSpPr>
        <dsp:cNvPr id="0" name=""/>
        <dsp:cNvSpPr/>
      </dsp:nvSpPr>
      <dsp:spPr>
        <a:xfrm>
          <a:off x="2579460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Uses the </a:t>
          </a:r>
          <a:r>
            <a:rPr lang="en-US" sz="1500" b="1" i="0" kern="1200" baseline="0"/>
            <a:t>Decoder</a:t>
          </a:r>
          <a:r>
            <a:rPr lang="en-US" sz="1500" b="0" i="0" kern="1200" baseline="0"/>
            <a:t> part of the Transformer.</a:t>
          </a:r>
          <a:endParaRPr lang="en-US" sz="1500" kern="1200"/>
        </a:p>
      </dsp:txBody>
      <dsp:txXfrm>
        <a:off x="2579460" y="2106235"/>
        <a:ext cx="2043886" cy="720000"/>
      </dsp:txXfrm>
    </dsp:sp>
    <dsp:sp modelId="{B768BD97-A159-41DC-B1EB-EE6626BA5402}">
      <dsp:nvSpPr>
        <dsp:cNvPr id="0" name=""/>
        <dsp:cNvSpPr/>
      </dsp:nvSpPr>
      <dsp:spPr>
        <a:xfrm>
          <a:off x="5543096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8EF92-BC23-4BC4-8A69-7F03787B24AD}">
      <dsp:nvSpPr>
        <dsp:cNvPr id="0" name=""/>
        <dsp:cNvSpPr/>
      </dsp:nvSpPr>
      <dsp:spPr>
        <a:xfrm>
          <a:off x="4981027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Autoregressive model:</a:t>
          </a:r>
          <a:r>
            <a:rPr lang="en-US" sz="1500" b="0" i="0" kern="1200" baseline="0"/>
            <a:t> Predicts the next word given previous ones.</a:t>
          </a:r>
          <a:endParaRPr lang="en-US" sz="1500" kern="1200"/>
        </a:p>
      </dsp:txBody>
      <dsp:txXfrm>
        <a:off x="4981027" y="2106235"/>
        <a:ext cx="2043886" cy="720000"/>
      </dsp:txXfrm>
    </dsp:sp>
    <dsp:sp modelId="{2C7C2D0C-5E66-46B8-90DA-907281C339E2}">
      <dsp:nvSpPr>
        <dsp:cNvPr id="0" name=""/>
        <dsp:cNvSpPr/>
      </dsp:nvSpPr>
      <dsp:spPr>
        <a:xfrm>
          <a:off x="7944663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9962A-B78B-4963-A1AB-109347FD8F7B}">
      <dsp:nvSpPr>
        <dsp:cNvPr id="0" name=""/>
        <dsp:cNvSpPr/>
      </dsp:nvSpPr>
      <dsp:spPr>
        <a:xfrm>
          <a:off x="7382594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Pre-trained</a:t>
          </a:r>
          <a:r>
            <a:rPr lang="en-US" sz="1500" b="0" i="0" kern="1200" baseline="0"/>
            <a:t> on massive text corpora, then </a:t>
          </a:r>
          <a:r>
            <a:rPr lang="en-US" sz="1500" b="1" i="0" kern="1200" baseline="0"/>
            <a:t>fine-tuned</a:t>
          </a:r>
          <a:r>
            <a:rPr lang="en-US" sz="1500" b="0" i="0" kern="1200" baseline="0"/>
            <a:t> for specific tasks.</a:t>
          </a:r>
          <a:endParaRPr lang="en-US" sz="1500" kern="1200"/>
        </a:p>
      </dsp:txBody>
      <dsp:txXfrm>
        <a:off x="7382594" y="2106235"/>
        <a:ext cx="2043886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1CF6A-4CCF-4DAE-9B04-0CD626C6C3B2}">
      <dsp:nvSpPr>
        <dsp:cNvPr id="0" name=""/>
        <dsp:cNvSpPr/>
      </dsp:nvSpPr>
      <dsp:spPr>
        <a:xfrm>
          <a:off x="639687" y="376613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8CEC5-10A2-426A-ABBD-A71D5774BA5B}">
      <dsp:nvSpPr>
        <dsp:cNvPr id="0" name=""/>
        <dsp:cNvSpPr/>
      </dsp:nvSpPr>
      <dsp:spPr>
        <a:xfrm>
          <a:off x="1005312" y="742238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86A23-5BAE-4C8B-B2B8-D3CE595534B9}">
      <dsp:nvSpPr>
        <dsp:cNvPr id="0" name=""/>
        <dsp:cNvSpPr/>
      </dsp:nvSpPr>
      <dsp:spPr>
        <a:xfrm>
          <a:off x="91250" y="262661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i="0" kern="1200" baseline="0"/>
            <a:t>Pre-training:</a:t>
          </a:r>
          <a:r>
            <a:rPr lang="en-US" sz="1300" b="0" i="0" kern="1200" baseline="0"/>
            <a:t> Predict next word in large-scale text data.</a:t>
          </a:r>
          <a:endParaRPr lang="en-US" sz="1300" kern="1200"/>
        </a:p>
      </dsp:txBody>
      <dsp:txXfrm>
        <a:off x="91250" y="2626613"/>
        <a:ext cx="2812500" cy="720000"/>
      </dsp:txXfrm>
    </dsp:sp>
    <dsp:sp modelId="{EF284701-FABD-4D5D-A9CD-7D20BAABB59C}">
      <dsp:nvSpPr>
        <dsp:cNvPr id="0" name=""/>
        <dsp:cNvSpPr/>
      </dsp:nvSpPr>
      <dsp:spPr>
        <a:xfrm>
          <a:off x="3944375" y="376613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A9D67-2176-4E70-9E28-50CC096B0AEB}">
      <dsp:nvSpPr>
        <dsp:cNvPr id="0" name=""/>
        <dsp:cNvSpPr/>
      </dsp:nvSpPr>
      <dsp:spPr>
        <a:xfrm>
          <a:off x="4310000" y="742238"/>
          <a:ext cx="984375" cy="98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9F3C1-5629-451E-8E3D-B801B6C29F00}">
      <dsp:nvSpPr>
        <dsp:cNvPr id="0" name=""/>
        <dsp:cNvSpPr/>
      </dsp:nvSpPr>
      <dsp:spPr>
        <a:xfrm>
          <a:off x="3395937" y="262661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i="0" kern="1200" baseline="0"/>
            <a:t>Fine-tuning:</a:t>
          </a:r>
          <a:r>
            <a:rPr lang="en-US" sz="1300" b="0" i="0" kern="1200" baseline="0"/>
            <a:t> Adjust model for specific downstream tasks (e.g., dialogue, summarization).</a:t>
          </a:r>
          <a:endParaRPr lang="en-US" sz="1300" kern="1200"/>
        </a:p>
      </dsp:txBody>
      <dsp:txXfrm>
        <a:off x="3395937" y="2626613"/>
        <a:ext cx="2812500" cy="720000"/>
      </dsp:txXfrm>
    </dsp:sp>
    <dsp:sp modelId="{A1E31D01-A2C8-4FEE-8BAD-D486EA0D8B44}">
      <dsp:nvSpPr>
        <dsp:cNvPr id="0" name=""/>
        <dsp:cNvSpPr/>
      </dsp:nvSpPr>
      <dsp:spPr>
        <a:xfrm>
          <a:off x="7249062" y="376613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CB51E-DFDE-4FFA-814C-D2EA31DB2E0F}">
      <dsp:nvSpPr>
        <dsp:cNvPr id="0" name=""/>
        <dsp:cNvSpPr/>
      </dsp:nvSpPr>
      <dsp:spPr>
        <a:xfrm>
          <a:off x="7614687" y="742238"/>
          <a:ext cx="984375" cy="984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1410B-2EB2-4FDE-8F7D-70FE7C2E4BA1}">
      <dsp:nvSpPr>
        <dsp:cNvPr id="0" name=""/>
        <dsp:cNvSpPr/>
      </dsp:nvSpPr>
      <dsp:spPr>
        <a:xfrm>
          <a:off x="6700625" y="262661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i="0" kern="1200" baseline="0"/>
            <a:t>Output:</a:t>
          </a:r>
          <a:r>
            <a:rPr lang="en-US" sz="1300" b="0" i="0" kern="1200" baseline="0"/>
            <a:t> Generates coherent, context-aware text.</a:t>
          </a:r>
          <a:endParaRPr lang="en-US" sz="1300" kern="1200"/>
        </a:p>
      </dsp:txBody>
      <dsp:txXfrm>
        <a:off x="6700625" y="2626613"/>
        <a:ext cx="281250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BF1ED-EDCD-47B8-92E3-CE74B6044BE7}">
      <dsp:nvSpPr>
        <dsp:cNvPr id="0" name=""/>
        <dsp:cNvSpPr/>
      </dsp:nvSpPr>
      <dsp:spPr>
        <a:xfrm>
          <a:off x="739962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96190-56C0-421A-83EE-FE78A37D8FB5}">
      <dsp:nvSpPr>
        <dsp:cNvPr id="0" name=""/>
        <dsp:cNvSpPr/>
      </dsp:nvSpPr>
      <dsp:spPr>
        <a:xfrm>
          <a:off x="177893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Text generation and completion</a:t>
          </a:r>
          <a:endParaRPr lang="en-US" sz="1800" kern="1200"/>
        </a:p>
      </dsp:txBody>
      <dsp:txXfrm>
        <a:off x="177893" y="2106235"/>
        <a:ext cx="2043886" cy="720000"/>
      </dsp:txXfrm>
    </dsp:sp>
    <dsp:sp modelId="{56A5D238-01A4-4DF2-A2F9-CC8F0170E52E}">
      <dsp:nvSpPr>
        <dsp:cNvPr id="0" name=""/>
        <dsp:cNvSpPr/>
      </dsp:nvSpPr>
      <dsp:spPr>
        <a:xfrm>
          <a:off x="3141529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09FBE-3ABF-433C-9DF3-69D52F534939}">
      <dsp:nvSpPr>
        <dsp:cNvPr id="0" name=""/>
        <dsp:cNvSpPr/>
      </dsp:nvSpPr>
      <dsp:spPr>
        <a:xfrm>
          <a:off x="2579460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Chatbots and conversational AI</a:t>
          </a:r>
          <a:endParaRPr lang="en-US" sz="1800" kern="1200"/>
        </a:p>
      </dsp:txBody>
      <dsp:txXfrm>
        <a:off x="2579460" y="2106235"/>
        <a:ext cx="2043886" cy="720000"/>
      </dsp:txXfrm>
    </dsp:sp>
    <dsp:sp modelId="{B307506F-5B7D-4759-B2AE-4F08AD1E313B}">
      <dsp:nvSpPr>
        <dsp:cNvPr id="0" name=""/>
        <dsp:cNvSpPr/>
      </dsp:nvSpPr>
      <dsp:spPr>
        <a:xfrm>
          <a:off x="5543096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8A073-6A15-464C-91D3-653398BE78BA}">
      <dsp:nvSpPr>
        <dsp:cNvPr id="0" name=""/>
        <dsp:cNvSpPr/>
      </dsp:nvSpPr>
      <dsp:spPr>
        <a:xfrm>
          <a:off x="4981027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Code generation (e.g., Codex)</a:t>
          </a:r>
          <a:endParaRPr lang="en-US" sz="1800" kern="1200"/>
        </a:p>
      </dsp:txBody>
      <dsp:txXfrm>
        <a:off x="4981027" y="2106235"/>
        <a:ext cx="2043886" cy="720000"/>
      </dsp:txXfrm>
    </dsp:sp>
    <dsp:sp modelId="{B7C08CF2-20F4-46C3-BE7B-4E6DB5A4A69C}">
      <dsp:nvSpPr>
        <dsp:cNvPr id="0" name=""/>
        <dsp:cNvSpPr/>
      </dsp:nvSpPr>
      <dsp:spPr>
        <a:xfrm>
          <a:off x="7944663" y="896991"/>
          <a:ext cx="919749" cy="9197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E2EB2-7942-4E2F-9164-E7E0492EC0CD}">
      <dsp:nvSpPr>
        <dsp:cNvPr id="0" name=""/>
        <dsp:cNvSpPr/>
      </dsp:nvSpPr>
      <dsp:spPr>
        <a:xfrm>
          <a:off x="7382594" y="2106235"/>
          <a:ext cx="20438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Story writing, summarization, and translation</a:t>
          </a:r>
          <a:endParaRPr lang="en-US" sz="1800" kern="1200"/>
        </a:p>
      </dsp:txBody>
      <dsp:txXfrm>
        <a:off x="7382594" y="2106235"/>
        <a:ext cx="204388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96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15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47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74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8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94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81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90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37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0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3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EC7B9-F135-483A-908C-FBD5E10AE392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44FA842-026C-4652-A9A4-BFED0CB5410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63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5E70-7FAA-681F-ABA9-03C3870CA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9284364" cy="2626702"/>
          </a:xfrm>
        </p:spPr>
        <p:txBody>
          <a:bodyPr/>
          <a:lstStyle/>
          <a:p>
            <a:r>
              <a:rPr lang="en-US" dirty="0"/>
              <a:t>NLP,  Word embedding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57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0DB6-B3DA-45D5-8B54-EF929F84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Natural Language Processing (NLP)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4054A40-6A82-4224-D599-C58D2E578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678257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7453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4C44-C90A-3F31-AB9B-27DC5A0F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Why NLP is Important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C51FA05-9094-2290-E496-E40BF920C8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312003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55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322F-F4AC-2575-004C-00234D2C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Applications of NLP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242B59A-9D53-C4A1-9D09-D0A490B47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022077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518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0283-5D07-90E0-2D25-E162BBFA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Key Components of NLP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105F20-EDEF-E81D-FA7D-727CF717F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414529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39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A323-42ED-C0C9-C362-9EAB3332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NLP Pipeline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42D39F0-CE70-2B6A-177A-343CA24C17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6587576"/>
              </p:ext>
            </p:extLst>
          </p:nvPr>
        </p:nvGraphicFramePr>
        <p:xfrm>
          <a:off x="4201886" y="1513113"/>
          <a:ext cx="7750628" cy="4994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387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DFD9-72E2-1B22-7820-E8666F9A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Techniques Used in NLP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A0F6BFB-935C-42E6-7D66-72A1E3560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301555"/>
              </p:ext>
            </p:extLst>
          </p:nvPr>
        </p:nvGraphicFramePr>
        <p:xfrm>
          <a:off x="6001884" y="1238703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2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02D3-5A77-1082-4627-CEEFC979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sz="3000"/>
              <a:t>Word Representation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6D23965-23AE-68A0-6B0D-E1834A871E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97583"/>
              </p:ext>
            </p:extLst>
          </p:nvPr>
        </p:nvGraphicFramePr>
        <p:xfrm>
          <a:off x="6278563" y="1859189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609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56BC3-517A-85FE-D639-02644FB1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Recent Advances in NLP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50EEEEF-6935-781C-14ED-5216C12378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596974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35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2CD2-D434-02C1-E866-8220D918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Word Embeddings in NLP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996A-8A9B-635F-7E83-B006559A0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8543"/>
            <a:ext cx="10119935" cy="41049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Word Embeddings are numeric representations of words in a lower-dimensional space, that capture semantic and syntactic information. </a:t>
            </a:r>
          </a:p>
          <a:p>
            <a:r>
              <a:rPr lang="en-US" dirty="0"/>
              <a:t>They play a important role in Natural Language Processing (NLP) tasks. </a:t>
            </a:r>
          </a:p>
          <a:p>
            <a:pPr fontAlgn="base"/>
            <a:r>
              <a:rPr lang="en-US" dirty="0"/>
              <a:t>Method of extracting features out of text so that we can input those features into a machine learning model to work with text data.</a:t>
            </a:r>
          </a:p>
          <a:p>
            <a:pPr fontAlgn="base"/>
            <a:r>
              <a:rPr lang="en-US" dirty="0"/>
              <a:t>It allows words with similar meanings to have a similar representation. Thus, Similarity can be assessed based on Similar vector representations.</a:t>
            </a:r>
          </a:p>
          <a:p>
            <a:pPr fontAlgn="base"/>
            <a:r>
              <a:rPr lang="en-US" dirty="0"/>
              <a:t>High Computation Cost: Large input vectors will mean a huge number of weights. Embeddings help to reduce dimensionality.</a:t>
            </a:r>
          </a:p>
          <a:p>
            <a:pPr fontAlgn="base"/>
            <a:r>
              <a:rPr lang="en-US" dirty="0"/>
              <a:t>Preserve syntactical and semantic information.</a:t>
            </a:r>
          </a:p>
          <a:p>
            <a:pPr fontAlgn="base"/>
            <a:r>
              <a:rPr lang="en-US" dirty="0"/>
              <a:t>Some methods based on Word Frequency are Bag of Words (BOW), Count Vectorizer and TF-IDF.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13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5CFC5-B54E-AEF1-F200-A7052E5F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b="1" dirty="0"/>
              <a:t>Need for Word Embedding</a:t>
            </a:r>
            <a:br>
              <a:rPr lang="en-IN" b="1" dirty="0"/>
            </a:br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9" name="AutoShape 8" descr="Embeddings-in-Natural-Language-Processing.webp">
            <a:extLst>
              <a:ext uri="{FF2B5EF4-FFF2-40B4-BE49-F238E27FC236}">
                <a16:creationId xmlns:a16="http://schemas.microsoft.com/office/drawing/2014/main" id="{6E2FBDA0-479C-3ADC-0408-0BBEE8668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560033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91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0A26-DA4D-2429-1878-3550B200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Approaches for Text Representation</a:t>
            </a:r>
            <a:b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diagram of different types of word embedding&#10;&#10;AI-generated content may be incorrect.">
            <a:extLst>
              <a:ext uri="{FF2B5EF4-FFF2-40B4-BE49-F238E27FC236}">
                <a16:creationId xmlns:a16="http://schemas.microsoft.com/office/drawing/2014/main" id="{EF96F433-8628-01AB-3846-5C9C0A9CE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1801" y="1675227"/>
            <a:ext cx="8788398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Lightbox">
            <a:extLst>
              <a:ext uri="{FF2B5EF4-FFF2-40B4-BE49-F238E27FC236}">
                <a16:creationId xmlns:a16="http://schemas.microsoft.com/office/drawing/2014/main" id="{205905E0-437F-B898-70F3-C212EBF9BF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05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96C5-EDDE-AE3D-55EA-C0B8B53B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Bag of Words (</a:t>
            </a:r>
            <a:r>
              <a:rPr lang="en-IN" dirty="0" err="1"/>
              <a:t>BoW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5A88B-E717-0448-4590-5725BD55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Bag of Words model</a:t>
            </a:r>
            <a:r>
              <a:rPr lang="en-US" dirty="0"/>
              <a:t> represents text as a collection (or “bag”) of its words, ignoring grammar and word order but keeping the </a:t>
            </a:r>
            <a:r>
              <a:rPr lang="en-US" b="1" dirty="0"/>
              <a:t>frequency of each word</a:t>
            </a:r>
            <a:r>
              <a:rPr lang="en-US" dirty="0"/>
              <a:t>.</a:t>
            </a:r>
          </a:p>
          <a:p>
            <a:r>
              <a:rPr lang="en-US" dirty="0"/>
              <a:t>It’s one of the simplest and most commonly used methods for text representation in Natural Language Processing.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672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BA89-149A-107E-8752-51584E78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 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EB6CD-2097-2E98-A4A0-9A9E85959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952" t="26841" r="17775" b="23376"/>
          <a:stretch>
            <a:fillRect/>
          </a:stretch>
        </p:blipFill>
        <p:spPr>
          <a:xfrm>
            <a:off x="4654296" y="1125148"/>
            <a:ext cx="7214616" cy="46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73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F52C-CF84-B63F-C477-3A28A699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 (Term Frequency–Inverse Document Frequency)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1553-4426-6AF6-5F15-AD942277C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TF-IDF improves upon </a:t>
            </a:r>
            <a:r>
              <a:rPr lang="en-US" dirty="0" err="1"/>
              <a:t>BoW</a:t>
            </a:r>
            <a:r>
              <a:rPr lang="en-US" dirty="0"/>
              <a:t> by not only considering how often a word appears in a document (</a:t>
            </a:r>
            <a:r>
              <a:rPr lang="en-US" b="1" dirty="0"/>
              <a:t>term frequency</a:t>
            </a:r>
            <a:r>
              <a:rPr lang="en-US" dirty="0"/>
              <a:t>) but also how </a:t>
            </a:r>
            <a:r>
              <a:rPr lang="en-US" b="1" dirty="0"/>
              <a:t>unique or rare</a:t>
            </a:r>
            <a:r>
              <a:rPr lang="en-US" dirty="0"/>
              <a:t> that word is across all documents (</a:t>
            </a:r>
            <a:r>
              <a:rPr lang="en-US" b="1" dirty="0"/>
              <a:t>inverse document frequency</a:t>
            </a:r>
            <a:r>
              <a:rPr lang="en-US" dirty="0"/>
              <a:t>).</a:t>
            </a:r>
            <a:br>
              <a:rPr lang="en-US" dirty="0"/>
            </a:br>
            <a:r>
              <a:rPr lang="en-US"/>
              <a:t>This helps give </a:t>
            </a:r>
            <a:r>
              <a:rPr lang="en-US" b="1"/>
              <a:t>less weight to common words</a:t>
            </a:r>
            <a:r>
              <a:rPr lang="en-US"/>
              <a:t> and </a:t>
            </a:r>
            <a:r>
              <a:rPr lang="en-US" b="1"/>
              <a:t>more weight to rare, informative words</a:t>
            </a:r>
            <a:r>
              <a:rPr lang="en-US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461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5158-D319-F1EE-5C77-231EEF84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CEDD930-5F0A-95B8-CE3A-0C18E366D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626" t="17835" r="8909" b="28879"/>
          <a:stretch>
            <a:fillRect/>
          </a:stretch>
        </p:blipFill>
        <p:spPr>
          <a:xfrm>
            <a:off x="217714" y="2435424"/>
            <a:ext cx="5878286" cy="3396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33D20C-3B89-ABC9-9306-9EFFF952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25" t="20635" r="16786" b="18413"/>
          <a:stretch>
            <a:fillRect/>
          </a:stretch>
        </p:blipFill>
        <p:spPr>
          <a:xfrm>
            <a:off x="5595257" y="864960"/>
            <a:ext cx="6716486" cy="418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89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BE2DF-7AB6-C288-EEA2-6779D8368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Introduction to Transformers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8B15356-1A38-98FD-7DFD-E446206B6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029114"/>
              </p:ext>
            </p:extLst>
          </p:nvPr>
        </p:nvGraphicFramePr>
        <p:xfrm>
          <a:off x="1450975" y="2331497"/>
          <a:ext cx="10218511" cy="4276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0993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B8A1-5A5B-3872-806B-A3A81A66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Idea — Attention Mechanism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695DF4-1E89-1E99-18E3-B62317BED1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68975"/>
            <a:ext cx="102643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the model to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sentence while processing each 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“The cat sat on the mat,”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processing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“sat”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attention focuses 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“cat”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model learn contextual relationships between all words, regardless of position.</a:t>
            </a:r>
          </a:p>
        </p:txBody>
      </p:sp>
    </p:spTree>
    <p:extLst>
      <p:ext uri="{BB962C8B-B14F-4D97-AF65-F5344CB8AC3E}">
        <p14:creationId xmlns:p14="http://schemas.microsoft.com/office/powerpoint/2010/main" val="3189699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808E-04BB-08D7-C707-A4D347EE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Self-Attention in Transformers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DB9822-22B0-8253-5458-DB00019F72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Each word is transformed into </a:t>
                </a:r>
                <a:r>
                  <a:rPr lang="en-IN" b="1" dirty="0"/>
                  <a:t>Query (Q)</a:t>
                </a:r>
                <a:r>
                  <a:rPr lang="en-IN" dirty="0"/>
                  <a:t>, </a:t>
                </a:r>
                <a:r>
                  <a:rPr lang="en-IN" b="1" dirty="0"/>
                  <a:t>Key (K)</a:t>
                </a:r>
                <a:r>
                  <a:rPr lang="en-IN" dirty="0"/>
                  <a:t>, and </a:t>
                </a:r>
                <a:r>
                  <a:rPr lang="en-IN" b="1" dirty="0"/>
                  <a:t>Value (V)</a:t>
                </a:r>
                <a:r>
                  <a:rPr lang="en-IN" dirty="0"/>
                  <a:t> vectors.</a:t>
                </a:r>
              </a:p>
              <a:p>
                <a:r>
                  <a:rPr lang="en-IN" dirty="0"/>
                  <a:t>Attention score between words is calculated using: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Attention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1"/>
                      <m:t>softmax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ar-AE" b="0" dirty="0"/>
              </a:p>
              <a:p>
                <a:r>
                  <a:rPr lang="en-IN" dirty="0"/>
                  <a:t>Captures relationships between all words </a:t>
                </a:r>
                <a:r>
                  <a:rPr lang="en-IN" b="1" dirty="0"/>
                  <a:t>simultaneously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DB9822-22B0-8253-5458-DB00019F7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841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9193-32CE-8484-6D40-AAD5B025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 Architecture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87895E-E178-FE53-FCB1-684EB0064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6379" y="2173219"/>
            <a:ext cx="49712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main parts: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input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output (e.g., translation).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contain multiple layers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Multi-Head Self-Attention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Feedforward Neural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 Normalization &amp; Residual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79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process">
            <a:extLst>
              <a:ext uri="{FF2B5EF4-FFF2-40B4-BE49-F238E27FC236}">
                <a16:creationId xmlns:a16="http://schemas.microsoft.com/office/drawing/2014/main" id="{D83DB5D0-148C-47E0-A00D-99C3C85E9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5486" y="446314"/>
            <a:ext cx="7271657" cy="573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71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171C-3B7B-496B-63A6-E360B669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Encoder and Decoder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FB20FB-5981-5102-234D-D42680F577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2077" y="2301849"/>
            <a:ext cx="1056943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Embedding → Positional Encoding → Multi-Head Attention → Feedforward →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Self-Attention → Encoder-Decoder Attention → Feedforward → Output logits.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simultaneous understanding and generation of sequences.</a:t>
            </a:r>
          </a:p>
        </p:txBody>
      </p:sp>
    </p:spTree>
    <p:extLst>
      <p:ext uri="{BB962C8B-B14F-4D97-AF65-F5344CB8AC3E}">
        <p14:creationId xmlns:p14="http://schemas.microsoft.com/office/powerpoint/2010/main" val="1650395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0780C-91B7-19E9-8C0F-9A84D4FE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Positional Encoding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47F1AF3-DF36-F7BE-B0B5-C6499B414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689481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4717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5C66D-B33D-E056-FEE8-95208EB0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Multi-Head Attention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E4D882DA-4472-5AC7-F682-342CA15B6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656667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4930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BDBBD-38EC-C65B-FCA7-EDA94E67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BERT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A0E70D1-A7F6-1F86-D764-2D151BFAC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574352"/>
              </p:ext>
            </p:extLst>
          </p:nvPr>
        </p:nvGraphicFramePr>
        <p:xfrm>
          <a:off x="1293661" y="2135555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8581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0135-0A5F-7EBA-97E4-4BC781F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Pre-Training Tasks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C44341-36A8-4DCF-9577-C7DFFAF565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03693"/>
            <a:ext cx="9603275" cy="345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Language Modeling (MLM):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Randomly masks words in a sentence and predicts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“The cat [MASK] on the mat.” → Predict “sat”.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Sentence Prediction (NSP):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Determines if two sentences follow each other logically.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A: “I went to the market.”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B: “I bought apples.” →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pair.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204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55E0-F6BB-BD6C-4082-C1C4A00D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BERT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13E6-0AEE-54FB-283D-F1711F5FE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using </a:t>
            </a:r>
            <a:r>
              <a:rPr lang="en-US" b="1" dirty="0"/>
              <a:t>only Transformer encoders</a:t>
            </a:r>
            <a:r>
              <a:rPr lang="en-US" dirty="0"/>
              <a:t>.</a:t>
            </a:r>
          </a:p>
          <a:p>
            <a:r>
              <a:rPr lang="en-US" dirty="0"/>
              <a:t>Uses </a:t>
            </a:r>
            <a:r>
              <a:rPr lang="en-US" b="1" dirty="0"/>
              <a:t>12 layers (BERT-base)</a:t>
            </a:r>
            <a:r>
              <a:rPr lang="en-US" dirty="0"/>
              <a:t> or </a:t>
            </a:r>
            <a:r>
              <a:rPr lang="en-US" b="1" dirty="0"/>
              <a:t>24 layers (BERT-large)</a:t>
            </a:r>
            <a:r>
              <a:rPr lang="en-US" dirty="0"/>
              <a:t>.</a:t>
            </a:r>
          </a:p>
          <a:p>
            <a:r>
              <a:rPr lang="en-US" dirty="0"/>
              <a:t>Each layer includes multi-head attention and feedforward networks.</a:t>
            </a:r>
          </a:p>
          <a:p>
            <a:r>
              <a:rPr lang="en-US" dirty="0"/>
              <a:t>Generates </a:t>
            </a:r>
            <a:r>
              <a:rPr lang="en-US" b="1" dirty="0"/>
              <a:t>contextual embeddings</a:t>
            </a:r>
            <a:r>
              <a:rPr lang="en-US" dirty="0"/>
              <a:t> for each word.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87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4E0AD-910B-C0D1-9E00-14303481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Applications of BERT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58A9820-3653-EA13-5DCD-333657FBF1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271809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6391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536E9-A7F3-A488-8222-81B2B964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GPT (Generative Pre-Trained Transformer)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E89C29-6E72-1200-337E-EC4E2C7D4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083672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0436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45E4-B90B-C6D5-4139-A78732BD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GPT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2A6E79-B3BA-D8E6-D326-F9ABDC9EC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2722" y="2031705"/>
            <a:ext cx="88958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stacked decoder layers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layer 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self-attention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Feedforward 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 normalization and residual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GPT predicts text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to right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only.</a:t>
            </a:r>
          </a:p>
        </p:txBody>
      </p:sp>
    </p:spTree>
    <p:extLst>
      <p:ext uri="{BB962C8B-B14F-4D97-AF65-F5344CB8AC3E}">
        <p14:creationId xmlns:p14="http://schemas.microsoft.com/office/powerpoint/2010/main" val="24041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F1CFE-45D0-8FC4-1D87-52C02AA2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GPT Training Process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62B9037-0178-5E49-8CF0-BC08037E04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00782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6089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59EF3-4AEE-EE8E-6D29-6940FDDA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Applications of GPT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5DA2FE3-8A58-958B-BA1E-8EA05D1A6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908652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4345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1249</Words>
  <Application>Microsoft Office PowerPoint</Application>
  <PresentationFormat>Widescreen</PresentationFormat>
  <Paragraphs>146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Cambria Math</vt:lpstr>
      <vt:lpstr>Gill Sans MT</vt:lpstr>
      <vt:lpstr>Gallery</vt:lpstr>
      <vt:lpstr>NLP,  Word embedding</vt:lpstr>
      <vt:lpstr>Natural Language Processing (NLP)</vt:lpstr>
      <vt:lpstr>Why NLP is Important</vt:lpstr>
      <vt:lpstr>Applications of NLP</vt:lpstr>
      <vt:lpstr>Key Components of NLP</vt:lpstr>
      <vt:lpstr>NLP Pipeline</vt:lpstr>
      <vt:lpstr>Techniques Used in NLP</vt:lpstr>
      <vt:lpstr>Word Representation</vt:lpstr>
      <vt:lpstr>Recent Advances in NLP</vt:lpstr>
      <vt:lpstr>Word Embeddings in NLP </vt:lpstr>
      <vt:lpstr>Need for Word Embedding </vt:lpstr>
      <vt:lpstr>Approaches for Text Representation </vt:lpstr>
      <vt:lpstr>Bag of Words (BoW)</vt:lpstr>
      <vt:lpstr>How It Works</vt:lpstr>
      <vt:lpstr>TF-IDF (Term Frequency–Inverse Document Frequency)</vt:lpstr>
      <vt:lpstr>Example</vt:lpstr>
      <vt:lpstr>Introduction to Transformers</vt:lpstr>
      <vt:lpstr>Key Idea — Attention Mechanism</vt:lpstr>
      <vt:lpstr>Self-Attention in Transformers</vt:lpstr>
      <vt:lpstr>Transformer Architecture Overview</vt:lpstr>
      <vt:lpstr>PowerPoint Presentation</vt:lpstr>
      <vt:lpstr>Encoder and Decoder Structure</vt:lpstr>
      <vt:lpstr>Positional Encoding</vt:lpstr>
      <vt:lpstr>Multi-Head Attention</vt:lpstr>
      <vt:lpstr>BERT</vt:lpstr>
      <vt:lpstr>BERT Pre-Training Tasks</vt:lpstr>
      <vt:lpstr>BERT Architecture </vt:lpstr>
      <vt:lpstr>Applications of BERT</vt:lpstr>
      <vt:lpstr>GPT (Generative Pre-Trained Transformer)</vt:lpstr>
      <vt:lpstr>GPT Architecture</vt:lpstr>
      <vt:lpstr>GPT Training Process</vt:lpstr>
      <vt:lpstr>Applications of GPT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Choudhary</dc:creator>
  <cp:lastModifiedBy>Shubham Choudhary</cp:lastModifiedBy>
  <cp:revision>4</cp:revision>
  <dcterms:created xsi:type="dcterms:W3CDTF">2025-10-08T08:39:22Z</dcterms:created>
  <dcterms:modified xsi:type="dcterms:W3CDTF">2025-10-11T08:29:49Z</dcterms:modified>
</cp:coreProperties>
</file>